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13"/>
  </p:notesMasterIdLst>
  <p:sldIdLst>
    <p:sldId id="259" r:id="rId3"/>
    <p:sldId id="262" r:id="rId4"/>
    <p:sldId id="263" r:id="rId5"/>
    <p:sldId id="266" r:id="rId6"/>
    <p:sldId id="265" r:id="rId7"/>
    <p:sldId id="269" r:id="rId8"/>
    <p:sldId id="270" r:id="rId9"/>
    <p:sldId id="271" r:id="rId10"/>
    <p:sldId id="267" r:id="rId11"/>
    <p:sldId id="264" r:id="rId12"/>
  </p:sldIdLst>
  <p:sldSz cx="12192000" cy="6858000"/>
  <p:notesSz cx="6797675" cy="9928225"/>
  <p:custShowLst>
    <p:custShow name="GreenFibre" id="0">
      <p:sldLst/>
    </p:custShow>
    <p:custShow name="Compost" id="1">
      <p:sldLst>
        <p:sld r:id="rId8"/>
      </p:sldLst>
    </p:custShow>
    <p:custShow name="Kokos" id="2">
      <p:sldLst/>
    </p:custShow>
    <p:custShow name="Schors" id="3">
      <p:sldLst/>
    </p:custShow>
    <p:custShow name="Klei" id="4">
      <p:sldLst/>
    </p:custShow>
    <p:custShow name="Perliet" id="5">
      <p:sldLst/>
    </p:custShow>
    <p:custShow name="Edelbims" id="6">
      <p:sldLst/>
    </p:custShow>
  </p:custShow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leiding" id="{2D1859CE-6F34-47B5-84ED-29EA2C2E8EB0}">
          <p14:sldIdLst>
            <p14:sldId id="259"/>
          </p14:sldIdLst>
        </p14:section>
        <p14:section name="Hoofdoverzicht" id="{1D8E79AC-5F49-450D-9664-696082D23C28}">
          <p14:sldIdLst>
            <p14:sldId id="262"/>
          </p14:sldIdLst>
        </p14:section>
        <p14:section name="Stroomschema's" id="{68112451-8ABC-4ED1-9A44-F30456E8C840}">
          <p14:sldIdLst>
            <p14:sldId id="263"/>
            <p14:sldId id="266"/>
            <p14:sldId id="265"/>
            <p14:sldId id="269"/>
            <p14:sldId id="270"/>
            <p14:sldId id="271"/>
            <p14:sldId id="267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18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FDC"/>
    <a:srgbClr val="D9F2D0"/>
    <a:srgbClr val="009900"/>
    <a:srgbClr val="FF99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4C258-D8C3-4BC0-83E9-77B733A0150C}" v="88" dt="2025-04-04T14:45:55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66" autoAdjust="0"/>
    <p:restoredTop sz="80973" autoAdjust="0"/>
  </p:normalViewPr>
  <p:slideViewPr>
    <p:cSldViewPr snapToGrid="0">
      <p:cViewPr>
        <p:scale>
          <a:sx n="125" d="100"/>
          <a:sy n="125" d="100"/>
        </p:scale>
        <p:origin x="-894" y="-10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Bloes" userId="e2e0adeb-4d45-4084-99fb-28a1e7cb5708" providerId="ADAL" clId="{6C74C258-D8C3-4BC0-83E9-77B733A0150C}"/>
    <pc:docChg chg="undo custSel addSld delSld modSld sldOrd addSection delSection modSection modShowInfo">
      <pc:chgData name="Steven Bloes" userId="e2e0adeb-4d45-4084-99fb-28a1e7cb5708" providerId="ADAL" clId="{6C74C258-D8C3-4BC0-83E9-77B733A0150C}" dt="2025-04-04T14:58:40.609" v="4454" actId="20577"/>
      <pc:docMkLst>
        <pc:docMk/>
      </pc:docMkLst>
      <pc:sldChg chg="modSp mod modNotesTx">
        <pc:chgData name="Steven Bloes" userId="e2e0adeb-4d45-4084-99fb-28a1e7cb5708" providerId="ADAL" clId="{6C74C258-D8C3-4BC0-83E9-77B733A0150C}" dt="2025-03-31T12:26:23.679" v="147" actId="20577"/>
        <pc:sldMkLst>
          <pc:docMk/>
          <pc:sldMk cId="1583622906" sldId="263"/>
        </pc:sldMkLst>
        <pc:graphicFrameChg chg="mod">
          <ac:chgData name="Steven Bloes" userId="e2e0adeb-4d45-4084-99fb-28a1e7cb5708" providerId="ADAL" clId="{6C74C258-D8C3-4BC0-83E9-77B733A0150C}" dt="2025-03-31T12:14:09.154" v="75" actId="20577"/>
          <ac:graphicFrameMkLst>
            <pc:docMk/>
            <pc:sldMk cId="1583622906" sldId="263"/>
            <ac:graphicFrameMk id="5" creationId="{6A3962FD-A18D-DCD6-FB48-7E372F85315D}"/>
          </ac:graphicFrameMkLst>
        </pc:graphicFrameChg>
      </pc:sldChg>
      <pc:sldChg chg="addSp delSp modSp mod ord">
        <pc:chgData name="Steven Bloes" userId="e2e0adeb-4d45-4084-99fb-28a1e7cb5708" providerId="ADAL" clId="{6C74C258-D8C3-4BC0-83E9-77B733A0150C}" dt="2025-03-31T15:41:26.392" v="342"/>
        <pc:sldMkLst>
          <pc:docMk/>
          <pc:sldMk cId="2168637172" sldId="264"/>
        </pc:sldMkLst>
        <pc:picChg chg="mod">
          <ac:chgData name="Steven Bloes" userId="e2e0adeb-4d45-4084-99fb-28a1e7cb5708" providerId="ADAL" clId="{6C74C258-D8C3-4BC0-83E9-77B733A0150C}" dt="2025-03-31T15:33:51.448" v="326"/>
          <ac:picMkLst>
            <pc:docMk/>
            <pc:sldMk cId="2168637172" sldId="264"/>
            <ac:picMk id="6" creationId="{7250A586-3E56-BAC6-07A6-AC2D5554BFFC}"/>
          </ac:picMkLst>
        </pc:picChg>
        <pc:picChg chg="mod">
          <ac:chgData name="Steven Bloes" userId="e2e0adeb-4d45-4084-99fb-28a1e7cb5708" providerId="ADAL" clId="{6C74C258-D8C3-4BC0-83E9-77B733A0150C}" dt="2025-03-31T15:35:36.410" v="327"/>
          <ac:picMkLst>
            <pc:docMk/>
            <pc:sldMk cId="2168637172" sldId="264"/>
            <ac:picMk id="7" creationId="{6B4D233B-DE3C-7B86-D3AB-946261D87322}"/>
          </ac:picMkLst>
        </pc:picChg>
        <pc:picChg chg="mod">
          <ac:chgData name="Steven Bloes" userId="e2e0adeb-4d45-4084-99fb-28a1e7cb5708" providerId="ADAL" clId="{6C74C258-D8C3-4BC0-83E9-77B733A0150C}" dt="2025-03-31T15:41:26.392" v="342"/>
          <ac:picMkLst>
            <pc:docMk/>
            <pc:sldMk cId="2168637172" sldId="264"/>
            <ac:picMk id="8" creationId="{8EECDDFA-60B7-980B-89F7-9544B28D6DCC}"/>
          </ac:picMkLst>
        </pc:picChg>
        <pc:picChg chg="mod">
          <ac:chgData name="Steven Bloes" userId="e2e0adeb-4d45-4084-99fb-28a1e7cb5708" providerId="ADAL" clId="{6C74C258-D8C3-4BC0-83E9-77B733A0150C}" dt="2025-03-31T15:41:21.837" v="341"/>
          <ac:picMkLst>
            <pc:docMk/>
            <pc:sldMk cId="2168637172" sldId="264"/>
            <ac:picMk id="9" creationId="{0848E3FD-46E7-C609-D7CB-FEBBA2711695}"/>
          </ac:picMkLst>
        </pc:picChg>
        <pc:picChg chg="mod">
          <ac:chgData name="Steven Bloes" userId="e2e0adeb-4d45-4084-99fb-28a1e7cb5708" providerId="ADAL" clId="{6C74C258-D8C3-4BC0-83E9-77B733A0150C}" dt="2025-03-31T15:41:16.658" v="340"/>
          <ac:picMkLst>
            <pc:docMk/>
            <pc:sldMk cId="2168637172" sldId="264"/>
            <ac:picMk id="10" creationId="{1ACE16AA-2A90-9DC0-6553-E53C7F599ABB}"/>
          </ac:picMkLst>
        </pc:picChg>
        <pc:picChg chg="mod">
          <ac:chgData name="Steven Bloes" userId="e2e0adeb-4d45-4084-99fb-28a1e7cb5708" providerId="ADAL" clId="{6C74C258-D8C3-4BC0-83E9-77B733A0150C}" dt="2025-03-31T15:41:05.896" v="338"/>
          <ac:picMkLst>
            <pc:docMk/>
            <pc:sldMk cId="2168637172" sldId="264"/>
            <ac:picMk id="11" creationId="{F175F9CF-89F2-7323-D85A-D499C49A5CCC}"/>
          </ac:picMkLst>
        </pc:picChg>
        <pc:picChg chg="mod">
          <ac:chgData name="Steven Bloes" userId="e2e0adeb-4d45-4084-99fb-28a1e7cb5708" providerId="ADAL" clId="{6C74C258-D8C3-4BC0-83E9-77B733A0150C}" dt="2025-03-31T15:41:00.644" v="337"/>
          <ac:picMkLst>
            <pc:docMk/>
            <pc:sldMk cId="2168637172" sldId="264"/>
            <ac:picMk id="13" creationId="{29144D8B-9AD4-E88D-CE73-BEC048203D44}"/>
          </ac:picMkLst>
        </pc:picChg>
        <pc:picChg chg="mod">
          <ac:chgData name="Steven Bloes" userId="e2e0adeb-4d45-4084-99fb-28a1e7cb5708" providerId="ADAL" clId="{6C74C258-D8C3-4BC0-83E9-77B733A0150C}" dt="2025-03-31T15:40:55.299" v="336"/>
          <ac:picMkLst>
            <pc:docMk/>
            <pc:sldMk cId="2168637172" sldId="264"/>
            <ac:picMk id="15" creationId="{06C78478-8B0F-279A-4DA1-29F95F81B164}"/>
          </ac:picMkLst>
        </pc:picChg>
        <pc:picChg chg="mod">
          <ac:chgData name="Steven Bloes" userId="e2e0adeb-4d45-4084-99fb-28a1e7cb5708" providerId="ADAL" clId="{6C74C258-D8C3-4BC0-83E9-77B733A0150C}" dt="2025-03-31T15:41:10.773" v="339"/>
          <ac:picMkLst>
            <pc:docMk/>
            <pc:sldMk cId="2168637172" sldId="264"/>
            <ac:picMk id="17" creationId="{FAB92D18-5B24-5077-2969-CFA78E3E7016}"/>
          </ac:picMkLst>
        </pc:picChg>
      </pc:sldChg>
      <pc:sldChg chg="addSp delSp modSp add mod ord modShow">
        <pc:chgData name="Steven Bloes" userId="e2e0adeb-4d45-4084-99fb-28a1e7cb5708" providerId="ADAL" clId="{6C74C258-D8C3-4BC0-83E9-77B733A0150C}" dt="2025-03-31T15:37:10.318" v="328" actId="478"/>
        <pc:sldMkLst>
          <pc:docMk/>
          <pc:sldMk cId="124432955" sldId="268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1686318218" sldId="268"/>
        </pc:sldMkLst>
      </pc:sldChg>
      <pc:sldChg chg="add mod ord modShow">
        <pc:chgData name="Steven Bloes" userId="e2e0adeb-4d45-4084-99fb-28a1e7cb5708" providerId="ADAL" clId="{6C74C258-D8C3-4BC0-83E9-77B733A0150C}" dt="2025-03-31T14:49:59.292" v="325" actId="729"/>
        <pc:sldMkLst>
          <pc:docMk/>
          <pc:sldMk cId="2476563153" sldId="269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3264420065" sldId="269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1698824433" sldId="270"/>
        </pc:sldMkLst>
      </pc:sldChg>
      <pc:sldChg chg="add mod ord modShow">
        <pc:chgData name="Steven Bloes" userId="e2e0adeb-4d45-4084-99fb-28a1e7cb5708" providerId="ADAL" clId="{6C74C258-D8C3-4BC0-83E9-77B733A0150C}" dt="2025-03-31T14:49:59.292" v="325" actId="729"/>
        <pc:sldMkLst>
          <pc:docMk/>
          <pc:sldMk cId="2918005389" sldId="270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459864563" sldId="271"/>
        </pc:sldMkLst>
      </pc:sldChg>
      <pc:sldChg chg="add mod ord modShow">
        <pc:chgData name="Steven Bloes" userId="e2e0adeb-4d45-4084-99fb-28a1e7cb5708" providerId="ADAL" clId="{6C74C258-D8C3-4BC0-83E9-77B733A0150C}" dt="2025-03-31T14:49:59.292" v="325" actId="729"/>
        <pc:sldMkLst>
          <pc:docMk/>
          <pc:sldMk cId="2137697184" sldId="271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87115787" sldId="272"/>
        </pc:sldMkLst>
      </pc:sldChg>
      <pc:sldChg chg="addSp delSp modSp add mod ord modShow modNotesTx">
        <pc:chgData name="Steven Bloes" userId="e2e0adeb-4d45-4084-99fb-28a1e7cb5708" providerId="ADAL" clId="{6C74C258-D8C3-4BC0-83E9-77B733A0150C}" dt="2025-04-04T13:58:02.535" v="3379" actId="14100"/>
        <pc:sldMkLst>
          <pc:docMk/>
          <pc:sldMk cId="2438127758" sldId="272"/>
        </pc:sldMkLst>
        <pc:spChg chg="add mod">
          <ac:chgData name="Steven Bloes" userId="e2e0adeb-4d45-4084-99fb-28a1e7cb5708" providerId="ADAL" clId="{6C74C258-D8C3-4BC0-83E9-77B733A0150C}" dt="2025-04-01T09:05:33.530" v="367"/>
          <ac:spMkLst>
            <pc:docMk/>
            <pc:sldMk cId="2438127758" sldId="272"/>
            <ac:spMk id="5" creationId="{22736143-AF39-76BC-CF96-5B1F39A199A9}"/>
          </ac:spMkLst>
        </pc:spChg>
        <pc:spChg chg="add mod">
          <ac:chgData name="Steven Bloes" userId="e2e0adeb-4d45-4084-99fb-28a1e7cb5708" providerId="ADAL" clId="{6C74C258-D8C3-4BC0-83E9-77B733A0150C}" dt="2025-04-04T13:16:18.304" v="1851" actId="20577"/>
          <ac:spMkLst>
            <pc:docMk/>
            <pc:sldMk cId="2438127758" sldId="272"/>
            <ac:spMk id="6" creationId="{E73BA7A4-5354-BDE8-B444-6A45776457E2}"/>
          </ac:spMkLst>
        </pc:spChg>
        <pc:spChg chg="add del mod">
          <ac:chgData name="Steven Bloes" userId="e2e0adeb-4d45-4084-99fb-28a1e7cb5708" providerId="ADAL" clId="{6C74C258-D8C3-4BC0-83E9-77B733A0150C}" dt="2025-04-04T13:16:21.858" v="1852" actId="478"/>
          <ac:spMkLst>
            <pc:docMk/>
            <pc:sldMk cId="2438127758" sldId="272"/>
            <ac:spMk id="7" creationId="{D66587F3-F7C6-CFF7-7722-09759C6CC88B}"/>
          </ac:spMkLst>
        </pc:spChg>
        <pc:spChg chg="add del mod">
          <ac:chgData name="Steven Bloes" userId="e2e0adeb-4d45-4084-99fb-28a1e7cb5708" providerId="ADAL" clId="{6C74C258-D8C3-4BC0-83E9-77B733A0150C}" dt="2025-04-04T13:16:23.579" v="1853" actId="478"/>
          <ac:spMkLst>
            <pc:docMk/>
            <pc:sldMk cId="2438127758" sldId="272"/>
            <ac:spMk id="8" creationId="{C61EE219-89A0-3CCF-628E-00D34789DE05}"/>
          </ac:spMkLst>
        </pc:spChg>
        <pc:spChg chg="add del mod">
          <ac:chgData name="Steven Bloes" userId="e2e0adeb-4d45-4084-99fb-28a1e7cb5708" providerId="ADAL" clId="{6C74C258-D8C3-4BC0-83E9-77B733A0150C}" dt="2025-04-04T13:19:45.166" v="1861"/>
          <ac:spMkLst>
            <pc:docMk/>
            <pc:sldMk cId="2438127758" sldId="272"/>
            <ac:spMk id="9" creationId="{F2457ADF-2DF9-1DC4-DE90-6D68253FE5FA}"/>
          </ac:spMkLst>
        </pc:spChg>
        <pc:spChg chg="add mod">
          <ac:chgData name="Steven Bloes" userId="e2e0adeb-4d45-4084-99fb-28a1e7cb5708" providerId="ADAL" clId="{6C74C258-D8C3-4BC0-83E9-77B733A0150C}" dt="2025-04-04T13:58:02.535" v="3379" actId="14100"/>
          <ac:spMkLst>
            <pc:docMk/>
            <pc:sldMk cId="2438127758" sldId="272"/>
            <ac:spMk id="10" creationId="{B0CD46C6-3825-8143-F155-816354523C8C}"/>
          </ac:spMkLst>
        </pc:spChg>
        <pc:spChg chg="add del mod">
          <ac:chgData name="Steven Bloes" userId="e2e0adeb-4d45-4084-99fb-28a1e7cb5708" providerId="ADAL" clId="{6C74C258-D8C3-4BC0-83E9-77B733A0150C}" dt="2025-04-04T13:40:54.284" v="3187" actId="478"/>
          <ac:spMkLst>
            <pc:docMk/>
            <pc:sldMk cId="2438127758" sldId="272"/>
            <ac:spMk id="11" creationId="{56E9FE0A-9CA0-7507-A3C1-5A1316609228}"/>
          </ac:spMkLst>
        </pc:spChg>
        <pc:spChg chg="add del mod">
          <ac:chgData name="Steven Bloes" userId="e2e0adeb-4d45-4084-99fb-28a1e7cb5708" providerId="ADAL" clId="{6C74C258-D8C3-4BC0-83E9-77B733A0150C}" dt="2025-04-04T13:41:15.644" v="3199"/>
          <ac:spMkLst>
            <pc:docMk/>
            <pc:sldMk cId="2438127758" sldId="272"/>
            <ac:spMk id="12" creationId="{23D4D50C-9E4F-D3A2-60B9-57F52EE6F7D8}"/>
          </ac:spMkLst>
        </pc:spChg>
        <pc:spChg chg="add del mod">
          <ac:chgData name="Steven Bloes" userId="e2e0adeb-4d45-4084-99fb-28a1e7cb5708" providerId="ADAL" clId="{6C74C258-D8C3-4BC0-83E9-77B733A0150C}" dt="2025-04-04T13:41:15.644" v="3201"/>
          <ac:spMkLst>
            <pc:docMk/>
            <pc:sldMk cId="2438127758" sldId="272"/>
            <ac:spMk id="13" creationId="{B938A71A-61D9-6D99-339A-C7A147B8C672}"/>
          </ac:spMkLst>
        </pc:spChg>
        <pc:spChg chg="add del mod">
          <ac:chgData name="Steven Bloes" userId="e2e0adeb-4d45-4084-99fb-28a1e7cb5708" providerId="ADAL" clId="{6C74C258-D8C3-4BC0-83E9-77B733A0150C}" dt="2025-04-04T13:41:15.644" v="3203"/>
          <ac:spMkLst>
            <pc:docMk/>
            <pc:sldMk cId="2438127758" sldId="272"/>
            <ac:spMk id="14" creationId="{FA27F9B3-98D4-2F4B-30E4-9CEE19A6F07E}"/>
          </ac:spMkLst>
        </pc:spChg>
        <pc:spChg chg="add mod">
          <ac:chgData name="Steven Bloes" userId="e2e0adeb-4d45-4084-99fb-28a1e7cb5708" providerId="ADAL" clId="{6C74C258-D8C3-4BC0-83E9-77B733A0150C}" dt="2025-04-04T13:46:26.113" v="3280" actId="1076"/>
          <ac:spMkLst>
            <pc:docMk/>
            <pc:sldMk cId="2438127758" sldId="272"/>
            <ac:spMk id="17" creationId="{ADEE01BC-EB49-70BF-B916-CF252FAC8188}"/>
          </ac:spMkLst>
        </pc:spChg>
        <pc:grpChg chg="add mod">
          <ac:chgData name="Steven Bloes" userId="e2e0adeb-4d45-4084-99fb-28a1e7cb5708" providerId="ADAL" clId="{6C74C258-D8C3-4BC0-83E9-77B733A0150C}" dt="2025-04-04T13:46:12.515" v="3278" actId="1036"/>
          <ac:grpSpMkLst>
            <pc:docMk/>
            <pc:sldMk cId="2438127758" sldId="272"/>
            <ac:grpSpMk id="18" creationId="{0F496266-9DC2-AD6F-8215-46C0A30B476A}"/>
          </ac:grpSpMkLst>
        </pc:grpChg>
        <pc:picChg chg="add del mod modCrop">
          <ac:chgData name="Steven Bloes" userId="e2e0adeb-4d45-4084-99fb-28a1e7cb5708" providerId="ADAL" clId="{6C74C258-D8C3-4BC0-83E9-77B733A0150C}" dt="2025-04-04T13:16:24.058" v="1854" actId="478"/>
          <ac:picMkLst>
            <pc:docMk/>
            <pc:sldMk cId="2438127758" sldId="272"/>
            <ac:picMk id="3" creationId="{730D1414-9954-22DF-01E8-BC065EBB203A}"/>
          </ac:picMkLst>
        </pc:picChg>
        <pc:picChg chg="add mod">
          <ac:chgData name="Steven Bloes" userId="e2e0adeb-4d45-4084-99fb-28a1e7cb5708" providerId="ADAL" clId="{6C74C258-D8C3-4BC0-83E9-77B733A0150C}" dt="2025-04-04T13:46:22.965" v="3279" actId="1076"/>
          <ac:picMkLst>
            <pc:docMk/>
            <pc:sldMk cId="2438127758" sldId="272"/>
            <ac:picMk id="16" creationId="{BF3B9F8D-3482-0E61-30F8-3F8EAD15B718}"/>
          </ac:picMkLst>
        </pc:picChg>
        <pc:picChg chg="add del mod">
          <ac:chgData name="Steven Bloes" userId="e2e0adeb-4d45-4084-99fb-28a1e7cb5708" providerId="ADAL" clId="{6C74C258-D8C3-4BC0-83E9-77B733A0150C}" dt="2025-04-04T13:45:15.085" v="3251" actId="478"/>
          <ac:picMkLst>
            <pc:docMk/>
            <pc:sldMk cId="2438127758" sldId="272"/>
            <ac:picMk id="20" creationId="{FA16F7DE-B65F-E9DC-2590-64062587F178}"/>
          </ac:picMkLst>
        </pc:picChg>
        <pc:picChg chg="add mod">
          <ac:chgData name="Steven Bloes" userId="e2e0adeb-4d45-4084-99fb-28a1e7cb5708" providerId="ADAL" clId="{6C74C258-D8C3-4BC0-83E9-77B733A0150C}" dt="2025-04-04T13:46:36.611" v="3287" actId="1038"/>
          <ac:picMkLst>
            <pc:docMk/>
            <pc:sldMk cId="2438127758" sldId="272"/>
            <ac:picMk id="22" creationId="{F18E094D-A475-641D-F11A-57C7D2E42274}"/>
          </ac:picMkLst>
        </pc:picChg>
      </pc:sldChg>
      <pc:sldChg chg="modSp add mod ord modShow">
        <pc:chgData name="Steven Bloes" userId="e2e0adeb-4d45-4084-99fb-28a1e7cb5708" providerId="ADAL" clId="{6C74C258-D8C3-4BC0-83E9-77B733A0150C}" dt="2025-03-31T14:49:59.292" v="325" actId="729"/>
        <pc:sldMkLst>
          <pc:docMk/>
          <pc:sldMk cId="1268012167" sldId="273"/>
        </pc:sldMkLst>
        <pc:spChg chg="mod">
          <ac:chgData name="Steven Bloes" userId="e2e0adeb-4d45-4084-99fb-28a1e7cb5708" providerId="ADAL" clId="{6C74C258-D8C3-4BC0-83E9-77B733A0150C}" dt="2025-03-31T14:47:00.923" v="318" actId="20577"/>
          <ac:spMkLst>
            <pc:docMk/>
            <pc:sldMk cId="1268012167" sldId="273"/>
            <ac:spMk id="4" creationId="{485A192D-DD5E-11D4-B1DF-FF15D0BA967B}"/>
          </ac:spMkLst>
        </pc:spChg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3145091134" sldId="273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2596711686" sldId="275"/>
        </pc:sldMkLst>
      </pc:sldChg>
      <pc:sldChg chg="add mod ord modShow">
        <pc:chgData name="Steven Bloes" userId="e2e0adeb-4d45-4084-99fb-28a1e7cb5708" providerId="ADAL" clId="{6C74C258-D8C3-4BC0-83E9-77B733A0150C}" dt="2025-03-31T14:49:59.292" v="325" actId="729"/>
        <pc:sldMkLst>
          <pc:docMk/>
          <pc:sldMk cId="4288179043" sldId="275"/>
        </pc:sldMkLst>
      </pc:sldChg>
      <pc:sldChg chg="add del">
        <pc:chgData name="Steven Bloes" userId="e2e0adeb-4d45-4084-99fb-28a1e7cb5708" providerId="ADAL" clId="{6C74C258-D8C3-4BC0-83E9-77B733A0150C}" dt="2025-03-31T14:42:38.385" v="292" actId="47"/>
        <pc:sldMkLst>
          <pc:docMk/>
          <pc:sldMk cId="2615035845" sldId="276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3568875316" sldId="276"/>
        </pc:sldMkLst>
      </pc:sldChg>
      <pc:sldChg chg="addSp delSp modSp new mod">
        <pc:chgData name="Steven Bloes" userId="e2e0adeb-4d45-4084-99fb-28a1e7cb5708" providerId="ADAL" clId="{6C74C258-D8C3-4BC0-83E9-77B733A0150C}" dt="2025-04-04T14:06:49.614" v="3408" actId="20577"/>
        <pc:sldMkLst>
          <pc:docMk/>
          <pc:sldMk cId="1976886205" sldId="277"/>
        </pc:sldMkLst>
        <pc:spChg chg="del">
          <ac:chgData name="Steven Bloes" userId="e2e0adeb-4d45-4084-99fb-28a1e7cb5708" providerId="ADAL" clId="{6C74C258-D8C3-4BC0-83E9-77B733A0150C}" dt="2025-04-04T14:06:10.770" v="3380" actId="478"/>
          <ac:spMkLst>
            <pc:docMk/>
            <pc:sldMk cId="1976886205" sldId="277"/>
            <ac:spMk id="2" creationId="{D94152EA-8FDB-0549-5444-0DDFCDE836C6}"/>
          </ac:spMkLst>
        </pc:spChg>
        <pc:spChg chg="del">
          <ac:chgData name="Steven Bloes" userId="e2e0adeb-4d45-4084-99fb-28a1e7cb5708" providerId="ADAL" clId="{6C74C258-D8C3-4BC0-83E9-77B733A0150C}" dt="2025-04-04T14:06:31.133" v="3403" actId="478"/>
          <ac:spMkLst>
            <pc:docMk/>
            <pc:sldMk cId="1976886205" sldId="277"/>
            <ac:spMk id="3" creationId="{F80455CE-8F11-5444-BA44-FF677D776A10}"/>
          </ac:spMkLst>
        </pc:spChg>
        <pc:spChg chg="add mod">
          <ac:chgData name="Steven Bloes" userId="e2e0adeb-4d45-4084-99fb-28a1e7cb5708" providerId="ADAL" clId="{6C74C258-D8C3-4BC0-83E9-77B733A0150C}" dt="2025-04-04T14:06:49.614" v="3408" actId="20577"/>
          <ac:spMkLst>
            <pc:docMk/>
            <pc:sldMk cId="1976886205" sldId="277"/>
            <ac:spMk id="5" creationId="{552D2BA3-DFBF-0AEA-FE9C-CB6B9B22ED99}"/>
          </ac:spMkLst>
        </pc:spChg>
      </pc:sldChg>
      <pc:sldChg chg="addSp delSp modSp add mod modNotesTx">
        <pc:chgData name="Steven Bloes" userId="e2e0adeb-4d45-4084-99fb-28a1e7cb5708" providerId="ADAL" clId="{6C74C258-D8C3-4BC0-83E9-77B733A0150C}" dt="2025-04-04T12:47:00.063" v="1631" actId="20577"/>
        <pc:sldMkLst>
          <pc:docMk/>
          <pc:sldMk cId="1826220233" sldId="278"/>
        </pc:sldMkLst>
        <pc:spChg chg="mod">
          <ac:chgData name="Steven Bloes" userId="e2e0adeb-4d45-4084-99fb-28a1e7cb5708" providerId="ADAL" clId="{6C74C258-D8C3-4BC0-83E9-77B733A0150C}" dt="2025-04-01T09:17:34.790" v="764" actId="21"/>
          <ac:spMkLst>
            <pc:docMk/>
            <pc:sldMk cId="1826220233" sldId="278"/>
            <ac:spMk id="5" creationId="{400A366A-A1FF-57F7-A1AE-99FF3A5F3269}"/>
          </ac:spMkLst>
        </pc:spChg>
        <pc:spChg chg="add mod">
          <ac:chgData name="Steven Bloes" userId="e2e0adeb-4d45-4084-99fb-28a1e7cb5708" providerId="ADAL" clId="{6C74C258-D8C3-4BC0-83E9-77B733A0150C}" dt="2025-04-01T09:49:57.288" v="1518" actId="255"/>
          <ac:spMkLst>
            <pc:docMk/>
            <pc:sldMk cId="1826220233" sldId="278"/>
            <ac:spMk id="10" creationId="{7D594F98-2AF9-A518-407E-29F596AFA245}"/>
          </ac:spMkLst>
        </pc:spChg>
        <pc:spChg chg="add mod">
          <ac:chgData name="Steven Bloes" userId="e2e0adeb-4d45-4084-99fb-28a1e7cb5708" providerId="ADAL" clId="{6C74C258-D8C3-4BC0-83E9-77B733A0150C}" dt="2025-04-01T09:21:13.377" v="1178" actId="1076"/>
          <ac:spMkLst>
            <pc:docMk/>
            <pc:sldMk cId="1826220233" sldId="278"/>
            <ac:spMk id="12" creationId="{50EF359C-497D-BB06-88C9-AF91CEFF3461}"/>
          </ac:spMkLst>
        </pc:spChg>
        <pc:spChg chg="add mod">
          <ac:chgData name="Steven Bloes" userId="e2e0adeb-4d45-4084-99fb-28a1e7cb5708" providerId="ADAL" clId="{6C74C258-D8C3-4BC0-83E9-77B733A0150C}" dt="2025-04-01T09:21:13.377" v="1178" actId="1076"/>
          <ac:spMkLst>
            <pc:docMk/>
            <pc:sldMk cId="1826220233" sldId="278"/>
            <ac:spMk id="13" creationId="{07C15F93-106E-A36F-93FB-FD97BC64B6AE}"/>
          </ac:spMkLst>
        </pc:spChg>
        <pc:spChg chg="add mod">
          <ac:chgData name="Steven Bloes" userId="e2e0adeb-4d45-4084-99fb-28a1e7cb5708" providerId="ADAL" clId="{6C74C258-D8C3-4BC0-83E9-77B733A0150C}" dt="2025-04-01T09:40:15.845" v="1275" actId="1076"/>
          <ac:spMkLst>
            <pc:docMk/>
            <pc:sldMk cId="1826220233" sldId="278"/>
            <ac:spMk id="18" creationId="{F687E0A2-3F8B-3B2F-F6DA-31AED6CA2A02}"/>
          </ac:spMkLst>
        </pc:spChg>
        <pc:picChg chg="add mod">
          <ac:chgData name="Steven Bloes" userId="e2e0adeb-4d45-4084-99fb-28a1e7cb5708" providerId="ADAL" clId="{6C74C258-D8C3-4BC0-83E9-77B733A0150C}" dt="2025-04-01T09:21:13.377" v="1178" actId="1076"/>
          <ac:picMkLst>
            <pc:docMk/>
            <pc:sldMk cId="1826220233" sldId="278"/>
            <ac:picMk id="3" creationId="{07AA0AA4-E36B-E45D-89C3-3C665F420E3E}"/>
          </ac:picMkLst>
        </pc:picChg>
        <pc:picChg chg="add mod">
          <ac:chgData name="Steven Bloes" userId="e2e0adeb-4d45-4084-99fb-28a1e7cb5708" providerId="ADAL" clId="{6C74C258-D8C3-4BC0-83E9-77B733A0150C}" dt="2025-04-01T09:21:13.377" v="1178" actId="1076"/>
          <ac:picMkLst>
            <pc:docMk/>
            <pc:sldMk cId="1826220233" sldId="278"/>
            <ac:picMk id="7" creationId="{85CB7BE4-5B52-31BC-DE26-DD57B5CB7E43}"/>
          </ac:picMkLst>
        </pc:picChg>
        <pc:picChg chg="add mod ord modCrop">
          <ac:chgData name="Steven Bloes" userId="e2e0adeb-4d45-4084-99fb-28a1e7cb5708" providerId="ADAL" clId="{6C74C258-D8C3-4BC0-83E9-77B733A0150C}" dt="2025-04-01T09:40:27.749" v="1277" actId="14100"/>
          <ac:picMkLst>
            <pc:docMk/>
            <pc:sldMk cId="1826220233" sldId="278"/>
            <ac:picMk id="15" creationId="{2D1A09E6-40E4-1177-78CD-E662ABBA8300}"/>
          </ac:picMkLst>
        </pc:picChg>
        <pc:picChg chg="add mod">
          <ac:chgData name="Steven Bloes" userId="e2e0adeb-4d45-4084-99fb-28a1e7cb5708" providerId="ADAL" clId="{6C74C258-D8C3-4BC0-83E9-77B733A0150C}" dt="2025-04-01T09:40:20.878" v="1276" actId="1076"/>
          <ac:picMkLst>
            <pc:docMk/>
            <pc:sldMk cId="1826220233" sldId="278"/>
            <ac:picMk id="17" creationId="{BD4283E0-3D11-DE1C-D93A-219D0A48FB43}"/>
          </ac:picMkLst>
        </pc:picChg>
      </pc:sldChg>
      <pc:sldChg chg="addSp delSp modSp new del mod">
        <pc:chgData name="Steven Bloes" userId="e2e0adeb-4d45-4084-99fb-28a1e7cb5708" providerId="ADAL" clId="{6C74C258-D8C3-4BC0-83E9-77B733A0150C}" dt="2025-03-31T12:01:13.224" v="20" actId="2696"/>
        <pc:sldMkLst>
          <pc:docMk/>
          <pc:sldMk cId="2903294531" sldId="278"/>
        </pc:sldMkLst>
      </pc:sldChg>
      <pc:sldChg chg="new del">
        <pc:chgData name="Steven Bloes" userId="e2e0adeb-4d45-4084-99fb-28a1e7cb5708" providerId="ADAL" clId="{6C74C258-D8C3-4BC0-83E9-77B733A0150C}" dt="2025-03-31T14:42:33.187" v="291" actId="47"/>
        <pc:sldMkLst>
          <pc:docMk/>
          <pc:sldMk cId="3673627695" sldId="278"/>
        </pc:sldMkLst>
      </pc:sldChg>
      <pc:sldChg chg="modSp add mod">
        <pc:chgData name="Steven Bloes" userId="e2e0adeb-4d45-4084-99fb-28a1e7cb5708" providerId="ADAL" clId="{6C74C258-D8C3-4BC0-83E9-77B733A0150C}" dt="2025-04-04T13:28:48.340" v="2549" actId="20577"/>
        <pc:sldMkLst>
          <pc:docMk/>
          <pc:sldMk cId="1427398233" sldId="279"/>
        </pc:sldMkLst>
        <pc:spChg chg="mod">
          <ac:chgData name="Steven Bloes" userId="e2e0adeb-4d45-4084-99fb-28a1e7cb5708" providerId="ADAL" clId="{6C74C258-D8C3-4BC0-83E9-77B733A0150C}" dt="2025-04-04T13:28:48.340" v="2549" actId="20577"/>
          <ac:spMkLst>
            <pc:docMk/>
            <pc:sldMk cId="1427398233" sldId="279"/>
            <ac:spMk id="6" creationId="{82590F80-7D3A-D8BC-325F-E70E23B57BF8}"/>
          </ac:spMkLst>
        </pc:spChg>
      </pc:sldChg>
      <pc:sldChg chg="new del">
        <pc:chgData name="Steven Bloes" userId="e2e0adeb-4d45-4084-99fb-28a1e7cb5708" providerId="ADAL" clId="{6C74C258-D8C3-4BC0-83E9-77B733A0150C}" dt="2025-03-31T14:42:31.800" v="290" actId="47"/>
        <pc:sldMkLst>
          <pc:docMk/>
          <pc:sldMk cId="2556083277" sldId="279"/>
        </pc:sldMkLst>
      </pc:sldChg>
      <pc:sldChg chg="new del">
        <pc:chgData name="Steven Bloes" userId="e2e0adeb-4d45-4084-99fb-28a1e7cb5708" providerId="ADAL" clId="{6C74C258-D8C3-4BC0-83E9-77B733A0150C}" dt="2025-03-31T14:42:29.702" v="289" actId="47"/>
        <pc:sldMkLst>
          <pc:docMk/>
          <pc:sldMk cId="1715253497" sldId="280"/>
        </pc:sldMkLst>
      </pc:sldChg>
      <pc:sldChg chg="new del">
        <pc:chgData name="Steven Bloes" userId="e2e0adeb-4d45-4084-99fb-28a1e7cb5708" providerId="ADAL" clId="{6C74C258-D8C3-4BC0-83E9-77B733A0150C}" dt="2025-04-04T13:43:42.369" v="3238" actId="680"/>
        <pc:sldMkLst>
          <pc:docMk/>
          <pc:sldMk cId="2561351901" sldId="280"/>
        </pc:sldMkLst>
      </pc:sldChg>
      <pc:sldChg chg="new">
        <pc:chgData name="Steven Bloes" userId="e2e0adeb-4d45-4084-99fb-28a1e7cb5708" providerId="ADAL" clId="{6C74C258-D8C3-4BC0-83E9-77B733A0150C}" dt="2025-04-04T13:53:17.880" v="3370" actId="680"/>
        <pc:sldMkLst>
          <pc:docMk/>
          <pc:sldMk cId="3316598441" sldId="280"/>
        </pc:sldMkLst>
      </pc:sldChg>
      <pc:sldChg chg="addSp delSp modSp add mod">
        <pc:chgData name="Steven Bloes" userId="e2e0adeb-4d45-4084-99fb-28a1e7cb5708" providerId="ADAL" clId="{6C74C258-D8C3-4BC0-83E9-77B733A0150C}" dt="2025-04-04T14:58:40.609" v="4454" actId="20577"/>
        <pc:sldMkLst>
          <pc:docMk/>
          <pc:sldMk cId="2936737247" sldId="281"/>
        </pc:sldMkLst>
        <pc:spChg chg="add mod">
          <ac:chgData name="Steven Bloes" userId="e2e0adeb-4d45-4084-99fb-28a1e7cb5708" providerId="ADAL" clId="{6C74C258-D8C3-4BC0-83E9-77B733A0150C}" dt="2025-04-04T14:08:07.880" v="3470" actId="20577"/>
          <ac:spMkLst>
            <pc:docMk/>
            <pc:sldMk cId="2936737247" sldId="281"/>
            <ac:spMk id="2" creationId="{B9F801F6-C638-9D76-F24C-E4198FF8844E}"/>
          </ac:spMkLst>
        </pc:spChg>
        <pc:spChg chg="add del mod">
          <ac:chgData name="Steven Bloes" userId="e2e0adeb-4d45-4084-99fb-28a1e7cb5708" providerId="ADAL" clId="{6C74C258-D8C3-4BC0-83E9-77B733A0150C}" dt="2025-04-04T14:58:05.643" v="4408" actId="478"/>
          <ac:spMkLst>
            <pc:docMk/>
            <pc:sldMk cId="2936737247" sldId="281"/>
            <ac:spMk id="3" creationId="{D81763ED-A532-562D-465C-63C829CDC57B}"/>
          </ac:spMkLst>
        </pc:spChg>
        <pc:spChg chg="mod">
          <ac:chgData name="Steven Bloes" userId="e2e0adeb-4d45-4084-99fb-28a1e7cb5708" providerId="ADAL" clId="{6C74C258-D8C3-4BC0-83E9-77B733A0150C}" dt="2025-04-04T14:07:02.318" v="3425" actId="20577"/>
          <ac:spMkLst>
            <pc:docMk/>
            <pc:sldMk cId="2936737247" sldId="281"/>
            <ac:spMk id="5" creationId="{415B5E9F-6F39-C0E6-CC84-E22AC23A3939}"/>
          </ac:spMkLst>
        </pc:spChg>
        <pc:spChg chg="add mod">
          <ac:chgData name="Steven Bloes" userId="e2e0adeb-4d45-4084-99fb-28a1e7cb5708" providerId="ADAL" clId="{6C74C258-D8C3-4BC0-83E9-77B733A0150C}" dt="2025-04-04T14:58:40.609" v="4454" actId="20577"/>
          <ac:spMkLst>
            <pc:docMk/>
            <pc:sldMk cId="2936737247" sldId="281"/>
            <ac:spMk id="6" creationId="{88EBDC56-CC1A-E3C8-2DAD-093307D7EF48}"/>
          </ac:spMkLst>
        </pc:spChg>
        <pc:spChg chg="add del mod">
          <ac:chgData name="Steven Bloes" userId="e2e0adeb-4d45-4084-99fb-28a1e7cb5708" providerId="ADAL" clId="{6C74C258-D8C3-4BC0-83E9-77B733A0150C}" dt="2025-04-04T14:58:04.493" v="4407" actId="478"/>
          <ac:spMkLst>
            <pc:docMk/>
            <pc:sldMk cId="2936737247" sldId="281"/>
            <ac:spMk id="7" creationId="{9CF441D8-013B-0924-7E4B-1B97A452BD3A}"/>
          </ac:spMkLst>
        </pc:spChg>
        <pc:picChg chg="add del mod ord modCrop">
          <ac:chgData name="Steven Bloes" userId="e2e0adeb-4d45-4084-99fb-28a1e7cb5708" providerId="ADAL" clId="{6C74C258-D8C3-4BC0-83E9-77B733A0150C}" dt="2025-04-04T14:58:01.941" v="4406" actId="478"/>
          <ac:picMkLst>
            <pc:docMk/>
            <pc:sldMk cId="2936737247" sldId="281"/>
            <ac:picMk id="9" creationId="{A4D42494-90E5-D299-FD95-F8FACAE0CE34}"/>
          </ac:picMkLst>
        </pc:picChg>
      </pc:sldChg>
      <pc:sldChg chg="addSp delSp modSp add mod modNotesTx">
        <pc:chgData name="Steven Bloes" userId="e2e0adeb-4d45-4084-99fb-28a1e7cb5708" providerId="ADAL" clId="{6C74C258-D8C3-4BC0-83E9-77B733A0150C}" dt="2025-04-04T14:57:36.789" v="4405" actId="20577"/>
        <pc:sldMkLst>
          <pc:docMk/>
          <pc:sldMk cId="37582101" sldId="282"/>
        </pc:sldMkLst>
        <pc:spChg chg="mod">
          <ac:chgData name="Steven Bloes" userId="e2e0adeb-4d45-4084-99fb-28a1e7cb5708" providerId="ADAL" clId="{6C74C258-D8C3-4BC0-83E9-77B733A0150C}" dt="2025-04-04T14:19:41.960" v="3740" actId="20577"/>
          <ac:spMkLst>
            <pc:docMk/>
            <pc:sldMk cId="37582101" sldId="282"/>
            <ac:spMk id="2" creationId="{AB9C2DFB-4A64-C347-380C-DBEBD827FA8E}"/>
          </ac:spMkLst>
        </pc:spChg>
        <pc:spChg chg="del">
          <ac:chgData name="Steven Bloes" userId="e2e0adeb-4d45-4084-99fb-28a1e7cb5708" providerId="ADAL" clId="{6C74C258-D8C3-4BC0-83E9-77B733A0150C}" dt="2025-04-04T14:19:57.107" v="3744" actId="478"/>
          <ac:spMkLst>
            <pc:docMk/>
            <pc:sldMk cId="37582101" sldId="282"/>
            <ac:spMk id="3" creationId="{8C34B4E2-A738-6A37-6598-21675A75D438}"/>
          </ac:spMkLst>
        </pc:spChg>
        <pc:spChg chg="mod">
          <ac:chgData name="Steven Bloes" userId="e2e0adeb-4d45-4084-99fb-28a1e7cb5708" providerId="ADAL" clId="{6C74C258-D8C3-4BC0-83E9-77B733A0150C}" dt="2025-04-04T14:57:36.789" v="4405" actId="20577"/>
          <ac:spMkLst>
            <pc:docMk/>
            <pc:sldMk cId="37582101" sldId="282"/>
            <ac:spMk id="6" creationId="{85240760-0532-B61C-1995-79D0AC8495A9}"/>
          </ac:spMkLst>
        </pc:spChg>
        <pc:spChg chg="del mod">
          <ac:chgData name="Steven Bloes" userId="e2e0adeb-4d45-4084-99fb-28a1e7cb5708" providerId="ADAL" clId="{6C74C258-D8C3-4BC0-83E9-77B733A0150C}" dt="2025-04-04T14:19:58.579" v="3745" actId="478"/>
          <ac:spMkLst>
            <pc:docMk/>
            <pc:sldMk cId="37582101" sldId="282"/>
            <ac:spMk id="7" creationId="{D93F2E59-E13B-846D-71C5-FC0B90E1787C}"/>
          </ac:spMkLst>
        </pc:spChg>
        <pc:spChg chg="add mod">
          <ac:chgData name="Steven Bloes" userId="e2e0adeb-4d45-4084-99fb-28a1e7cb5708" providerId="ADAL" clId="{6C74C258-D8C3-4BC0-83E9-77B733A0150C}" dt="2025-04-04T14:48:21.787" v="4153" actId="1076"/>
          <ac:spMkLst>
            <pc:docMk/>
            <pc:sldMk cId="37582101" sldId="282"/>
            <ac:spMk id="11" creationId="{B9892003-9891-A4EE-D62B-C15689EE95D1}"/>
          </ac:spMkLst>
        </pc:spChg>
        <pc:spChg chg="add mod">
          <ac:chgData name="Steven Bloes" userId="e2e0adeb-4d45-4084-99fb-28a1e7cb5708" providerId="ADAL" clId="{6C74C258-D8C3-4BC0-83E9-77B733A0150C}" dt="2025-04-04T14:48:21.787" v="4153" actId="1076"/>
          <ac:spMkLst>
            <pc:docMk/>
            <pc:sldMk cId="37582101" sldId="282"/>
            <ac:spMk id="20" creationId="{760836CF-35A7-995A-16F7-EBA99891F41E}"/>
          </ac:spMkLst>
        </pc:spChg>
        <pc:picChg chg="mod">
          <ac:chgData name="Steven Bloes" userId="e2e0adeb-4d45-4084-99fb-28a1e7cb5708" providerId="ADAL" clId="{6C74C258-D8C3-4BC0-83E9-77B733A0150C}" dt="2025-04-04T14:48:25.518" v="4161" actId="1035"/>
          <ac:picMkLst>
            <pc:docMk/>
            <pc:sldMk cId="37582101" sldId="282"/>
            <ac:picMk id="9" creationId="{910F189F-57AC-37B7-1142-4EF2F1C03162}"/>
          </ac:picMkLst>
        </pc:picChg>
        <pc:picChg chg="add del mod">
          <ac:chgData name="Steven Bloes" userId="e2e0adeb-4d45-4084-99fb-28a1e7cb5708" providerId="ADAL" clId="{6C74C258-D8C3-4BC0-83E9-77B733A0150C}" dt="2025-04-04T14:45:05.455" v="4078" actId="478"/>
          <ac:picMkLst>
            <pc:docMk/>
            <pc:sldMk cId="37582101" sldId="282"/>
            <ac:picMk id="10" creationId="{EC1C8466-9D46-FF39-B0A7-B392434B6894}"/>
          </ac:picMkLst>
        </pc:picChg>
        <pc:picChg chg="add del mod">
          <ac:chgData name="Steven Bloes" userId="e2e0adeb-4d45-4084-99fb-28a1e7cb5708" providerId="ADAL" clId="{6C74C258-D8C3-4BC0-83E9-77B733A0150C}" dt="2025-04-04T14:45:30.812" v="4083" actId="478"/>
          <ac:picMkLst>
            <pc:docMk/>
            <pc:sldMk cId="37582101" sldId="282"/>
            <ac:picMk id="13" creationId="{C5235002-7E87-FE00-612B-5A7726B92BDD}"/>
          </ac:picMkLst>
        </pc:picChg>
        <pc:picChg chg="add mod modCrop">
          <ac:chgData name="Steven Bloes" userId="e2e0adeb-4d45-4084-99fb-28a1e7cb5708" providerId="ADAL" clId="{6C74C258-D8C3-4BC0-83E9-77B733A0150C}" dt="2025-04-04T14:48:21.787" v="4153" actId="1076"/>
          <ac:picMkLst>
            <pc:docMk/>
            <pc:sldMk cId="37582101" sldId="282"/>
            <ac:picMk id="15" creationId="{E0808966-3570-160F-7101-70272AB57C86}"/>
          </ac:picMkLst>
        </pc:picChg>
        <pc:picChg chg="add mod">
          <ac:chgData name="Steven Bloes" userId="e2e0adeb-4d45-4084-99fb-28a1e7cb5708" providerId="ADAL" clId="{6C74C258-D8C3-4BC0-83E9-77B733A0150C}" dt="2025-04-04T14:48:21.787" v="4153" actId="1076"/>
          <ac:picMkLst>
            <pc:docMk/>
            <pc:sldMk cId="37582101" sldId="282"/>
            <ac:picMk id="17" creationId="{1660520C-43E8-B374-088B-D837DB1135F4}"/>
          </ac:picMkLst>
        </pc:picChg>
        <pc:picChg chg="add del">
          <ac:chgData name="Steven Bloes" userId="e2e0adeb-4d45-4084-99fb-28a1e7cb5708" providerId="ADAL" clId="{6C74C258-D8C3-4BC0-83E9-77B733A0150C}" dt="2025-04-04T14:45:51.179" v="4088" actId="478"/>
          <ac:picMkLst>
            <pc:docMk/>
            <pc:sldMk cId="37582101" sldId="282"/>
            <ac:picMk id="19" creationId="{6252CCDB-0E06-B694-2558-3734E35EDB6F}"/>
          </ac:picMkLst>
        </pc:picChg>
      </pc:sldChg>
    </pc:docChg>
  </pc:docChgLst>
  <pc:docChgLst>
    <pc:chgData name="Steven Bloes" userId="e2e0adeb-4d45-4084-99fb-28a1e7cb5708" providerId="ADAL" clId="{A1D9DF8F-76FA-45B7-9F07-8B6D5CF8C23D}"/>
    <pc:docChg chg="undo custSel addSld delSld modSld sldOrd addMainMaster delMainMaster modMainMaster addSection delSection modSection modShowInfo">
      <pc:chgData name="Steven Bloes" userId="e2e0adeb-4d45-4084-99fb-28a1e7cb5708" providerId="ADAL" clId="{A1D9DF8F-76FA-45B7-9F07-8B6D5CF8C23D}" dt="2025-03-13T12:59:08.552" v="3076" actId="729"/>
      <pc:docMkLst>
        <pc:docMk/>
      </pc:docMkLst>
      <pc:sldChg chg="addSp delSp modSp mod modClrScheme addAnim delAnim modAnim chgLayout modNotesTx">
        <pc:chgData name="Steven Bloes" userId="e2e0adeb-4d45-4084-99fb-28a1e7cb5708" providerId="ADAL" clId="{A1D9DF8F-76FA-45B7-9F07-8B6D5CF8C23D}" dt="2025-03-05T10:58:56.597" v="1688" actId="20577"/>
        <pc:sldMkLst>
          <pc:docMk/>
          <pc:sldMk cId="157433712" sldId="257"/>
        </pc:sldMkLst>
        <pc:spChg chg="mod ord">
          <ac:chgData name="Steven Bloes" userId="e2e0adeb-4d45-4084-99fb-28a1e7cb5708" providerId="ADAL" clId="{A1D9DF8F-76FA-45B7-9F07-8B6D5CF8C23D}" dt="2025-03-04T16:03:07.187" v="241" actId="1076"/>
          <ac:spMkLst>
            <pc:docMk/>
            <pc:sldMk cId="157433712" sldId="257"/>
            <ac:spMk id="2" creationId="{0E69A78C-A9EC-0BD0-434A-5A5B960EAB0F}"/>
          </ac:spMkLst>
        </pc:spChg>
        <pc:spChg chg="mod ord">
          <ac:chgData name="Steven Bloes" userId="e2e0adeb-4d45-4084-99fb-28a1e7cb5708" providerId="ADAL" clId="{A1D9DF8F-76FA-45B7-9F07-8B6D5CF8C23D}" dt="2025-03-04T15:59:01.812" v="197" actId="700"/>
          <ac:spMkLst>
            <pc:docMk/>
            <pc:sldMk cId="157433712" sldId="257"/>
            <ac:spMk id="4" creationId="{EA91C2F1-7169-4F20-2E2A-974996CD60D1}"/>
          </ac:spMkLst>
        </pc:spChg>
        <pc:spChg chg="mod topLvl">
          <ac:chgData name="Steven Bloes" userId="e2e0adeb-4d45-4084-99fb-28a1e7cb5708" providerId="ADAL" clId="{A1D9DF8F-76FA-45B7-9F07-8B6D5CF8C23D}" dt="2025-03-04T16:01:59.145" v="211" actId="1076"/>
          <ac:spMkLst>
            <pc:docMk/>
            <pc:sldMk cId="157433712" sldId="257"/>
            <ac:spMk id="286" creationId="{D7756AD3-13E8-2205-1B69-562775D219FB}"/>
          </ac:spMkLst>
        </pc:spChg>
        <pc:spChg chg="mod topLvl">
          <ac:chgData name="Steven Bloes" userId="e2e0adeb-4d45-4084-99fb-28a1e7cb5708" providerId="ADAL" clId="{A1D9DF8F-76FA-45B7-9F07-8B6D5CF8C23D}" dt="2025-03-05T06:34:04.154" v="242" actId="1035"/>
          <ac:spMkLst>
            <pc:docMk/>
            <pc:sldMk cId="157433712" sldId="257"/>
            <ac:spMk id="287" creationId="{238F4A1C-E950-3857-E81A-01F1E8F53EE6}"/>
          </ac:spMkLst>
        </pc:spChg>
        <pc:spChg chg="mod topLvl">
          <ac:chgData name="Steven Bloes" userId="e2e0adeb-4d45-4084-99fb-28a1e7cb5708" providerId="ADAL" clId="{A1D9DF8F-76FA-45B7-9F07-8B6D5CF8C23D}" dt="2025-03-04T16:02:41.880" v="239" actId="1076"/>
          <ac:spMkLst>
            <pc:docMk/>
            <pc:sldMk cId="157433712" sldId="257"/>
            <ac:spMk id="288" creationId="{79A4E00B-06D2-E94D-68AA-A8750D2027E5}"/>
          </ac:spMkLst>
        </pc:spChg>
        <pc:spChg chg="mod topLvl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289" creationId="{60617E15-3F4E-F7F3-51D7-8C23B2F84E9A}"/>
          </ac:spMkLst>
        </pc:spChg>
        <pc:spChg chg="mod topLvl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290" creationId="{71CA07F3-53BA-7282-D8B6-F12879422EA3}"/>
          </ac:spMkLst>
        </pc:spChg>
        <pc:spChg chg="mod topLvl">
          <ac:chgData name="Steven Bloes" userId="e2e0adeb-4d45-4084-99fb-28a1e7cb5708" providerId="ADAL" clId="{A1D9DF8F-76FA-45B7-9F07-8B6D5CF8C23D}" dt="2025-03-04T16:01:08.774" v="207" actId="1076"/>
          <ac:spMkLst>
            <pc:docMk/>
            <pc:sldMk cId="157433712" sldId="257"/>
            <ac:spMk id="291" creationId="{70B051A8-569A-BF7A-CEDE-0B0A490611E5}"/>
          </ac:spMkLst>
        </pc:spChg>
        <pc:spChg chg="mod topLvl">
          <ac:chgData name="Steven Bloes" userId="e2e0adeb-4d45-4084-99fb-28a1e7cb5708" providerId="ADAL" clId="{A1D9DF8F-76FA-45B7-9F07-8B6D5CF8C23D}" dt="2025-03-04T16:00:32.484" v="205" actId="1076"/>
          <ac:spMkLst>
            <pc:docMk/>
            <pc:sldMk cId="157433712" sldId="257"/>
            <ac:spMk id="292" creationId="{99D9D8AB-A5D3-67DB-54BF-418A26CB8413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297" creationId="{6BB313B9-F7B1-D0E7-D837-E806F0308F5B}"/>
          </ac:spMkLst>
        </pc:spChg>
        <pc:spChg chg="mod">
          <ac:chgData name="Steven Bloes" userId="e2e0adeb-4d45-4084-99fb-28a1e7cb5708" providerId="ADAL" clId="{A1D9DF8F-76FA-45B7-9F07-8B6D5CF8C23D}" dt="2025-03-04T15:55:56.059" v="171" actId="207"/>
          <ac:spMkLst>
            <pc:docMk/>
            <pc:sldMk cId="157433712" sldId="257"/>
            <ac:spMk id="298" creationId="{46488679-E204-A682-F92E-E7AABFCFDA7A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299" creationId="{7214D118-68DB-92A5-FFD5-278AC9093B15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300" creationId="{36AA5930-2034-97F9-6784-59FF47425D71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301" creationId="{58C2F114-FD69-9D02-69E5-CBE75FE0C347}"/>
          </ac:spMkLst>
        </pc:spChg>
        <pc:spChg chg="mod">
          <ac:chgData name="Steven Bloes" userId="e2e0adeb-4d45-4084-99fb-28a1e7cb5708" providerId="ADAL" clId="{A1D9DF8F-76FA-45B7-9F07-8B6D5CF8C23D}" dt="2025-03-04T15:55:01.304" v="166" actId="207"/>
          <ac:spMkLst>
            <pc:docMk/>
            <pc:sldMk cId="157433712" sldId="257"/>
            <ac:spMk id="302" creationId="{D096CC80-96BA-630E-C733-503098189B4A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303" creationId="{B047FA64-F3E2-FC71-BCE6-CDC52B5C0154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304" creationId="{3F5AC940-6777-787E-0CA7-6DFE61156366}"/>
          </ac:spMkLst>
        </pc:spChg>
        <pc:grpChg chg="mod">
          <ac:chgData name="Steven Bloes" userId="e2e0adeb-4d45-4084-99fb-28a1e7cb5708" providerId="ADAL" clId="{A1D9DF8F-76FA-45B7-9F07-8B6D5CF8C23D}" dt="2025-03-04T16:00:50.606" v="206" actId="1076"/>
          <ac:grpSpMkLst>
            <pc:docMk/>
            <pc:sldMk cId="157433712" sldId="257"/>
            <ac:grpSpMk id="294" creationId="{5C57F604-CF16-612A-4998-DFBBFA920653}"/>
          </ac:grpSpMkLst>
        </pc:grpChg>
        <pc:grpChg chg="mod">
          <ac:chgData name="Steven Bloes" userId="e2e0adeb-4d45-4084-99fb-28a1e7cb5708" providerId="ADAL" clId="{A1D9DF8F-76FA-45B7-9F07-8B6D5CF8C23D}" dt="2025-03-04T16:01:08.774" v="207" actId="1076"/>
          <ac:grpSpMkLst>
            <pc:docMk/>
            <pc:sldMk cId="157433712" sldId="257"/>
            <ac:grpSpMk id="296" creationId="{E7D109FD-D844-6CE8-0634-10F2B1B91F18}"/>
          </ac:grpSpMkLst>
        </pc:grpChg>
        <pc:picChg chg="mod">
          <ac:chgData name="Steven Bloes" userId="e2e0adeb-4d45-4084-99fb-28a1e7cb5708" providerId="ADAL" clId="{A1D9DF8F-76FA-45B7-9F07-8B6D5CF8C23D}" dt="2025-03-04T15:52:49.950" v="158" actId="1076"/>
          <ac:picMkLst>
            <pc:docMk/>
            <pc:sldMk cId="157433712" sldId="257"/>
            <ac:picMk id="305" creationId="{76D49A61-CBB2-0A89-FCCA-61FE578FEDDC}"/>
          </ac:picMkLst>
        </pc:picChg>
        <pc:picChg chg="mod">
          <ac:chgData name="Steven Bloes" userId="e2e0adeb-4d45-4084-99fb-28a1e7cb5708" providerId="ADAL" clId="{A1D9DF8F-76FA-45B7-9F07-8B6D5CF8C23D}" dt="2025-03-04T15:52:19.007" v="154" actId="1076"/>
          <ac:picMkLst>
            <pc:docMk/>
            <pc:sldMk cId="157433712" sldId="257"/>
            <ac:picMk id="310" creationId="{CD371C17-7EE1-C8E4-1EF2-0C335AE20D58}"/>
          </ac:picMkLst>
        </pc:picChg>
        <pc:picChg chg="mod">
          <ac:chgData name="Steven Bloes" userId="e2e0adeb-4d45-4084-99fb-28a1e7cb5708" providerId="ADAL" clId="{A1D9DF8F-76FA-45B7-9F07-8B6D5CF8C23D}" dt="2025-03-04T15:52:41.118" v="157" actId="1076"/>
          <ac:picMkLst>
            <pc:docMk/>
            <pc:sldMk cId="157433712" sldId="257"/>
            <ac:picMk id="313" creationId="{8E0EACBA-A066-B75E-0216-1C0C83569900}"/>
          </ac:picMkLst>
        </pc:picChg>
        <pc:picChg chg="mod">
          <ac:chgData name="Steven Bloes" userId="e2e0adeb-4d45-4084-99fb-28a1e7cb5708" providerId="ADAL" clId="{A1D9DF8F-76FA-45B7-9F07-8B6D5CF8C23D}" dt="2025-03-04T15:52:32.719" v="156" actId="1076"/>
          <ac:picMkLst>
            <pc:docMk/>
            <pc:sldMk cId="157433712" sldId="257"/>
            <ac:picMk id="316" creationId="{A29EEDD2-696B-A9E2-1FE0-F309D8953472}"/>
          </ac:picMkLst>
        </pc:picChg>
        <pc:picChg chg="mod">
          <ac:chgData name="Steven Bloes" userId="e2e0adeb-4d45-4084-99fb-28a1e7cb5708" providerId="ADAL" clId="{A1D9DF8F-76FA-45B7-9F07-8B6D5CF8C23D}" dt="2025-03-04T15:52:29.007" v="155" actId="1076"/>
          <ac:picMkLst>
            <pc:docMk/>
            <pc:sldMk cId="157433712" sldId="257"/>
            <ac:picMk id="319" creationId="{096B45FD-C340-95D4-1848-B569F8ED590E}"/>
          </ac:picMkLst>
        </pc:picChg>
        <pc:picChg chg="mod">
          <ac:chgData name="Steven Bloes" userId="e2e0adeb-4d45-4084-99fb-28a1e7cb5708" providerId="ADAL" clId="{A1D9DF8F-76FA-45B7-9F07-8B6D5CF8C23D}" dt="2025-03-04T15:52:08.284" v="153" actId="1076"/>
          <ac:picMkLst>
            <pc:docMk/>
            <pc:sldMk cId="157433712" sldId="257"/>
            <ac:picMk id="322" creationId="{0F3CBF99-DD3F-4F96-6375-33C44CAE12B1}"/>
          </ac:picMkLst>
        </pc:picChg>
      </pc:sldChg>
      <pc:sldChg chg="addSp delSp modSp new mod modClrScheme chgLayout modNotesTx">
        <pc:chgData name="Steven Bloes" userId="e2e0adeb-4d45-4084-99fb-28a1e7cb5708" providerId="ADAL" clId="{A1D9DF8F-76FA-45B7-9F07-8B6D5CF8C23D}" dt="2025-03-05T10:13:57.229" v="1535" actId="20577"/>
        <pc:sldMkLst>
          <pc:docMk/>
          <pc:sldMk cId="4153278565" sldId="260"/>
        </pc:sldMkLst>
        <pc:spChg chg="mod ord">
          <ac:chgData name="Steven Bloes" userId="e2e0adeb-4d45-4084-99fb-28a1e7cb5708" providerId="ADAL" clId="{A1D9DF8F-76FA-45B7-9F07-8B6D5CF8C23D}" dt="2025-03-05T06:39:06.284" v="403" actId="700"/>
          <ac:spMkLst>
            <pc:docMk/>
            <pc:sldMk cId="4153278565" sldId="260"/>
            <ac:spMk id="2" creationId="{0C01F7F3-3FD9-C1F1-32A4-36349FF40D01}"/>
          </ac:spMkLst>
        </pc:spChg>
        <pc:picChg chg="add mod modCrop">
          <ac:chgData name="Steven Bloes" userId="e2e0adeb-4d45-4084-99fb-28a1e7cb5708" providerId="ADAL" clId="{A1D9DF8F-76FA-45B7-9F07-8B6D5CF8C23D}" dt="2025-03-05T06:53:27.410" v="440" actId="14100"/>
          <ac:picMkLst>
            <pc:docMk/>
            <pc:sldMk cId="4153278565" sldId="260"/>
            <ac:picMk id="6" creationId="{2138259E-6373-5E3F-ED57-7B7749544956}"/>
          </ac:picMkLst>
        </pc:picChg>
      </pc:sldChg>
      <pc:sldChg chg="addSp delSp modSp new mod modNotesTx">
        <pc:chgData name="Steven Bloes" userId="e2e0adeb-4d45-4084-99fb-28a1e7cb5708" providerId="ADAL" clId="{A1D9DF8F-76FA-45B7-9F07-8B6D5CF8C23D}" dt="2025-03-05T10:59:46.195" v="1717" actId="20577"/>
        <pc:sldMkLst>
          <pc:docMk/>
          <pc:sldMk cId="1719907181" sldId="261"/>
        </pc:sldMkLst>
        <pc:graphicFrameChg chg="add mod">
          <ac:chgData name="Steven Bloes" userId="e2e0adeb-4d45-4084-99fb-28a1e7cb5708" providerId="ADAL" clId="{A1D9DF8F-76FA-45B7-9F07-8B6D5CF8C23D}" dt="2025-03-05T09:24:58.962" v="793" actId="403"/>
          <ac:graphicFrameMkLst>
            <pc:docMk/>
            <pc:sldMk cId="1719907181" sldId="261"/>
            <ac:graphicFrameMk id="7" creationId="{A033A26D-00CB-4F0D-14B4-B20CEB976DB1}"/>
          </ac:graphicFrameMkLst>
        </pc:graphicFrameChg>
        <pc:picChg chg="add mod">
          <ac:chgData name="Steven Bloes" userId="e2e0adeb-4d45-4084-99fb-28a1e7cb5708" providerId="ADAL" clId="{A1D9DF8F-76FA-45B7-9F07-8B6D5CF8C23D}" dt="2025-03-05T07:36:20.225" v="471" actId="1076"/>
          <ac:picMkLst>
            <pc:docMk/>
            <pc:sldMk cId="1719907181" sldId="261"/>
            <ac:picMk id="8" creationId="{A90A4E28-01D4-7185-6469-0403EA12FE6C}"/>
          </ac:picMkLst>
        </pc:picChg>
        <pc:picChg chg="add mod">
          <ac:chgData name="Steven Bloes" userId="e2e0adeb-4d45-4084-99fb-28a1e7cb5708" providerId="ADAL" clId="{A1D9DF8F-76FA-45B7-9F07-8B6D5CF8C23D}" dt="2025-03-05T07:36:05.149" v="467" actId="1076"/>
          <ac:picMkLst>
            <pc:docMk/>
            <pc:sldMk cId="1719907181" sldId="261"/>
            <ac:picMk id="9" creationId="{2CAD2651-48CF-81AC-4D68-1F1AD6263A4C}"/>
          </ac:picMkLst>
        </pc:picChg>
        <pc:picChg chg="add mod">
          <ac:chgData name="Steven Bloes" userId="e2e0adeb-4d45-4084-99fb-28a1e7cb5708" providerId="ADAL" clId="{A1D9DF8F-76FA-45B7-9F07-8B6D5CF8C23D}" dt="2025-03-05T07:36:09.764" v="468" actId="1076"/>
          <ac:picMkLst>
            <pc:docMk/>
            <pc:sldMk cId="1719907181" sldId="261"/>
            <ac:picMk id="10" creationId="{55C0B6C0-8242-5438-3EB8-92AEAB821DAE}"/>
          </ac:picMkLst>
        </pc:picChg>
        <pc:picChg chg="add mod">
          <ac:chgData name="Steven Bloes" userId="e2e0adeb-4d45-4084-99fb-28a1e7cb5708" providerId="ADAL" clId="{A1D9DF8F-76FA-45B7-9F07-8B6D5CF8C23D}" dt="2025-03-05T07:36:11.432" v="469" actId="1076"/>
          <ac:picMkLst>
            <pc:docMk/>
            <pc:sldMk cId="1719907181" sldId="261"/>
            <ac:picMk id="11" creationId="{D6196C66-6519-22B8-2442-D3DC9398E8C5}"/>
          </ac:picMkLst>
        </pc:picChg>
        <pc:picChg chg="add mod">
          <ac:chgData name="Steven Bloes" userId="e2e0adeb-4d45-4084-99fb-28a1e7cb5708" providerId="ADAL" clId="{A1D9DF8F-76FA-45B7-9F07-8B6D5CF8C23D}" dt="2025-03-05T07:36:17.386" v="470" actId="1076"/>
          <ac:picMkLst>
            <pc:docMk/>
            <pc:sldMk cId="1719907181" sldId="261"/>
            <ac:picMk id="12" creationId="{41F1F9ED-6307-A62C-52DB-672846860A51}"/>
          </ac:picMkLst>
        </pc:picChg>
        <pc:picChg chg="add mod">
          <ac:chgData name="Steven Bloes" userId="e2e0adeb-4d45-4084-99fb-28a1e7cb5708" providerId="ADAL" clId="{A1D9DF8F-76FA-45B7-9F07-8B6D5CF8C23D}" dt="2025-03-05T07:36:23.374" v="472" actId="1076"/>
          <ac:picMkLst>
            <pc:docMk/>
            <pc:sldMk cId="1719907181" sldId="261"/>
            <ac:picMk id="13" creationId="{1A13D918-5E0B-AFDF-6AB0-37E2084B82B1}"/>
          </ac:picMkLst>
        </pc:picChg>
        <pc:picChg chg="add mod">
          <ac:chgData name="Steven Bloes" userId="e2e0adeb-4d45-4084-99fb-28a1e7cb5708" providerId="ADAL" clId="{A1D9DF8F-76FA-45B7-9F07-8B6D5CF8C23D}" dt="2025-03-05T07:36:33.322" v="473" actId="1076"/>
          <ac:picMkLst>
            <pc:docMk/>
            <pc:sldMk cId="1719907181" sldId="261"/>
            <ac:picMk id="14" creationId="{37637C6D-5EC6-3208-19EF-0E34B518D381}"/>
          </ac:picMkLst>
        </pc:picChg>
      </pc:sldChg>
      <pc:sldChg chg="addSp delSp modSp new mod ord modNotesTx">
        <pc:chgData name="Steven Bloes" userId="e2e0adeb-4d45-4084-99fb-28a1e7cb5708" providerId="ADAL" clId="{A1D9DF8F-76FA-45B7-9F07-8B6D5CF8C23D}" dt="2025-03-05T15:18:41.042" v="2398"/>
        <pc:sldMkLst>
          <pc:docMk/>
          <pc:sldMk cId="2445421823" sldId="262"/>
        </pc:sldMkLst>
        <pc:spChg chg="add mod">
          <ac:chgData name="Steven Bloes" userId="e2e0adeb-4d45-4084-99fb-28a1e7cb5708" providerId="ADAL" clId="{A1D9DF8F-76FA-45B7-9F07-8B6D5CF8C23D}" dt="2025-03-05T09:22:45.926" v="706" actId="1076"/>
          <ac:spMkLst>
            <pc:docMk/>
            <pc:sldMk cId="2445421823" sldId="262"/>
            <ac:spMk id="6" creationId="{DDDEEF59-D82E-0736-FE42-4C994DBE7463}"/>
          </ac:spMkLst>
        </pc:spChg>
        <pc:spChg chg="mod">
          <ac:chgData name="Steven Bloes" userId="e2e0adeb-4d45-4084-99fb-28a1e7cb5708" providerId="ADAL" clId="{A1D9DF8F-76FA-45B7-9F07-8B6D5CF8C23D}" dt="2025-03-05T08:12:27.813" v="568" actId="403"/>
          <ac:spMkLst>
            <pc:docMk/>
            <pc:sldMk cId="2445421823" sldId="262"/>
            <ac:spMk id="8" creationId="{36E1D4CF-83A3-BE5A-FFAC-87474AD15E6E}"/>
          </ac:spMkLst>
        </pc:spChg>
        <pc:spChg chg="mod">
          <ac:chgData name="Steven Bloes" userId="e2e0adeb-4d45-4084-99fb-28a1e7cb5708" providerId="ADAL" clId="{A1D9DF8F-76FA-45B7-9F07-8B6D5CF8C23D}" dt="2025-03-05T08:11:27.203" v="556" actId="208"/>
          <ac:spMkLst>
            <pc:docMk/>
            <pc:sldMk cId="2445421823" sldId="262"/>
            <ac:spMk id="9" creationId="{C857868E-AA88-BE57-4D9E-63C6D06272FC}"/>
          </ac:spMkLst>
        </pc:spChg>
        <pc:spChg chg="mod">
          <ac:chgData name="Steven Bloes" userId="e2e0adeb-4d45-4084-99fb-28a1e7cb5708" providerId="ADAL" clId="{A1D9DF8F-76FA-45B7-9F07-8B6D5CF8C23D}" dt="2025-03-05T08:12:24.928" v="567" actId="403"/>
          <ac:spMkLst>
            <pc:docMk/>
            <pc:sldMk cId="2445421823" sldId="262"/>
            <ac:spMk id="11" creationId="{B056454B-A8EC-9918-B3A6-3DAC4052478C}"/>
          </ac:spMkLst>
        </pc:spChg>
        <pc:spChg chg="mod">
          <ac:chgData name="Steven Bloes" userId="e2e0adeb-4d45-4084-99fb-28a1e7cb5708" providerId="ADAL" clId="{A1D9DF8F-76FA-45B7-9F07-8B6D5CF8C23D}" dt="2025-03-05T08:11:23.584" v="555" actId="208"/>
          <ac:spMkLst>
            <pc:docMk/>
            <pc:sldMk cId="2445421823" sldId="262"/>
            <ac:spMk id="12" creationId="{9A8B1AFC-81D4-3E7C-789A-7A4C14228185}"/>
          </ac:spMkLst>
        </pc:spChg>
        <pc:spChg chg="add mod">
          <ac:chgData name="Steven Bloes" userId="e2e0adeb-4d45-4084-99fb-28a1e7cb5708" providerId="ADAL" clId="{A1D9DF8F-76FA-45B7-9F07-8B6D5CF8C23D}" dt="2025-03-05T08:15:02.440" v="669" actId="20577"/>
          <ac:spMkLst>
            <pc:docMk/>
            <pc:sldMk cId="2445421823" sldId="262"/>
            <ac:spMk id="17" creationId="{F4999991-767B-8A5E-78C6-B1BAA0A9168E}"/>
          </ac:spMkLst>
        </pc:spChg>
        <pc:grpChg chg="add mod">
          <ac:chgData name="Steven Bloes" userId="e2e0adeb-4d45-4084-99fb-28a1e7cb5708" providerId="ADAL" clId="{A1D9DF8F-76FA-45B7-9F07-8B6D5CF8C23D}" dt="2025-03-05T09:22:45.926" v="706" actId="1076"/>
          <ac:grpSpMkLst>
            <pc:docMk/>
            <pc:sldMk cId="2445421823" sldId="262"/>
            <ac:grpSpMk id="7" creationId="{306C11A0-611D-6CF3-1CE1-C2E7B81FBE0A}"/>
          </ac:grpSpMkLst>
        </pc:grpChg>
        <pc:grpChg chg="add mod">
          <ac:chgData name="Steven Bloes" userId="e2e0adeb-4d45-4084-99fb-28a1e7cb5708" providerId="ADAL" clId="{A1D9DF8F-76FA-45B7-9F07-8B6D5CF8C23D}" dt="2025-03-05T09:22:45.926" v="706" actId="1076"/>
          <ac:grpSpMkLst>
            <pc:docMk/>
            <pc:sldMk cId="2445421823" sldId="262"/>
            <ac:grpSpMk id="10" creationId="{56E1465B-B394-27AF-21C5-077556A029A4}"/>
          </ac:grpSpMkLst>
        </pc:grpChg>
        <pc:picChg chg="add mod">
          <ac:chgData name="Steven Bloes" userId="e2e0adeb-4d45-4084-99fb-28a1e7cb5708" providerId="ADAL" clId="{A1D9DF8F-76FA-45B7-9F07-8B6D5CF8C23D}" dt="2025-03-05T09:22:45.926" v="706" actId="1076"/>
          <ac:picMkLst>
            <pc:docMk/>
            <pc:sldMk cId="2445421823" sldId="262"/>
            <ac:picMk id="13" creationId="{46559735-72BA-2B9F-86E0-389C18C47467}"/>
          </ac:picMkLst>
        </pc:picChg>
        <pc:picChg chg="add mod">
          <ac:chgData name="Steven Bloes" userId="e2e0adeb-4d45-4084-99fb-28a1e7cb5708" providerId="ADAL" clId="{A1D9DF8F-76FA-45B7-9F07-8B6D5CF8C23D}" dt="2025-03-05T14:45:17.947" v="2270" actId="1076"/>
          <ac:picMkLst>
            <pc:docMk/>
            <pc:sldMk cId="2445421823" sldId="262"/>
            <ac:picMk id="19" creationId="{9EBA3D79-A8CB-12E9-C236-F52F527238B4}"/>
          </ac:picMkLst>
        </pc:picChg>
        <pc:picChg chg="add mod modCrop">
          <ac:chgData name="Steven Bloes" userId="e2e0adeb-4d45-4084-99fb-28a1e7cb5708" providerId="ADAL" clId="{A1D9DF8F-76FA-45B7-9F07-8B6D5CF8C23D}" dt="2025-03-05T14:45:17.947" v="2270" actId="1076"/>
          <ac:picMkLst>
            <pc:docMk/>
            <pc:sldMk cId="2445421823" sldId="262"/>
            <ac:picMk id="22" creationId="{950237E6-D10F-0548-B6BA-67402BD5D0B8}"/>
          </ac:picMkLst>
        </pc:picChg>
        <pc:picChg chg="add mod">
          <ac:chgData name="Steven Bloes" userId="e2e0adeb-4d45-4084-99fb-28a1e7cb5708" providerId="ADAL" clId="{A1D9DF8F-76FA-45B7-9F07-8B6D5CF8C23D}" dt="2025-03-05T14:45:17.947" v="2270" actId="1076"/>
          <ac:picMkLst>
            <pc:docMk/>
            <pc:sldMk cId="2445421823" sldId="262"/>
            <ac:picMk id="23" creationId="{7CB67AA9-7F2B-9CA8-AA0D-6BC98C8A8194}"/>
          </ac:picMkLst>
        </pc:picChg>
        <pc:cxnChg chg="add mod">
          <ac:chgData name="Steven Bloes" userId="e2e0adeb-4d45-4084-99fb-28a1e7cb5708" providerId="ADAL" clId="{A1D9DF8F-76FA-45B7-9F07-8B6D5CF8C23D}" dt="2025-03-05T09:22:45.926" v="706" actId="1076"/>
          <ac:cxnSpMkLst>
            <pc:docMk/>
            <pc:sldMk cId="2445421823" sldId="262"/>
            <ac:cxnSpMk id="5" creationId="{C5DE195A-42D1-73CB-9284-FF51CD151D71}"/>
          </ac:cxnSpMkLst>
        </pc:cxnChg>
      </pc:sldChg>
      <pc:sldChg chg="addSp delSp modSp new mod ord modShow modNotesTx">
        <pc:chgData name="Steven Bloes" userId="e2e0adeb-4d45-4084-99fb-28a1e7cb5708" providerId="ADAL" clId="{A1D9DF8F-76FA-45B7-9F07-8B6D5CF8C23D}" dt="2025-03-13T12:58:59.920" v="3074" actId="729"/>
        <pc:sldMkLst>
          <pc:docMk/>
          <pc:sldMk cId="1583622906" sldId="263"/>
        </pc:sldMkLst>
        <pc:spChg chg="add mod">
          <ac:chgData name="Steven Bloes" userId="e2e0adeb-4d45-4084-99fb-28a1e7cb5708" providerId="ADAL" clId="{A1D9DF8F-76FA-45B7-9F07-8B6D5CF8C23D}" dt="2025-03-05T12:01:56.411" v="1756" actId="20577"/>
          <ac:spMkLst>
            <pc:docMk/>
            <pc:sldMk cId="1583622906" sldId="263"/>
            <ac:spMk id="6" creationId="{288CFEF3-30A7-3CA6-AFE9-E8A372E24ADE}"/>
          </ac:spMkLst>
        </pc:spChg>
        <pc:graphicFrameChg chg="add mod">
          <ac:chgData name="Steven Bloes" userId="e2e0adeb-4d45-4084-99fb-28a1e7cb5708" providerId="ADAL" clId="{A1D9DF8F-76FA-45B7-9F07-8B6D5CF8C23D}" dt="2025-03-05T12:25:45.741" v="1979" actId="14100"/>
          <ac:graphicFrameMkLst>
            <pc:docMk/>
            <pc:sldMk cId="1583622906" sldId="263"/>
            <ac:graphicFrameMk id="5" creationId="{6A3962FD-A18D-DCD6-FB48-7E372F85315D}"/>
          </ac:graphicFrameMkLst>
        </pc:graphicFrameChg>
        <pc:graphicFrameChg chg="add mod">
          <ac:chgData name="Steven Bloes" userId="e2e0adeb-4d45-4084-99fb-28a1e7cb5708" providerId="ADAL" clId="{A1D9DF8F-76FA-45B7-9F07-8B6D5CF8C23D}" dt="2025-03-05T12:25:42.288" v="1978" actId="1076"/>
          <ac:graphicFrameMkLst>
            <pc:docMk/>
            <pc:sldMk cId="1583622906" sldId="263"/>
            <ac:graphicFrameMk id="7" creationId="{CB0385F3-3CEB-38A0-C588-044E30FD04A7}"/>
          </ac:graphicFrameMkLst>
        </pc:graphicFrameChg>
      </pc:sldChg>
      <pc:sldChg chg="addSp delSp modSp new mod ord modShow">
        <pc:chgData name="Steven Bloes" userId="e2e0adeb-4d45-4084-99fb-28a1e7cb5708" providerId="ADAL" clId="{A1D9DF8F-76FA-45B7-9F07-8B6D5CF8C23D}" dt="2025-03-13T12:59:04.120" v="3075" actId="729"/>
        <pc:sldMkLst>
          <pc:docMk/>
          <pc:sldMk cId="2168637172" sldId="264"/>
        </pc:sldMkLst>
        <pc:spChg chg="add mod">
          <ac:chgData name="Steven Bloes" userId="e2e0adeb-4d45-4084-99fb-28a1e7cb5708" providerId="ADAL" clId="{A1D9DF8F-76FA-45B7-9F07-8B6D5CF8C23D}" dt="2025-03-06T09:10:08.850" v="2505" actId="1076"/>
          <ac:spMkLst>
            <pc:docMk/>
            <pc:sldMk cId="2168637172" sldId="264"/>
            <ac:spMk id="5" creationId="{321BE134-0825-C0B9-58DB-2589139D6C10}"/>
          </ac:spMkLst>
        </pc:spChg>
        <pc:spChg chg="add mod">
          <ac:chgData name="Steven Bloes" userId="e2e0adeb-4d45-4084-99fb-28a1e7cb5708" providerId="ADAL" clId="{A1D9DF8F-76FA-45B7-9F07-8B6D5CF8C23D}" dt="2025-03-06T09:30:48.612" v="2925" actId="2711"/>
          <ac:spMkLst>
            <pc:docMk/>
            <pc:sldMk cId="2168637172" sldId="264"/>
            <ac:spMk id="18" creationId="{693AEC68-7E80-617C-8ED0-3DA71FD63DA4}"/>
          </ac:spMkLst>
        </pc:spChg>
        <pc:spChg chg="add mod">
          <ac:chgData name="Steven Bloes" userId="e2e0adeb-4d45-4084-99fb-28a1e7cb5708" providerId="ADAL" clId="{A1D9DF8F-76FA-45B7-9F07-8B6D5CF8C23D}" dt="2025-03-06T09:30:55.902" v="2926" actId="2711"/>
          <ac:spMkLst>
            <pc:docMk/>
            <pc:sldMk cId="2168637172" sldId="264"/>
            <ac:spMk id="19" creationId="{18A303B6-BABF-4A31-A1A3-A20B925C80A4}"/>
          </ac:spMkLst>
        </pc:spChg>
        <pc:spChg chg="add mod">
          <ac:chgData name="Steven Bloes" userId="e2e0adeb-4d45-4084-99fb-28a1e7cb5708" providerId="ADAL" clId="{A1D9DF8F-76FA-45B7-9F07-8B6D5CF8C23D}" dt="2025-03-06T09:32:07.047" v="2931" actId="403"/>
          <ac:spMkLst>
            <pc:docMk/>
            <pc:sldMk cId="2168637172" sldId="264"/>
            <ac:spMk id="25" creationId="{3D42BE4F-9D91-E386-D704-97C260DE2FAE}"/>
          </ac:spMkLst>
        </pc:spChg>
        <pc:spChg chg="add mod">
          <ac:chgData name="Steven Bloes" userId="e2e0adeb-4d45-4084-99fb-28a1e7cb5708" providerId="ADAL" clId="{A1D9DF8F-76FA-45B7-9F07-8B6D5CF8C23D}" dt="2025-03-06T09:32:07.047" v="2931" actId="403"/>
          <ac:spMkLst>
            <pc:docMk/>
            <pc:sldMk cId="2168637172" sldId="264"/>
            <ac:spMk id="26" creationId="{D3BF1A12-49F7-0224-4A8F-C23878293212}"/>
          </ac:spMkLst>
        </pc:spChg>
        <pc:spChg chg="add mod">
          <ac:chgData name="Steven Bloes" userId="e2e0adeb-4d45-4084-99fb-28a1e7cb5708" providerId="ADAL" clId="{A1D9DF8F-76FA-45B7-9F07-8B6D5CF8C23D}" dt="2025-03-06T09:31:14.102" v="2927" actId="2711"/>
          <ac:spMkLst>
            <pc:docMk/>
            <pc:sldMk cId="2168637172" sldId="264"/>
            <ac:spMk id="27" creationId="{6DA63EBB-2980-FECC-4607-F7617AF78232}"/>
          </ac:spMkLst>
        </pc:spChg>
        <pc:spChg chg="add mod">
          <ac:chgData name="Steven Bloes" userId="e2e0adeb-4d45-4084-99fb-28a1e7cb5708" providerId="ADAL" clId="{A1D9DF8F-76FA-45B7-9F07-8B6D5CF8C23D}" dt="2025-03-06T09:31:14.102" v="2927" actId="2711"/>
          <ac:spMkLst>
            <pc:docMk/>
            <pc:sldMk cId="2168637172" sldId="264"/>
            <ac:spMk id="28" creationId="{FE456DD2-4844-8BFD-B1A9-D4B37435237C}"/>
          </ac:spMkLst>
        </pc:spChg>
        <pc:spChg chg="add mod">
          <ac:chgData name="Steven Bloes" userId="e2e0adeb-4d45-4084-99fb-28a1e7cb5708" providerId="ADAL" clId="{A1D9DF8F-76FA-45B7-9F07-8B6D5CF8C23D}" dt="2025-03-06T09:31:14.102" v="2927" actId="2711"/>
          <ac:spMkLst>
            <pc:docMk/>
            <pc:sldMk cId="2168637172" sldId="264"/>
            <ac:spMk id="29" creationId="{12FEE7AE-29FF-74DA-41AD-EFC609F11761}"/>
          </ac:spMkLst>
        </pc:spChg>
        <pc:spChg chg="add mod">
          <ac:chgData name="Steven Bloes" userId="e2e0adeb-4d45-4084-99fb-28a1e7cb5708" providerId="ADAL" clId="{A1D9DF8F-76FA-45B7-9F07-8B6D5CF8C23D}" dt="2025-03-06T09:31:14.102" v="2927" actId="2711"/>
          <ac:spMkLst>
            <pc:docMk/>
            <pc:sldMk cId="2168637172" sldId="264"/>
            <ac:spMk id="30" creationId="{F1D42150-2B58-683D-7FC3-D385AC4DB43D}"/>
          </ac:spMkLst>
        </pc:spChg>
        <pc:spChg chg="add mod">
          <ac:chgData name="Steven Bloes" userId="e2e0adeb-4d45-4084-99fb-28a1e7cb5708" providerId="ADAL" clId="{A1D9DF8F-76FA-45B7-9F07-8B6D5CF8C23D}" dt="2025-03-06T09:31:14.102" v="2927" actId="2711"/>
          <ac:spMkLst>
            <pc:docMk/>
            <pc:sldMk cId="2168637172" sldId="264"/>
            <ac:spMk id="31" creationId="{AECA9DC1-B112-94BD-64AF-FD6282BC3252}"/>
          </ac:spMkLst>
        </pc:spChg>
        <pc:grpChg chg="add mod">
          <ac:chgData name="Steven Bloes" userId="e2e0adeb-4d45-4084-99fb-28a1e7cb5708" providerId="ADAL" clId="{A1D9DF8F-76FA-45B7-9F07-8B6D5CF8C23D}" dt="2025-03-13T10:03:50.889" v="3030" actId="164"/>
          <ac:grpSpMkLst>
            <pc:docMk/>
            <pc:sldMk cId="2168637172" sldId="264"/>
            <ac:grpSpMk id="2" creationId="{CEC29BF1-01E2-10C9-BA8C-6A9775C50730}"/>
          </ac:grpSpMkLst>
        </pc:grpChg>
        <pc:picChg chg="add mod modCrop">
          <ac:chgData name="Steven Bloes" userId="e2e0adeb-4d45-4084-99fb-28a1e7cb5708" providerId="ADAL" clId="{A1D9DF8F-76FA-45B7-9F07-8B6D5CF8C23D}" dt="2025-03-13T12:25:50.470" v="3047" actId="1076"/>
          <ac:picMkLst>
            <pc:docMk/>
            <pc:sldMk cId="2168637172" sldId="264"/>
            <ac:picMk id="6" creationId="{7250A586-3E56-BAC6-07A6-AC2D5554BFFC}"/>
          </ac:picMkLst>
        </pc:picChg>
        <pc:picChg chg="add mod modCrop">
          <ac:chgData name="Steven Bloes" userId="e2e0adeb-4d45-4084-99fb-28a1e7cb5708" providerId="ADAL" clId="{A1D9DF8F-76FA-45B7-9F07-8B6D5CF8C23D}" dt="2025-03-06T09:30:07.342" v="2920" actId="1035"/>
          <ac:picMkLst>
            <pc:docMk/>
            <pc:sldMk cId="2168637172" sldId="264"/>
            <ac:picMk id="7" creationId="{6B4D233B-DE3C-7B86-D3AB-946261D87322}"/>
          </ac:picMkLst>
        </pc:picChg>
        <pc:picChg chg="add mod">
          <ac:chgData name="Steven Bloes" userId="e2e0adeb-4d45-4084-99fb-28a1e7cb5708" providerId="ADAL" clId="{A1D9DF8F-76FA-45B7-9F07-8B6D5CF8C23D}" dt="2025-03-13T10:03:50.889" v="3030" actId="164"/>
          <ac:picMkLst>
            <pc:docMk/>
            <pc:sldMk cId="2168637172" sldId="264"/>
            <ac:picMk id="8" creationId="{8EECDDFA-60B7-980B-89F7-9544B28D6DCC}"/>
          </ac:picMkLst>
        </pc:picChg>
        <pc:picChg chg="add mod">
          <ac:chgData name="Steven Bloes" userId="e2e0adeb-4d45-4084-99fb-28a1e7cb5708" providerId="ADAL" clId="{A1D9DF8F-76FA-45B7-9F07-8B6D5CF8C23D}" dt="2025-03-13T10:03:50.889" v="3030" actId="164"/>
          <ac:picMkLst>
            <pc:docMk/>
            <pc:sldMk cId="2168637172" sldId="264"/>
            <ac:picMk id="9" creationId="{0848E3FD-46E7-C609-D7CB-FEBBA2711695}"/>
          </ac:picMkLst>
        </pc:picChg>
        <pc:picChg chg="add mod">
          <ac:chgData name="Steven Bloes" userId="e2e0adeb-4d45-4084-99fb-28a1e7cb5708" providerId="ADAL" clId="{A1D9DF8F-76FA-45B7-9F07-8B6D5CF8C23D}" dt="2025-03-13T10:03:50.889" v="3030" actId="164"/>
          <ac:picMkLst>
            <pc:docMk/>
            <pc:sldMk cId="2168637172" sldId="264"/>
            <ac:picMk id="10" creationId="{1ACE16AA-2A90-9DC0-6553-E53C7F599ABB}"/>
          </ac:picMkLst>
        </pc:picChg>
        <pc:picChg chg="add mod modCrop">
          <ac:chgData name="Steven Bloes" userId="e2e0adeb-4d45-4084-99fb-28a1e7cb5708" providerId="ADAL" clId="{A1D9DF8F-76FA-45B7-9F07-8B6D5CF8C23D}" dt="2025-03-06T09:12:12.858" v="2643" actId="1036"/>
          <ac:picMkLst>
            <pc:docMk/>
            <pc:sldMk cId="2168637172" sldId="264"/>
            <ac:picMk id="11" creationId="{F175F9CF-89F2-7323-D85A-D499C49A5CCC}"/>
          </ac:picMkLst>
        </pc:picChg>
        <pc:picChg chg="add mod modCrop">
          <ac:chgData name="Steven Bloes" userId="e2e0adeb-4d45-4084-99fb-28a1e7cb5708" providerId="ADAL" clId="{A1D9DF8F-76FA-45B7-9F07-8B6D5CF8C23D}" dt="2025-03-06T09:12:12.858" v="2643" actId="1036"/>
          <ac:picMkLst>
            <pc:docMk/>
            <pc:sldMk cId="2168637172" sldId="264"/>
            <ac:picMk id="13" creationId="{29144D8B-9AD4-E88D-CE73-BEC048203D44}"/>
          </ac:picMkLst>
        </pc:picChg>
        <pc:picChg chg="add mod modCrop">
          <ac:chgData name="Steven Bloes" userId="e2e0adeb-4d45-4084-99fb-28a1e7cb5708" providerId="ADAL" clId="{A1D9DF8F-76FA-45B7-9F07-8B6D5CF8C23D}" dt="2025-03-06T09:12:12.858" v="2643" actId="1036"/>
          <ac:picMkLst>
            <pc:docMk/>
            <pc:sldMk cId="2168637172" sldId="264"/>
            <ac:picMk id="15" creationId="{06C78478-8B0F-279A-4DA1-29F95F81B164}"/>
          </ac:picMkLst>
        </pc:picChg>
        <pc:picChg chg="add mod modCrop">
          <ac:chgData name="Steven Bloes" userId="e2e0adeb-4d45-4084-99fb-28a1e7cb5708" providerId="ADAL" clId="{A1D9DF8F-76FA-45B7-9F07-8B6D5CF8C23D}" dt="2025-03-06T09:29:55.147" v="2915" actId="1038"/>
          <ac:picMkLst>
            <pc:docMk/>
            <pc:sldMk cId="2168637172" sldId="264"/>
            <ac:picMk id="17" creationId="{FAB92D18-5B24-5077-2969-CFA78E3E7016}"/>
          </ac:picMkLst>
        </pc:picChg>
      </pc:sldChg>
      <pc:sldChg chg="addSp delSp modSp new mod ord modAnim modShow">
        <pc:chgData name="Steven Bloes" userId="e2e0adeb-4d45-4084-99fb-28a1e7cb5708" providerId="ADAL" clId="{A1D9DF8F-76FA-45B7-9F07-8B6D5CF8C23D}" dt="2025-03-13T12:58:51.545" v="3073" actId="729"/>
        <pc:sldMkLst>
          <pc:docMk/>
          <pc:sldMk cId="2218216616" sldId="265"/>
        </pc:sldMkLst>
        <pc:spChg chg="add mod">
          <ac:chgData name="Steven Bloes" userId="e2e0adeb-4d45-4084-99fb-28a1e7cb5708" providerId="ADAL" clId="{A1D9DF8F-76FA-45B7-9F07-8B6D5CF8C23D}" dt="2025-03-05T15:14:33.600" v="2393" actId="20577"/>
          <ac:spMkLst>
            <pc:docMk/>
            <pc:sldMk cId="2218216616" sldId="265"/>
            <ac:spMk id="5" creationId="{5F495ED9-0DD2-8221-AEF3-FE7B5657673F}"/>
          </ac:spMkLst>
        </pc:spChg>
        <pc:picChg chg="mod">
          <ac:chgData name="Steven Bloes" userId="e2e0adeb-4d45-4084-99fb-28a1e7cb5708" providerId="ADAL" clId="{A1D9DF8F-76FA-45B7-9F07-8B6D5CF8C23D}" dt="2025-03-05T15:14:55.114" v="2395" actId="1076"/>
          <ac:picMkLst>
            <pc:docMk/>
            <pc:sldMk cId="2218216616" sldId="265"/>
            <ac:picMk id="6" creationId="{BE6054D5-7585-F7C4-5281-42FA8FF45E50}"/>
          </ac:picMkLst>
        </pc:picChg>
      </pc:sldChg>
      <pc:sldChg chg="addSp delSp modSp new mod ord modShow">
        <pc:chgData name="Steven Bloes" userId="e2e0adeb-4d45-4084-99fb-28a1e7cb5708" providerId="ADAL" clId="{A1D9DF8F-76FA-45B7-9F07-8B6D5CF8C23D}" dt="2025-03-13T12:58:48.432" v="3072" actId="729"/>
        <pc:sldMkLst>
          <pc:docMk/>
          <pc:sldMk cId="4245329561" sldId="266"/>
        </pc:sldMkLst>
        <pc:spChg chg="add mod">
          <ac:chgData name="Steven Bloes" userId="e2e0adeb-4d45-4084-99fb-28a1e7cb5708" providerId="ADAL" clId="{A1D9DF8F-76FA-45B7-9F07-8B6D5CF8C23D}" dt="2025-03-05T15:19:22.779" v="2405" actId="20577"/>
          <ac:spMkLst>
            <pc:docMk/>
            <pc:sldMk cId="4245329561" sldId="266"/>
            <ac:spMk id="5" creationId="{58E9289D-DE00-F6C0-519B-DC73EFE54F78}"/>
          </ac:spMkLst>
        </pc:spChg>
      </pc:sldChg>
      <pc:sldChg chg="addSp delSp modSp new del mod">
        <pc:chgData name="Steven Bloes" userId="e2e0adeb-4d45-4084-99fb-28a1e7cb5708" providerId="ADAL" clId="{A1D9DF8F-76FA-45B7-9F07-8B6D5CF8C23D}" dt="2025-03-13T09:59:58.332" v="2956" actId="2696"/>
        <pc:sldMkLst>
          <pc:docMk/>
          <pc:sldMk cId="2369195468" sldId="267"/>
        </pc:sldMkLst>
      </pc:sldChg>
      <pc:sldChg chg="modSp new mod ord modShow">
        <pc:chgData name="Steven Bloes" userId="e2e0adeb-4d45-4084-99fb-28a1e7cb5708" providerId="ADAL" clId="{A1D9DF8F-76FA-45B7-9F07-8B6D5CF8C23D}" dt="2025-03-13T12:59:08.552" v="3076" actId="729"/>
        <pc:sldMkLst>
          <pc:docMk/>
          <pc:sldMk cId="1686318218" sldId="268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3264420065" sldId="269"/>
        </pc:sldMkLst>
      </pc:sldChg>
      <pc:sldChg chg="new del">
        <pc:chgData name="Steven Bloes" userId="e2e0adeb-4d45-4084-99fb-28a1e7cb5708" providerId="ADAL" clId="{A1D9DF8F-76FA-45B7-9F07-8B6D5CF8C23D}" dt="2025-03-13T10:00:46.032" v="2982" actId="680"/>
        <pc:sldMkLst>
          <pc:docMk/>
          <pc:sldMk cId="196578211" sldId="270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1698824433" sldId="270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459864563" sldId="271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87115787" sldId="272"/>
        </pc:sldMkLst>
      </pc:sldChg>
      <pc:sldChg chg="new del">
        <pc:chgData name="Steven Bloes" userId="e2e0adeb-4d45-4084-99fb-28a1e7cb5708" providerId="ADAL" clId="{A1D9DF8F-76FA-45B7-9F07-8B6D5CF8C23D}" dt="2025-03-13T10:01:22.591" v="3003" actId="680"/>
        <pc:sldMkLst>
          <pc:docMk/>
          <pc:sldMk cId="1593941120" sldId="273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3145091134" sldId="273"/>
        </pc:sldMkLst>
      </pc:sldChg>
      <pc:sldChg chg="new del">
        <pc:chgData name="Steven Bloes" userId="e2e0adeb-4d45-4084-99fb-28a1e7cb5708" providerId="ADAL" clId="{A1D9DF8F-76FA-45B7-9F07-8B6D5CF8C23D}" dt="2025-03-13T10:01:29.297" v="3007" actId="47"/>
        <pc:sldMkLst>
          <pc:docMk/>
          <pc:sldMk cId="3293843494" sldId="274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2596711686" sldId="275"/>
        </pc:sldMkLst>
      </pc:sldChg>
      <pc:sldChg chg="new ord">
        <pc:chgData name="Steven Bloes" userId="e2e0adeb-4d45-4084-99fb-28a1e7cb5708" providerId="ADAL" clId="{A1D9DF8F-76FA-45B7-9F07-8B6D5CF8C23D}" dt="2025-03-13T12:56:20.534" v="3059"/>
        <pc:sldMkLst>
          <pc:docMk/>
          <pc:sldMk cId="3568875316" sldId="276"/>
        </pc:sldMkLst>
      </pc:sldChg>
      <pc:sldChg chg="new del">
        <pc:chgData name="Steven Bloes" userId="e2e0adeb-4d45-4084-99fb-28a1e7cb5708" providerId="ADAL" clId="{A1D9DF8F-76FA-45B7-9F07-8B6D5CF8C23D}" dt="2025-03-13T10:05:09.031" v="3032" actId="680"/>
        <pc:sldMkLst>
          <pc:docMk/>
          <pc:sldMk cId="3734006465" sldId="276"/>
        </pc:sldMkLst>
      </pc:sldChg>
      <pc:sldMasterChg chg="modSp modSldLayout">
        <pc:chgData name="Steven Bloes" userId="e2e0adeb-4d45-4084-99fb-28a1e7cb5708" providerId="ADAL" clId="{A1D9DF8F-76FA-45B7-9F07-8B6D5CF8C23D}" dt="2025-03-05T06:41:37.320" v="423" actId="2711"/>
        <pc:sldMasterMkLst>
          <pc:docMk/>
          <pc:sldMasterMk cId="634750114" sldId="2147483648"/>
        </pc:sldMasterMkLst>
        <pc:spChg chg="mod">
          <ac:chgData name="Steven Bloes" userId="e2e0adeb-4d45-4084-99fb-28a1e7cb5708" providerId="ADAL" clId="{A1D9DF8F-76FA-45B7-9F07-8B6D5CF8C23D}" dt="2025-03-05T06:41:37.320" v="423" actId="2711"/>
          <ac:spMkLst>
            <pc:docMk/>
            <pc:sldMasterMk cId="634750114" sldId="2147483648"/>
            <ac:spMk id="2" creationId="{9AF70819-C46D-4C8E-196D-F0F746197CD2}"/>
          </ac:spMkLst>
        </pc:spChg>
        <pc:spChg chg="mod">
          <ac:chgData name="Steven Bloes" userId="e2e0adeb-4d45-4084-99fb-28a1e7cb5708" providerId="ADAL" clId="{A1D9DF8F-76FA-45B7-9F07-8B6D5CF8C23D}" dt="2025-03-05T06:41:37.320" v="423" actId="2711"/>
          <ac:spMkLst>
            <pc:docMk/>
            <pc:sldMasterMk cId="634750114" sldId="2147483648"/>
            <ac:spMk id="3" creationId="{B34282FA-F8DD-E3F6-01B6-135335597709}"/>
          </ac:spMkLst>
        </pc:spChg>
        <pc:sldLayoutChg chg="modSp">
          <pc:chgData name="Steven Bloes" userId="e2e0adeb-4d45-4084-99fb-28a1e7cb5708" providerId="ADAL" clId="{A1D9DF8F-76FA-45B7-9F07-8B6D5CF8C23D}" dt="2025-03-05T06:40:37.560" v="421" actId="207"/>
          <pc:sldLayoutMkLst>
            <pc:docMk/>
            <pc:sldMasterMk cId="634750114" sldId="2147483648"/>
            <pc:sldLayoutMk cId="2109915273" sldId="2147483651"/>
          </pc:sldLayoutMkLst>
          <pc:spChg chg="mod">
            <ac:chgData name="Steven Bloes" userId="e2e0adeb-4d45-4084-99fb-28a1e7cb5708" providerId="ADAL" clId="{A1D9DF8F-76FA-45B7-9F07-8B6D5CF8C23D}" dt="2025-03-05T06:40:37.560" v="421" actId="207"/>
            <ac:spMkLst>
              <pc:docMk/>
              <pc:sldMasterMk cId="634750114" sldId="2147483648"/>
              <pc:sldLayoutMk cId="2109915273" sldId="2147483651"/>
              <ac:spMk id="3" creationId="{F37A0E66-0DAE-56A2-7718-EDC63786B274}"/>
            </ac:spMkLst>
          </pc:spChg>
        </pc:sldLayoutChg>
        <pc:sldLayoutChg chg="addSp delSp modSp mod">
          <pc:chgData name="Steven Bloes" userId="e2e0adeb-4d45-4084-99fb-28a1e7cb5708" providerId="ADAL" clId="{A1D9DF8F-76FA-45B7-9F07-8B6D5CF8C23D}" dt="2025-03-05T06:37:27.243" v="401" actId="478"/>
          <pc:sldLayoutMkLst>
            <pc:docMk/>
            <pc:sldMasterMk cId="634750114" sldId="2147483648"/>
            <pc:sldLayoutMk cId="212909451" sldId="2147483662"/>
          </pc:sldLayoutMkLst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7" creationId="{16EFE1A6-068D-0F1D-D43C-543B427592C9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9" creationId="{B7A141DF-7FE1-412E-82EF-9BD0445CB000}"/>
            </ac:spMkLst>
          </pc:spChg>
          <pc:spChg chg="mod">
            <ac:chgData name="Steven Bloes" userId="e2e0adeb-4d45-4084-99fb-28a1e7cb5708" providerId="ADAL" clId="{A1D9DF8F-76FA-45B7-9F07-8B6D5CF8C23D}" dt="2025-03-05T06:36:14.675" v="256" actId="207"/>
            <ac:spMkLst>
              <pc:docMk/>
              <pc:sldMasterMk cId="634750114" sldId="2147483648"/>
              <pc:sldLayoutMk cId="212909451" sldId="2147483662"/>
              <ac:spMk id="10" creationId="{DDC9AD66-64D7-144E-E8AC-2EC3A3B4DF6B}"/>
            </ac:spMkLst>
          </pc:spChg>
          <pc:spChg chg="mod">
            <ac:chgData name="Steven Bloes" userId="e2e0adeb-4d45-4084-99fb-28a1e7cb5708" providerId="ADAL" clId="{A1D9DF8F-76FA-45B7-9F07-8B6D5CF8C23D}" dt="2025-03-05T06:36:57.338" v="363" actId="1037"/>
            <ac:spMkLst>
              <pc:docMk/>
              <pc:sldMasterMk cId="634750114" sldId="2147483648"/>
              <pc:sldLayoutMk cId="212909451" sldId="2147483662"/>
              <ac:spMk id="30" creationId="{A7D56711-E01A-3A42-2C45-73705DD67117}"/>
            </ac:spMkLst>
          </pc:spChg>
          <pc:spChg chg="mod">
            <ac:chgData name="Steven Bloes" userId="e2e0adeb-4d45-4084-99fb-28a1e7cb5708" providerId="ADAL" clId="{A1D9DF8F-76FA-45B7-9F07-8B6D5CF8C23D}" dt="2025-03-05T06:36:12.006" v="255" actId="207"/>
            <ac:spMkLst>
              <pc:docMk/>
              <pc:sldMasterMk cId="634750114" sldId="2147483648"/>
              <pc:sldLayoutMk cId="212909451" sldId="2147483662"/>
              <ac:spMk id="44" creationId="{DDD401D9-6903-C2DA-773E-8D1458093F90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46" creationId="{502AA1A7-5117-3C08-2364-6E8321832F01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58" creationId="{9C360BA8-7B57-B06E-18BA-7FA12F112801}"/>
            </ac:spMkLst>
          </pc:spChg>
          <pc:spChg chg="mod">
            <ac:chgData name="Steven Bloes" userId="e2e0adeb-4d45-4084-99fb-28a1e7cb5708" providerId="ADAL" clId="{A1D9DF8F-76FA-45B7-9F07-8B6D5CF8C23D}" dt="2025-03-05T06:35:22.826" v="252" actId="1037"/>
            <ac:spMkLst>
              <pc:docMk/>
              <pc:sldMasterMk cId="634750114" sldId="2147483648"/>
              <pc:sldLayoutMk cId="212909451" sldId="2147483662"/>
              <ac:spMk id="79" creationId="{40B412D6-3DF2-86B1-45C3-F7E8571D9017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89" creationId="{D00672E2-A85F-BDF2-13F2-87F27E0F9C5C}"/>
            </ac:spMkLst>
          </pc:spChg>
          <pc:spChg chg="mod">
            <ac:chgData name="Steven Bloes" userId="e2e0adeb-4d45-4084-99fb-28a1e7cb5708" providerId="ADAL" clId="{A1D9DF8F-76FA-45B7-9F07-8B6D5CF8C23D}" dt="2025-03-05T06:36:25.753" v="259" actId="207"/>
            <ac:spMkLst>
              <pc:docMk/>
              <pc:sldMasterMk cId="634750114" sldId="2147483648"/>
              <pc:sldLayoutMk cId="212909451" sldId="2147483662"/>
              <ac:spMk id="99" creationId="{24C9000D-41A0-DE05-5C72-64F272B42885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104" creationId="{4B94D13A-1856-181F-DF38-4A1A087AEFFA}"/>
            </ac:spMkLst>
          </pc:spChg>
          <pc:spChg chg="mod">
            <ac:chgData name="Steven Bloes" userId="e2e0adeb-4d45-4084-99fb-28a1e7cb5708" providerId="ADAL" clId="{A1D9DF8F-76FA-45B7-9F07-8B6D5CF8C23D}" dt="2025-03-05T06:36:22.581" v="258" actId="207"/>
            <ac:spMkLst>
              <pc:docMk/>
              <pc:sldMasterMk cId="634750114" sldId="2147483648"/>
              <pc:sldLayoutMk cId="212909451" sldId="2147483662"/>
              <ac:spMk id="145" creationId="{BFF80587-C3B2-F7AC-8EE1-F3BD25E927FE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162" creationId="{4294FA56-669E-4DDE-2BF8-439B3E3F189E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189" creationId="{402673D8-76EE-73D9-A167-B916F8A7D01F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190" creationId="{BF007664-18B5-7CDC-F1F7-1E48E7BEC612}"/>
            </ac:spMkLst>
          </pc:spChg>
        </pc:sldLayoutChg>
      </pc:sldMasterChg>
      <pc:sldMasterChg chg="modSldLayout">
        <pc:chgData name="Steven Bloes" userId="e2e0adeb-4d45-4084-99fb-28a1e7cb5708" providerId="ADAL" clId="{A1D9DF8F-76FA-45B7-9F07-8B6D5CF8C23D}" dt="2025-03-05T06:41:27.766" v="422" actId="2711"/>
        <pc:sldMasterMkLst>
          <pc:docMk/>
          <pc:sldMasterMk cId="1855785704" sldId="2147483660"/>
        </pc:sldMasterMkLst>
        <pc:sldLayoutChg chg="modSp">
          <pc:chgData name="Steven Bloes" userId="e2e0adeb-4d45-4084-99fb-28a1e7cb5708" providerId="ADAL" clId="{A1D9DF8F-76FA-45B7-9F07-8B6D5CF8C23D}" dt="2025-03-05T06:41:27.766" v="422" actId="2711"/>
          <pc:sldLayoutMkLst>
            <pc:docMk/>
            <pc:sldMasterMk cId="1855785704" sldId="2147483660"/>
            <pc:sldLayoutMk cId="100555971" sldId="2147483661"/>
          </pc:sldLayoutMkLst>
          <pc:spChg chg="mod">
            <ac:chgData name="Steven Bloes" userId="e2e0adeb-4d45-4084-99fb-28a1e7cb5708" providerId="ADAL" clId="{A1D9DF8F-76FA-45B7-9F07-8B6D5CF8C23D}" dt="2025-03-05T06:41:27.766" v="422" actId="2711"/>
            <ac:spMkLst>
              <pc:docMk/>
              <pc:sldMasterMk cId="1855785704" sldId="2147483660"/>
              <pc:sldLayoutMk cId="100555971" sldId="2147483661"/>
              <ac:spMk id="2" creationId="{1E297AAF-6B9B-3552-176E-5DEB33E45B2C}"/>
            </ac:spMkLst>
          </pc:spChg>
          <pc:spChg chg="mod">
            <ac:chgData name="Steven Bloes" userId="e2e0adeb-4d45-4084-99fb-28a1e7cb5708" providerId="ADAL" clId="{A1D9DF8F-76FA-45B7-9F07-8B6D5CF8C23D}" dt="2025-03-05T06:41:27.766" v="422" actId="2711"/>
            <ac:spMkLst>
              <pc:docMk/>
              <pc:sldMasterMk cId="1855785704" sldId="2147483660"/>
              <pc:sldLayoutMk cId="100555971" sldId="2147483661"/>
              <ac:spMk id="3" creationId="{EBD7BF80-F156-723A-83B3-5BD7840AC2CC}"/>
            </ac:spMkLst>
          </pc:spChg>
        </pc:sldLayoutChg>
      </pc:sldMasterChg>
      <pc:sldMasterChg chg="new del mod addSldLayout delSldLayout">
        <pc:chgData name="Steven Bloes" userId="e2e0adeb-4d45-4084-99fb-28a1e7cb5708" providerId="ADAL" clId="{A1D9DF8F-76FA-45B7-9F07-8B6D5CF8C23D}" dt="2025-03-04T15:58:15.899" v="193" actId="6938"/>
        <pc:sldMasterMkLst>
          <pc:docMk/>
          <pc:sldMasterMk cId="3448203153" sldId="2147483662"/>
        </pc:sldMasterMkLst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2178964668" sldId="2147483663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848615553" sldId="2147483664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340701316" sldId="2147483665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1255701913" sldId="2147483666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3475484524" sldId="2147483667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98794814" sldId="2147483668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2147110685" sldId="2147483669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2583025611" sldId="2147483670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2322586196" sldId="2147483671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1114882871" sldId="2147483672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1949976354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E6C37-B367-418F-846A-2A28C5892C75}" type="datetimeFigureOut">
              <a:rPr lang="nl-BE" smtClean="0"/>
              <a:t>29/06/2026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2A944-DF5F-4739-87E3-53E5B92F700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97006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2971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525A-8112-D81B-8B49-91FDD5EDA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332FBA7-489D-3D97-0487-EA572B4F1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F3EE800-AF4F-86C0-3A17-D670E6A8D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4CFB0EF-7371-7D3F-91E9-5DE91068F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22447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C5406-1CAD-373F-D9A7-798AA5A88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F7887C9-3664-5FDD-953C-767BB752C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BE07503-D423-ECA5-5C5E-8EE61BB19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8E8B519-3B58-D4A2-1A96-0DFDE19C6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3256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9ACE-793A-A7A8-35F8-0A6CE8BBA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74005BC-BEEA-210C-9FF7-F1D572A6A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DC17229-1075-6225-88B5-4483F05F8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6A22EA5-FCE5-AE62-58C0-257F7CA4E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67647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EAFC-5A1E-3A59-8DF1-CABFF90F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E6DD4B5-6635-F322-6618-5C1E64722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B9121BA-A962-23F4-84B7-4BE5A847E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F1CD969-F588-1323-5B9E-8F7B81D50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3384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03C8D-6DE4-FB9D-A349-7889A4B0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179F320-9665-7919-6BB4-7EA0B10A5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D420C56-970E-1424-6275-A22A4D6D3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A9A3877-A9FC-B3A9-E4AD-52A6A9B95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6174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50CE5-BFE6-5F0A-97C5-263947423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4071179-FE05-C719-1A35-4FFF32FCA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F473479-19D7-0FE7-CCFF-7F0933E16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08D8816-0D98-0470-03EB-696334EEA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3119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24F1-9251-7891-02FD-2CC7B417A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1E3F05A-3487-6E92-61FF-4A0298662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53E5C75-3853-142C-F164-38E07655D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3F4D90C-6DA7-7221-B99D-BD7C04957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5552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4F8D7-48BA-9EED-284F-5495274E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1900B86-3AE0-9BC6-5E84-3ED39FDB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2561BB5-CF42-D650-081F-2AE15D774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3596F1A-D806-7703-05B8-7844C6E50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8900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97AAF-6B9B-3552-176E-5DEB33E45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9" y="131763"/>
            <a:ext cx="4476750" cy="238760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rgbClr val="00990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BD7BF80-F156-723A-83B3-5BD7840AC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9" y="2601119"/>
            <a:ext cx="447675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00990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0555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40A414-B128-5A68-51C6-7ED593943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499955A-65AE-DBF2-B43D-B21ABD255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423EBC1-47AC-E1CF-7636-B696B6D44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CA1B28-8479-4CC0-B0A0-79A8CC35271B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588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EBB02DA-4716-DA4B-C5E5-A7C4210EAB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84D78-5FC5-4274-82CA-F6B9F2E20910}" type="slidenum">
              <a:rPr lang="nl-BE" smtClean="0"/>
              <a:pPr/>
              <a:t>‹nr.›</a:t>
            </a:fld>
            <a:endParaRPr lang="nl-BE" dirty="0"/>
          </a:p>
        </p:txBody>
      </p:sp>
      <p:grpSp>
        <p:nvGrpSpPr>
          <p:cNvPr id="4" name="Gruppieren 4">
            <a:extLst>
              <a:ext uri="{FF2B5EF4-FFF2-40B4-BE49-F238E27FC236}">
                <a16:creationId xmlns:a16="http://schemas.microsoft.com/office/drawing/2014/main" id="{FDEB99A2-7823-D036-F8C6-C48AB2F8CAC5}"/>
              </a:ext>
            </a:extLst>
          </p:cNvPr>
          <p:cNvGrpSpPr/>
          <p:nvPr userDrawn="1"/>
        </p:nvGrpSpPr>
        <p:grpSpPr>
          <a:xfrm>
            <a:off x="1238891" y="1448096"/>
            <a:ext cx="9641440" cy="4861878"/>
            <a:chOff x="11048082" y="1135006"/>
            <a:chExt cx="9906773" cy="4890839"/>
          </a:xfrm>
          <a:solidFill>
            <a:schemeClr val="bg1">
              <a:lumMod val="50000"/>
              <a:alpha val="65000"/>
            </a:schemeClr>
          </a:solidFill>
        </p:grpSpPr>
        <p:sp>
          <p:nvSpPr>
            <p:cNvPr id="5" name="Freeform 1233">
              <a:extLst>
                <a:ext uri="{FF2B5EF4-FFF2-40B4-BE49-F238E27FC236}">
                  <a16:creationId xmlns:a16="http://schemas.microsoft.com/office/drawing/2014/main" id="{B392B577-E31E-1E16-4150-19A89E445C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99106" y="3047838"/>
              <a:ext cx="520657" cy="206364"/>
            </a:xfrm>
            <a:custGeom>
              <a:avLst/>
              <a:gdLst>
                <a:gd name="T0" fmla="*/ 12 w 139"/>
                <a:gd name="T1" fmla="*/ 10 h 55"/>
                <a:gd name="T2" fmla="*/ 22 w 139"/>
                <a:gd name="T3" fmla="*/ 9 h 55"/>
                <a:gd name="T4" fmla="*/ 17 w 139"/>
                <a:gd name="T5" fmla="*/ 4 h 55"/>
                <a:gd name="T6" fmla="*/ 15 w 139"/>
                <a:gd name="T7" fmla="*/ 1 h 55"/>
                <a:gd name="T8" fmla="*/ 12 w 139"/>
                <a:gd name="T9" fmla="*/ 1 h 55"/>
                <a:gd name="T10" fmla="*/ 4 w 139"/>
                <a:gd name="T11" fmla="*/ 1 h 55"/>
                <a:gd name="T12" fmla="*/ 5 w 139"/>
                <a:gd name="T13" fmla="*/ 6 h 55"/>
                <a:gd name="T14" fmla="*/ 3 w 139"/>
                <a:gd name="T15" fmla="*/ 10 h 55"/>
                <a:gd name="T16" fmla="*/ 1 w 139"/>
                <a:gd name="T17" fmla="*/ 12 h 55"/>
                <a:gd name="T18" fmla="*/ 5 w 139"/>
                <a:gd name="T19" fmla="*/ 14 h 55"/>
                <a:gd name="T20" fmla="*/ 12 w 139"/>
                <a:gd name="T21" fmla="*/ 10 h 55"/>
                <a:gd name="T22" fmla="*/ 135 w 139"/>
                <a:gd name="T23" fmla="*/ 38 h 55"/>
                <a:gd name="T24" fmla="*/ 135 w 139"/>
                <a:gd name="T25" fmla="*/ 31 h 55"/>
                <a:gd name="T26" fmla="*/ 135 w 139"/>
                <a:gd name="T27" fmla="*/ 24 h 55"/>
                <a:gd name="T28" fmla="*/ 137 w 139"/>
                <a:gd name="T29" fmla="*/ 20 h 55"/>
                <a:gd name="T30" fmla="*/ 135 w 139"/>
                <a:gd name="T31" fmla="*/ 18 h 55"/>
                <a:gd name="T32" fmla="*/ 130 w 139"/>
                <a:gd name="T33" fmla="*/ 15 h 55"/>
                <a:gd name="T34" fmla="*/ 128 w 139"/>
                <a:gd name="T35" fmla="*/ 9 h 55"/>
                <a:gd name="T36" fmla="*/ 123 w 139"/>
                <a:gd name="T37" fmla="*/ 5 h 55"/>
                <a:gd name="T38" fmla="*/ 115 w 139"/>
                <a:gd name="T39" fmla="*/ 5 h 55"/>
                <a:gd name="T40" fmla="*/ 101 w 139"/>
                <a:gd name="T41" fmla="*/ 10 h 55"/>
                <a:gd name="T42" fmla="*/ 88 w 139"/>
                <a:gd name="T43" fmla="*/ 10 h 55"/>
                <a:gd name="T44" fmla="*/ 80 w 139"/>
                <a:gd name="T45" fmla="*/ 7 h 55"/>
                <a:gd name="T46" fmla="*/ 73 w 139"/>
                <a:gd name="T47" fmla="*/ 4 h 55"/>
                <a:gd name="T48" fmla="*/ 62 w 139"/>
                <a:gd name="T49" fmla="*/ 1 h 55"/>
                <a:gd name="T50" fmla="*/ 40 w 139"/>
                <a:gd name="T51" fmla="*/ 8 h 55"/>
                <a:gd name="T52" fmla="*/ 23 w 139"/>
                <a:gd name="T53" fmla="*/ 9 h 55"/>
                <a:gd name="T54" fmla="*/ 20 w 139"/>
                <a:gd name="T55" fmla="*/ 15 h 55"/>
                <a:gd name="T56" fmla="*/ 4 w 139"/>
                <a:gd name="T57" fmla="*/ 16 h 55"/>
                <a:gd name="T58" fmla="*/ 3 w 139"/>
                <a:gd name="T59" fmla="*/ 21 h 55"/>
                <a:gd name="T60" fmla="*/ 6 w 139"/>
                <a:gd name="T61" fmla="*/ 24 h 55"/>
                <a:gd name="T62" fmla="*/ 6 w 139"/>
                <a:gd name="T63" fmla="*/ 29 h 55"/>
                <a:gd name="T64" fmla="*/ 7 w 139"/>
                <a:gd name="T65" fmla="*/ 34 h 55"/>
                <a:gd name="T66" fmla="*/ 7 w 139"/>
                <a:gd name="T67" fmla="*/ 38 h 55"/>
                <a:gd name="T68" fmla="*/ 10 w 139"/>
                <a:gd name="T69" fmla="*/ 42 h 55"/>
                <a:gd name="T70" fmla="*/ 15 w 139"/>
                <a:gd name="T71" fmla="*/ 45 h 55"/>
                <a:gd name="T72" fmla="*/ 19 w 139"/>
                <a:gd name="T73" fmla="*/ 46 h 55"/>
                <a:gd name="T74" fmla="*/ 23 w 139"/>
                <a:gd name="T75" fmla="*/ 51 h 55"/>
                <a:gd name="T76" fmla="*/ 33 w 139"/>
                <a:gd name="T77" fmla="*/ 49 h 55"/>
                <a:gd name="T78" fmla="*/ 39 w 139"/>
                <a:gd name="T79" fmla="*/ 47 h 55"/>
                <a:gd name="T80" fmla="*/ 49 w 139"/>
                <a:gd name="T81" fmla="*/ 53 h 55"/>
                <a:gd name="T82" fmla="*/ 57 w 139"/>
                <a:gd name="T83" fmla="*/ 51 h 55"/>
                <a:gd name="T84" fmla="*/ 63 w 139"/>
                <a:gd name="T85" fmla="*/ 47 h 55"/>
                <a:gd name="T86" fmla="*/ 69 w 139"/>
                <a:gd name="T87" fmla="*/ 48 h 55"/>
                <a:gd name="T88" fmla="*/ 75 w 139"/>
                <a:gd name="T89" fmla="*/ 47 h 55"/>
                <a:gd name="T90" fmla="*/ 73 w 139"/>
                <a:gd name="T91" fmla="*/ 53 h 55"/>
                <a:gd name="T92" fmla="*/ 73 w 139"/>
                <a:gd name="T93" fmla="*/ 55 h 55"/>
                <a:gd name="T94" fmla="*/ 77 w 139"/>
                <a:gd name="T95" fmla="*/ 50 h 55"/>
                <a:gd name="T96" fmla="*/ 80 w 139"/>
                <a:gd name="T97" fmla="*/ 48 h 55"/>
                <a:gd name="T98" fmla="*/ 87 w 139"/>
                <a:gd name="T99" fmla="*/ 48 h 55"/>
                <a:gd name="T100" fmla="*/ 92 w 139"/>
                <a:gd name="T101" fmla="*/ 47 h 55"/>
                <a:gd name="T102" fmla="*/ 100 w 139"/>
                <a:gd name="T103" fmla="*/ 48 h 55"/>
                <a:gd name="T104" fmla="*/ 110 w 139"/>
                <a:gd name="T105" fmla="*/ 45 h 55"/>
                <a:gd name="T106" fmla="*/ 118 w 139"/>
                <a:gd name="T107" fmla="*/ 43 h 55"/>
                <a:gd name="T108" fmla="*/ 121 w 139"/>
                <a:gd name="T109" fmla="*/ 44 h 55"/>
                <a:gd name="T110" fmla="*/ 124 w 139"/>
                <a:gd name="T111" fmla="*/ 42 h 55"/>
                <a:gd name="T112" fmla="*/ 131 w 139"/>
                <a:gd name="T113" fmla="*/ 43 h 55"/>
                <a:gd name="T114" fmla="*/ 139 w 139"/>
                <a:gd name="T115" fmla="*/ 44 h 55"/>
                <a:gd name="T116" fmla="*/ 135 w 139"/>
                <a:gd name="T117" fmla="*/ 3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9" h="55">
                  <a:moveTo>
                    <a:pt x="12" y="10"/>
                  </a:moveTo>
                  <a:cubicBezTo>
                    <a:pt x="15" y="9"/>
                    <a:pt x="21" y="10"/>
                    <a:pt x="22" y="9"/>
                  </a:cubicBezTo>
                  <a:cubicBezTo>
                    <a:pt x="24" y="8"/>
                    <a:pt x="18" y="6"/>
                    <a:pt x="17" y="4"/>
                  </a:cubicBezTo>
                  <a:cubicBezTo>
                    <a:pt x="15" y="4"/>
                    <a:pt x="15" y="2"/>
                    <a:pt x="15" y="1"/>
                  </a:cubicBezTo>
                  <a:cubicBezTo>
                    <a:pt x="14" y="1"/>
                    <a:pt x="13" y="2"/>
                    <a:pt x="12" y="1"/>
                  </a:cubicBezTo>
                  <a:cubicBezTo>
                    <a:pt x="10" y="0"/>
                    <a:pt x="5" y="1"/>
                    <a:pt x="4" y="1"/>
                  </a:cubicBezTo>
                  <a:cubicBezTo>
                    <a:pt x="3" y="1"/>
                    <a:pt x="5" y="4"/>
                    <a:pt x="5" y="6"/>
                  </a:cubicBezTo>
                  <a:cubicBezTo>
                    <a:pt x="5" y="8"/>
                    <a:pt x="3" y="8"/>
                    <a:pt x="3" y="10"/>
                  </a:cubicBezTo>
                  <a:cubicBezTo>
                    <a:pt x="3" y="10"/>
                    <a:pt x="2" y="11"/>
                    <a:pt x="1" y="12"/>
                  </a:cubicBezTo>
                  <a:cubicBezTo>
                    <a:pt x="2" y="13"/>
                    <a:pt x="4" y="14"/>
                    <a:pt x="5" y="14"/>
                  </a:cubicBezTo>
                  <a:cubicBezTo>
                    <a:pt x="8" y="14"/>
                    <a:pt x="10" y="11"/>
                    <a:pt x="12" y="10"/>
                  </a:cubicBezTo>
                  <a:moveTo>
                    <a:pt x="135" y="38"/>
                  </a:moveTo>
                  <a:cubicBezTo>
                    <a:pt x="134" y="38"/>
                    <a:pt x="136" y="32"/>
                    <a:pt x="135" y="31"/>
                  </a:cubicBezTo>
                  <a:cubicBezTo>
                    <a:pt x="135" y="29"/>
                    <a:pt x="133" y="24"/>
                    <a:pt x="135" y="24"/>
                  </a:cubicBezTo>
                  <a:cubicBezTo>
                    <a:pt x="136" y="24"/>
                    <a:pt x="135" y="21"/>
                    <a:pt x="137" y="20"/>
                  </a:cubicBezTo>
                  <a:cubicBezTo>
                    <a:pt x="136" y="19"/>
                    <a:pt x="136" y="18"/>
                    <a:pt x="135" y="18"/>
                  </a:cubicBezTo>
                  <a:cubicBezTo>
                    <a:pt x="134" y="17"/>
                    <a:pt x="131" y="19"/>
                    <a:pt x="130" y="15"/>
                  </a:cubicBezTo>
                  <a:cubicBezTo>
                    <a:pt x="128" y="12"/>
                    <a:pt x="130" y="12"/>
                    <a:pt x="128" y="9"/>
                  </a:cubicBezTo>
                  <a:cubicBezTo>
                    <a:pt x="126" y="6"/>
                    <a:pt x="125" y="4"/>
                    <a:pt x="123" y="5"/>
                  </a:cubicBezTo>
                  <a:cubicBezTo>
                    <a:pt x="121" y="5"/>
                    <a:pt x="118" y="5"/>
                    <a:pt x="115" y="5"/>
                  </a:cubicBezTo>
                  <a:cubicBezTo>
                    <a:pt x="111" y="8"/>
                    <a:pt x="103" y="10"/>
                    <a:pt x="101" y="10"/>
                  </a:cubicBezTo>
                  <a:cubicBezTo>
                    <a:pt x="98" y="8"/>
                    <a:pt x="93" y="10"/>
                    <a:pt x="88" y="10"/>
                  </a:cubicBezTo>
                  <a:cubicBezTo>
                    <a:pt x="84" y="10"/>
                    <a:pt x="83" y="7"/>
                    <a:pt x="80" y="7"/>
                  </a:cubicBezTo>
                  <a:cubicBezTo>
                    <a:pt x="76" y="7"/>
                    <a:pt x="76" y="4"/>
                    <a:pt x="73" y="4"/>
                  </a:cubicBezTo>
                  <a:cubicBezTo>
                    <a:pt x="70" y="4"/>
                    <a:pt x="72" y="2"/>
                    <a:pt x="62" y="1"/>
                  </a:cubicBezTo>
                  <a:cubicBezTo>
                    <a:pt x="52" y="0"/>
                    <a:pt x="43" y="5"/>
                    <a:pt x="40" y="8"/>
                  </a:cubicBezTo>
                  <a:cubicBezTo>
                    <a:pt x="36" y="11"/>
                    <a:pt x="25" y="8"/>
                    <a:pt x="23" y="9"/>
                  </a:cubicBezTo>
                  <a:cubicBezTo>
                    <a:pt x="22" y="10"/>
                    <a:pt x="24" y="13"/>
                    <a:pt x="20" y="15"/>
                  </a:cubicBezTo>
                  <a:cubicBezTo>
                    <a:pt x="16" y="16"/>
                    <a:pt x="7" y="15"/>
                    <a:pt x="4" y="16"/>
                  </a:cubicBezTo>
                  <a:cubicBezTo>
                    <a:pt x="1" y="17"/>
                    <a:pt x="0" y="22"/>
                    <a:pt x="3" y="21"/>
                  </a:cubicBezTo>
                  <a:cubicBezTo>
                    <a:pt x="5" y="21"/>
                    <a:pt x="7" y="22"/>
                    <a:pt x="6" y="24"/>
                  </a:cubicBezTo>
                  <a:cubicBezTo>
                    <a:pt x="5" y="25"/>
                    <a:pt x="8" y="28"/>
                    <a:pt x="6" y="29"/>
                  </a:cubicBezTo>
                  <a:cubicBezTo>
                    <a:pt x="5" y="30"/>
                    <a:pt x="5" y="33"/>
                    <a:pt x="7" y="34"/>
                  </a:cubicBezTo>
                  <a:cubicBezTo>
                    <a:pt x="8" y="36"/>
                    <a:pt x="9" y="38"/>
                    <a:pt x="7" y="38"/>
                  </a:cubicBezTo>
                  <a:cubicBezTo>
                    <a:pt x="5" y="39"/>
                    <a:pt x="10" y="41"/>
                    <a:pt x="10" y="42"/>
                  </a:cubicBezTo>
                  <a:cubicBezTo>
                    <a:pt x="10" y="43"/>
                    <a:pt x="15" y="44"/>
                    <a:pt x="15" y="45"/>
                  </a:cubicBezTo>
                  <a:cubicBezTo>
                    <a:pt x="15" y="47"/>
                    <a:pt x="17" y="47"/>
                    <a:pt x="19" y="46"/>
                  </a:cubicBezTo>
                  <a:cubicBezTo>
                    <a:pt x="21" y="46"/>
                    <a:pt x="22" y="49"/>
                    <a:pt x="23" y="51"/>
                  </a:cubicBezTo>
                  <a:cubicBezTo>
                    <a:pt x="25" y="53"/>
                    <a:pt x="33" y="52"/>
                    <a:pt x="33" y="49"/>
                  </a:cubicBezTo>
                  <a:cubicBezTo>
                    <a:pt x="33" y="47"/>
                    <a:pt x="35" y="46"/>
                    <a:pt x="39" y="47"/>
                  </a:cubicBezTo>
                  <a:cubicBezTo>
                    <a:pt x="43" y="47"/>
                    <a:pt x="47" y="52"/>
                    <a:pt x="49" y="53"/>
                  </a:cubicBezTo>
                  <a:cubicBezTo>
                    <a:pt x="51" y="53"/>
                    <a:pt x="54" y="51"/>
                    <a:pt x="57" y="51"/>
                  </a:cubicBezTo>
                  <a:cubicBezTo>
                    <a:pt x="59" y="51"/>
                    <a:pt x="62" y="48"/>
                    <a:pt x="63" y="47"/>
                  </a:cubicBezTo>
                  <a:cubicBezTo>
                    <a:pt x="65" y="46"/>
                    <a:pt x="67" y="49"/>
                    <a:pt x="69" y="48"/>
                  </a:cubicBezTo>
                  <a:cubicBezTo>
                    <a:pt x="71" y="47"/>
                    <a:pt x="74" y="46"/>
                    <a:pt x="75" y="47"/>
                  </a:cubicBezTo>
                  <a:cubicBezTo>
                    <a:pt x="76" y="47"/>
                    <a:pt x="72" y="51"/>
                    <a:pt x="73" y="53"/>
                  </a:cubicBezTo>
                  <a:cubicBezTo>
                    <a:pt x="73" y="53"/>
                    <a:pt x="73" y="54"/>
                    <a:pt x="73" y="55"/>
                  </a:cubicBezTo>
                  <a:cubicBezTo>
                    <a:pt x="78" y="55"/>
                    <a:pt x="77" y="51"/>
                    <a:pt x="77" y="50"/>
                  </a:cubicBezTo>
                  <a:cubicBezTo>
                    <a:pt x="78" y="49"/>
                    <a:pt x="79" y="47"/>
                    <a:pt x="80" y="48"/>
                  </a:cubicBezTo>
                  <a:cubicBezTo>
                    <a:pt x="82" y="49"/>
                    <a:pt x="84" y="50"/>
                    <a:pt x="87" y="48"/>
                  </a:cubicBezTo>
                  <a:cubicBezTo>
                    <a:pt x="90" y="47"/>
                    <a:pt x="91" y="46"/>
                    <a:pt x="92" y="47"/>
                  </a:cubicBezTo>
                  <a:cubicBezTo>
                    <a:pt x="93" y="49"/>
                    <a:pt x="95" y="48"/>
                    <a:pt x="100" y="48"/>
                  </a:cubicBezTo>
                  <a:cubicBezTo>
                    <a:pt x="105" y="48"/>
                    <a:pt x="106" y="44"/>
                    <a:pt x="110" y="45"/>
                  </a:cubicBezTo>
                  <a:cubicBezTo>
                    <a:pt x="114" y="45"/>
                    <a:pt x="118" y="43"/>
                    <a:pt x="118" y="43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2" y="43"/>
                    <a:pt x="122" y="42"/>
                    <a:pt x="124" y="42"/>
                  </a:cubicBezTo>
                  <a:cubicBezTo>
                    <a:pt x="128" y="41"/>
                    <a:pt x="129" y="44"/>
                    <a:pt x="131" y="43"/>
                  </a:cubicBezTo>
                  <a:cubicBezTo>
                    <a:pt x="133" y="42"/>
                    <a:pt x="138" y="48"/>
                    <a:pt x="139" y="44"/>
                  </a:cubicBezTo>
                  <a:cubicBezTo>
                    <a:pt x="139" y="43"/>
                    <a:pt x="136" y="39"/>
                    <a:pt x="135" y="3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" name="Freeform 1235">
              <a:extLst>
                <a:ext uri="{FF2B5EF4-FFF2-40B4-BE49-F238E27FC236}">
                  <a16:creationId xmlns:a16="http://schemas.microsoft.com/office/drawing/2014/main" id="{8B24E390-4E29-E65C-5305-D71F8FBC4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7982" y="2590661"/>
              <a:ext cx="265091" cy="217476"/>
            </a:xfrm>
            <a:custGeom>
              <a:avLst/>
              <a:gdLst>
                <a:gd name="T0" fmla="*/ 1 w 71"/>
                <a:gd name="T1" fmla="*/ 12 h 58"/>
                <a:gd name="T2" fmla="*/ 1 w 71"/>
                <a:gd name="T3" fmla="*/ 20 h 58"/>
                <a:gd name="T4" fmla="*/ 1 w 71"/>
                <a:gd name="T5" fmla="*/ 23 h 58"/>
                <a:gd name="T6" fmla="*/ 3 w 71"/>
                <a:gd name="T7" fmla="*/ 27 h 58"/>
                <a:gd name="T8" fmla="*/ 4 w 71"/>
                <a:gd name="T9" fmla="*/ 30 h 58"/>
                <a:gd name="T10" fmla="*/ 6 w 71"/>
                <a:gd name="T11" fmla="*/ 36 h 58"/>
                <a:gd name="T12" fmla="*/ 6 w 71"/>
                <a:gd name="T13" fmla="*/ 40 h 58"/>
                <a:gd name="T14" fmla="*/ 10 w 71"/>
                <a:gd name="T15" fmla="*/ 42 h 58"/>
                <a:gd name="T16" fmla="*/ 15 w 71"/>
                <a:gd name="T17" fmla="*/ 46 h 58"/>
                <a:gd name="T18" fmla="*/ 19 w 71"/>
                <a:gd name="T19" fmla="*/ 47 h 58"/>
                <a:gd name="T20" fmla="*/ 23 w 71"/>
                <a:gd name="T21" fmla="*/ 47 h 58"/>
                <a:gd name="T22" fmla="*/ 25 w 71"/>
                <a:gd name="T23" fmla="*/ 49 h 58"/>
                <a:gd name="T24" fmla="*/ 30 w 71"/>
                <a:gd name="T25" fmla="*/ 51 h 58"/>
                <a:gd name="T26" fmla="*/ 33 w 71"/>
                <a:gd name="T27" fmla="*/ 55 h 58"/>
                <a:gd name="T28" fmla="*/ 38 w 71"/>
                <a:gd name="T29" fmla="*/ 55 h 58"/>
                <a:gd name="T30" fmla="*/ 44 w 71"/>
                <a:gd name="T31" fmla="*/ 55 h 58"/>
                <a:gd name="T32" fmla="*/ 50 w 71"/>
                <a:gd name="T33" fmla="*/ 56 h 58"/>
                <a:gd name="T34" fmla="*/ 56 w 71"/>
                <a:gd name="T35" fmla="*/ 57 h 58"/>
                <a:gd name="T36" fmla="*/ 61 w 71"/>
                <a:gd name="T37" fmla="*/ 58 h 58"/>
                <a:gd name="T38" fmla="*/ 60 w 71"/>
                <a:gd name="T39" fmla="*/ 53 h 58"/>
                <a:gd name="T40" fmla="*/ 67 w 71"/>
                <a:gd name="T41" fmla="*/ 46 h 58"/>
                <a:gd name="T42" fmla="*/ 70 w 71"/>
                <a:gd name="T43" fmla="*/ 44 h 58"/>
                <a:gd name="T44" fmla="*/ 68 w 71"/>
                <a:gd name="T45" fmla="*/ 36 h 58"/>
                <a:gd name="T46" fmla="*/ 67 w 71"/>
                <a:gd name="T47" fmla="*/ 30 h 58"/>
                <a:gd name="T48" fmla="*/ 65 w 71"/>
                <a:gd name="T49" fmla="*/ 26 h 58"/>
                <a:gd name="T50" fmla="*/ 69 w 71"/>
                <a:gd name="T51" fmla="*/ 22 h 58"/>
                <a:gd name="T52" fmla="*/ 69 w 71"/>
                <a:gd name="T53" fmla="*/ 16 h 58"/>
                <a:gd name="T54" fmla="*/ 67 w 71"/>
                <a:gd name="T55" fmla="*/ 10 h 58"/>
                <a:gd name="T56" fmla="*/ 62 w 71"/>
                <a:gd name="T57" fmla="*/ 6 h 58"/>
                <a:gd name="T58" fmla="*/ 61 w 71"/>
                <a:gd name="T59" fmla="*/ 6 h 58"/>
                <a:gd name="T60" fmla="*/ 42 w 71"/>
                <a:gd name="T61" fmla="*/ 5 h 58"/>
                <a:gd name="T62" fmla="*/ 38 w 71"/>
                <a:gd name="T63" fmla="*/ 4 h 58"/>
                <a:gd name="T64" fmla="*/ 34 w 71"/>
                <a:gd name="T65" fmla="*/ 6 h 58"/>
                <a:gd name="T66" fmla="*/ 31 w 71"/>
                <a:gd name="T67" fmla="*/ 1 h 58"/>
                <a:gd name="T68" fmla="*/ 15 w 71"/>
                <a:gd name="T69" fmla="*/ 6 h 58"/>
                <a:gd name="T70" fmla="*/ 3 w 71"/>
                <a:gd name="T71" fmla="*/ 10 h 58"/>
                <a:gd name="T72" fmla="*/ 1 w 71"/>
                <a:gd name="T73" fmla="*/ 11 h 58"/>
                <a:gd name="T74" fmla="*/ 1 w 71"/>
                <a:gd name="T75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58">
                  <a:moveTo>
                    <a:pt x="1" y="12"/>
                  </a:moveTo>
                  <a:cubicBezTo>
                    <a:pt x="1" y="13"/>
                    <a:pt x="2" y="18"/>
                    <a:pt x="1" y="20"/>
                  </a:cubicBezTo>
                  <a:cubicBezTo>
                    <a:pt x="0" y="22"/>
                    <a:pt x="0" y="22"/>
                    <a:pt x="1" y="23"/>
                  </a:cubicBezTo>
                  <a:cubicBezTo>
                    <a:pt x="2" y="24"/>
                    <a:pt x="3" y="25"/>
                    <a:pt x="3" y="27"/>
                  </a:cubicBezTo>
                  <a:cubicBezTo>
                    <a:pt x="3" y="28"/>
                    <a:pt x="4" y="28"/>
                    <a:pt x="4" y="30"/>
                  </a:cubicBezTo>
                  <a:cubicBezTo>
                    <a:pt x="4" y="33"/>
                    <a:pt x="5" y="35"/>
                    <a:pt x="6" y="36"/>
                  </a:cubicBezTo>
                  <a:cubicBezTo>
                    <a:pt x="6" y="37"/>
                    <a:pt x="6" y="39"/>
                    <a:pt x="6" y="40"/>
                  </a:cubicBezTo>
                  <a:cubicBezTo>
                    <a:pt x="7" y="41"/>
                    <a:pt x="9" y="42"/>
                    <a:pt x="10" y="42"/>
                  </a:cubicBezTo>
                  <a:cubicBezTo>
                    <a:pt x="14" y="43"/>
                    <a:pt x="15" y="44"/>
                    <a:pt x="15" y="46"/>
                  </a:cubicBezTo>
                  <a:cubicBezTo>
                    <a:pt x="15" y="47"/>
                    <a:pt x="18" y="49"/>
                    <a:pt x="19" y="47"/>
                  </a:cubicBezTo>
                  <a:cubicBezTo>
                    <a:pt x="20" y="46"/>
                    <a:pt x="22" y="47"/>
                    <a:pt x="23" y="47"/>
                  </a:cubicBezTo>
                  <a:cubicBezTo>
                    <a:pt x="25" y="47"/>
                    <a:pt x="25" y="48"/>
                    <a:pt x="25" y="49"/>
                  </a:cubicBezTo>
                  <a:cubicBezTo>
                    <a:pt x="25" y="50"/>
                    <a:pt x="29" y="50"/>
                    <a:pt x="30" y="51"/>
                  </a:cubicBezTo>
                  <a:cubicBezTo>
                    <a:pt x="31" y="51"/>
                    <a:pt x="32" y="54"/>
                    <a:pt x="33" y="55"/>
                  </a:cubicBezTo>
                  <a:cubicBezTo>
                    <a:pt x="35" y="56"/>
                    <a:pt x="37" y="54"/>
                    <a:pt x="38" y="55"/>
                  </a:cubicBezTo>
                  <a:cubicBezTo>
                    <a:pt x="39" y="55"/>
                    <a:pt x="42" y="56"/>
                    <a:pt x="44" y="55"/>
                  </a:cubicBezTo>
                  <a:cubicBezTo>
                    <a:pt x="46" y="55"/>
                    <a:pt x="47" y="56"/>
                    <a:pt x="50" y="56"/>
                  </a:cubicBezTo>
                  <a:cubicBezTo>
                    <a:pt x="52" y="56"/>
                    <a:pt x="56" y="56"/>
                    <a:pt x="56" y="57"/>
                  </a:cubicBezTo>
                  <a:cubicBezTo>
                    <a:pt x="57" y="58"/>
                    <a:pt x="59" y="58"/>
                    <a:pt x="61" y="58"/>
                  </a:cubicBezTo>
                  <a:cubicBezTo>
                    <a:pt x="61" y="57"/>
                    <a:pt x="60" y="54"/>
                    <a:pt x="60" y="53"/>
                  </a:cubicBezTo>
                  <a:cubicBezTo>
                    <a:pt x="60" y="53"/>
                    <a:pt x="66" y="47"/>
                    <a:pt x="67" y="46"/>
                  </a:cubicBezTo>
                  <a:cubicBezTo>
                    <a:pt x="68" y="45"/>
                    <a:pt x="70" y="45"/>
                    <a:pt x="70" y="44"/>
                  </a:cubicBezTo>
                  <a:cubicBezTo>
                    <a:pt x="71" y="42"/>
                    <a:pt x="68" y="37"/>
                    <a:pt x="68" y="36"/>
                  </a:cubicBezTo>
                  <a:cubicBezTo>
                    <a:pt x="67" y="35"/>
                    <a:pt x="67" y="31"/>
                    <a:pt x="67" y="30"/>
                  </a:cubicBezTo>
                  <a:cubicBezTo>
                    <a:pt x="68" y="28"/>
                    <a:pt x="65" y="27"/>
                    <a:pt x="65" y="26"/>
                  </a:cubicBezTo>
                  <a:cubicBezTo>
                    <a:pt x="65" y="25"/>
                    <a:pt x="67" y="23"/>
                    <a:pt x="69" y="22"/>
                  </a:cubicBezTo>
                  <a:cubicBezTo>
                    <a:pt x="70" y="22"/>
                    <a:pt x="70" y="17"/>
                    <a:pt x="69" y="16"/>
                  </a:cubicBezTo>
                  <a:cubicBezTo>
                    <a:pt x="67" y="15"/>
                    <a:pt x="67" y="13"/>
                    <a:pt x="67" y="10"/>
                  </a:cubicBezTo>
                  <a:cubicBezTo>
                    <a:pt x="68" y="8"/>
                    <a:pt x="62" y="6"/>
                    <a:pt x="62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56" y="7"/>
                    <a:pt x="43" y="5"/>
                    <a:pt x="42" y="5"/>
                  </a:cubicBezTo>
                  <a:cubicBezTo>
                    <a:pt x="41" y="5"/>
                    <a:pt x="40" y="4"/>
                    <a:pt x="38" y="4"/>
                  </a:cubicBezTo>
                  <a:cubicBezTo>
                    <a:pt x="38" y="5"/>
                    <a:pt x="36" y="6"/>
                    <a:pt x="34" y="6"/>
                  </a:cubicBezTo>
                  <a:cubicBezTo>
                    <a:pt x="31" y="6"/>
                    <a:pt x="31" y="2"/>
                    <a:pt x="31" y="1"/>
                  </a:cubicBezTo>
                  <a:cubicBezTo>
                    <a:pt x="31" y="0"/>
                    <a:pt x="18" y="2"/>
                    <a:pt x="15" y="6"/>
                  </a:cubicBezTo>
                  <a:cubicBezTo>
                    <a:pt x="11" y="9"/>
                    <a:pt x="3" y="8"/>
                    <a:pt x="3" y="10"/>
                  </a:cubicBezTo>
                  <a:cubicBezTo>
                    <a:pt x="3" y="11"/>
                    <a:pt x="2" y="12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" name="Freeform 1237">
              <a:extLst>
                <a:ext uri="{FF2B5EF4-FFF2-40B4-BE49-F238E27FC236}">
                  <a16:creationId xmlns:a16="http://schemas.microsoft.com/office/drawing/2014/main" id="{16EFE1A6-068D-0F1D-D43C-543B42759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24491" y="2939893"/>
              <a:ext cx="101592" cy="101594"/>
            </a:xfrm>
            <a:custGeom>
              <a:avLst/>
              <a:gdLst>
                <a:gd name="T0" fmla="*/ 20 w 27"/>
                <a:gd name="T1" fmla="*/ 25 h 27"/>
                <a:gd name="T2" fmla="*/ 26 w 27"/>
                <a:gd name="T3" fmla="*/ 16 h 27"/>
                <a:gd name="T4" fmla="*/ 27 w 27"/>
                <a:gd name="T5" fmla="*/ 6 h 27"/>
                <a:gd name="T6" fmla="*/ 20 w 27"/>
                <a:gd name="T7" fmla="*/ 2 h 27"/>
                <a:gd name="T8" fmla="*/ 8 w 27"/>
                <a:gd name="T9" fmla="*/ 1 h 27"/>
                <a:gd name="T10" fmla="*/ 4 w 27"/>
                <a:gd name="T11" fmla="*/ 2 h 27"/>
                <a:gd name="T12" fmla="*/ 0 w 27"/>
                <a:gd name="T13" fmla="*/ 4 h 27"/>
                <a:gd name="T14" fmla="*/ 4 w 27"/>
                <a:gd name="T15" fmla="*/ 9 h 27"/>
                <a:gd name="T16" fmla="*/ 10 w 27"/>
                <a:gd name="T17" fmla="*/ 17 h 27"/>
                <a:gd name="T18" fmla="*/ 16 w 27"/>
                <a:gd name="T19" fmla="*/ 24 h 27"/>
                <a:gd name="T20" fmla="*/ 20 w 27"/>
                <a:gd name="T21" fmla="*/ 27 h 27"/>
                <a:gd name="T22" fmla="*/ 20 w 27"/>
                <a:gd name="T2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" h="27">
                  <a:moveTo>
                    <a:pt x="20" y="25"/>
                  </a:moveTo>
                  <a:cubicBezTo>
                    <a:pt x="20" y="23"/>
                    <a:pt x="25" y="16"/>
                    <a:pt x="26" y="16"/>
                  </a:cubicBezTo>
                  <a:cubicBezTo>
                    <a:pt x="27" y="16"/>
                    <a:pt x="27" y="9"/>
                    <a:pt x="27" y="6"/>
                  </a:cubicBezTo>
                  <a:cubicBezTo>
                    <a:pt x="23" y="3"/>
                    <a:pt x="20" y="2"/>
                    <a:pt x="20" y="2"/>
                  </a:cubicBezTo>
                  <a:cubicBezTo>
                    <a:pt x="20" y="2"/>
                    <a:pt x="10" y="2"/>
                    <a:pt x="8" y="1"/>
                  </a:cubicBezTo>
                  <a:cubicBezTo>
                    <a:pt x="7" y="0"/>
                    <a:pt x="5" y="3"/>
                    <a:pt x="4" y="2"/>
                  </a:cubicBezTo>
                  <a:cubicBezTo>
                    <a:pt x="2" y="1"/>
                    <a:pt x="0" y="3"/>
                    <a:pt x="0" y="4"/>
                  </a:cubicBezTo>
                  <a:cubicBezTo>
                    <a:pt x="1" y="6"/>
                    <a:pt x="4" y="7"/>
                    <a:pt x="4" y="9"/>
                  </a:cubicBezTo>
                  <a:cubicBezTo>
                    <a:pt x="4" y="12"/>
                    <a:pt x="10" y="16"/>
                    <a:pt x="10" y="17"/>
                  </a:cubicBezTo>
                  <a:cubicBezTo>
                    <a:pt x="10" y="18"/>
                    <a:pt x="14" y="21"/>
                    <a:pt x="16" y="24"/>
                  </a:cubicBezTo>
                  <a:cubicBezTo>
                    <a:pt x="17" y="25"/>
                    <a:pt x="19" y="26"/>
                    <a:pt x="20" y="27"/>
                  </a:cubicBezTo>
                  <a:cubicBezTo>
                    <a:pt x="20" y="26"/>
                    <a:pt x="20" y="25"/>
                    <a:pt x="20" y="2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" name="Freeform 1239">
              <a:extLst>
                <a:ext uri="{FF2B5EF4-FFF2-40B4-BE49-F238E27FC236}">
                  <a16:creationId xmlns:a16="http://schemas.microsoft.com/office/drawing/2014/main" id="{327C8BC8-9E97-35EB-7B90-2EA8F2D49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6870" y="2898620"/>
              <a:ext cx="149213" cy="134931"/>
            </a:xfrm>
            <a:custGeom>
              <a:avLst/>
              <a:gdLst>
                <a:gd name="T0" fmla="*/ 23 w 40"/>
                <a:gd name="T1" fmla="*/ 29 h 36"/>
                <a:gd name="T2" fmla="*/ 17 w 40"/>
                <a:gd name="T3" fmla="*/ 21 h 36"/>
                <a:gd name="T4" fmla="*/ 14 w 40"/>
                <a:gd name="T5" fmla="*/ 16 h 36"/>
                <a:gd name="T6" fmla="*/ 17 w 40"/>
                <a:gd name="T7" fmla="*/ 14 h 36"/>
                <a:gd name="T8" fmla="*/ 22 w 40"/>
                <a:gd name="T9" fmla="*/ 13 h 36"/>
                <a:gd name="T10" fmla="*/ 33 w 40"/>
                <a:gd name="T11" fmla="*/ 14 h 36"/>
                <a:gd name="T12" fmla="*/ 40 w 40"/>
                <a:gd name="T13" fmla="*/ 17 h 36"/>
                <a:gd name="T14" fmla="*/ 40 w 40"/>
                <a:gd name="T15" fmla="*/ 16 h 36"/>
                <a:gd name="T16" fmla="*/ 37 w 40"/>
                <a:gd name="T17" fmla="*/ 10 h 36"/>
                <a:gd name="T18" fmla="*/ 35 w 40"/>
                <a:gd name="T19" fmla="*/ 6 h 36"/>
                <a:gd name="T20" fmla="*/ 33 w 40"/>
                <a:gd name="T21" fmla="*/ 6 h 36"/>
                <a:gd name="T22" fmla="*/ 25 w 40"/>
                <a:gd name="T23" fmla="*/ 5 h 36"/>
                <a:gd name="T24" fmla="*/ 19 w 40"/>
                <a:gd name="T25" fmla="*/ 0 h 36"/>
                <a:gd name="T26" fmla="*/ 14 w 40"/>
                <a:gd name="T27" fmla="*/ 3 h 36"/>
                <a:gd name="T28" fmla="*/ 12 w 40"/>
                <a:gd name="T29" fmla="*/ 7 h 36"/>
                <a:gd name="T30" fmla="*/ 10 w 40"/>
                <a:gd name="T31" fmla="*/ 10 h 36"/>
                <a:gd name="T32" fmla="*/ 5 w 40"/>
                <a:gd name="T33" fmla="*/ 10 h 36"/>
                <a:gd name="T34" fmla="*/ 0 w 40"/>
                <a:gd name="T35" fmla="*/ 11 h 36"/>
                <a:gd name="T36" fmla="*/ 1 w 40"/>
                <a:gd name="T37" fmla="*/ 14 h 36"/>
                <a:gd name="T38" fmla="*/ 7 w 40"/>
                <a:gd name="T39" fmla="*/ 17 h 36"/>
                <a:gd name="T40" fmla="*/ 14 w 40"/>
                <a:gd name="T41" fmla="*/ 28 h 36"/>
                <a:gd name="T42" fmla="*/ 20 w 40"/>
                <a:gd name="T43" fmla="*/ 31 h 36"/>
                <a:gd name="T44" fmla="*/ 26 w 40"/>
                <a:gd name="T45" fmla="*/ 34 h 36"/>
                <a:gd name="T46" fmla="*/ 29 w 40"/>
                <a:gd name="T47" fmla="*/ 36 h 36"/>
                <a:gd name="T48" fmla="*/ 23 w 40"/>
                <a:gd name="T49" fmla="*/ 2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0" h="36">
                  <a:moveTo>
                    <a:pt x="23" y="29"/>
                  </a:moveTo>
                  <a:cubicBezTo>
                    <a:pt x="23" y="27"/>
                    <a:pt x="17" y="24"/>
                    <a:pt x="17" y="21"/>
                  </a:cubicBezTo>
                  <a:cubicBezTo>
                    <a:pt x="17" y="19"/>
                    <a:pt x="14" y="17"/>
                    <a:pt x="14" y="16"/>
                  </a:cubicBezTo>
                  <a:cubicBezTo>
                    <a:pt x="13" y="14"/>
                    <a:pt x="15" y="13"/>
                    <a:pt x="17" y="14"/>
                  </a:cubicBezTo>
                  <a:cubicBezTo>
                    <a:pt x="18" y="15"/>
                    <a:pt x="20" y="12"/>
                    <a:pt x="22" y="13"/>
                  </a:cubicBezTo>
                  <a:cubicBezTo>
                    <a:pt x="23" y="13"/>
                    <a:pt x="33" y="14"/>
                    <a:pt x="33" y="14"/>
                  </a:cubicBezTo>
                  <a:cubicBezTo>
                    <a:pt x="33" y="14"/>
                    <a:pt x="36" y="15"/>
                    <a:pt x="40" y="17"/>
                  </a:cubicBezTo>
                  <a:cubicBezTo>
                    <a:pt x="40" y="17"/>
                    <a:pt x="40" y="16"/>
                    <a:pt x="40" y="16"/>
                  </a:cubicBezTo>
                  <a:cubicBezTo>
                    <a:pt x="39" y="14"/>
                    <a:pt x="40" y="11"/>
                    <a:pt x="37" y="10"/>
                  </a:cubicBezTo>
                  <a:cubicBezTo>
                    <a:pt x="36" y="10"/>
                    <a:pt x="36" y="8"/>
                    <a:pt x="35" y="6"/>
                  </a:cubicBezTo>
                  <a:cubicBezTo>
                    <a:pt x="34" y="6"/>
                    <a:pt x="33" y="6"/>
                    <a:pt x="33" y="6"/>
                  </a:cubicBezTo>
                  <a:cubicBezTo>
                    <a:pt x="31" y="7"/>
                    <a:pt x="27" y="7"/>
                    <a:pt x="25" y="5"/>
                  </a:cubicBezTo>
                  <a:cubicBezTo>
                    <a:pt x="24" y="3"/>
                    <a:pt x="20" y="1"/>
                    <a:pt x="19" y="0"/>
                  </a:cubicBezTo>
                  <a:cubicBezTo>
                    <a:pt x="18" y="0"/>
                    <a:pt x="15" y="3"/>
                    <a:pt x="14" y="3"/>
                  </a:cubicBezTo>
                  <a:cubicBezTo>
                    <a:pt x="13" y="3"/>
                    <a:pt x="14" y="7"/>
                    <a:pt x="12" y="7"/>
                  </a:cubicBezTo>
                  <a:cubicBezTo>
                    <a:pt x="11" y="7"/>
                    <a:pt x="10" y="9"/>
                    <a:pt x="10" y="10"/>
                  </a:cubicBezTo>
                  <a:cubicBezTo>
                    <a:pt x="9" y="11"/>
                    <a:pt x="6" y="9"/>
                    <a:pt x="5" y="10"/>
                  </a:cubicBezTo>
                  <a:cubicBezTo>
                    <a:pt x="4" y="10"/>
                    <a:pt x="1" y="11"/>
                    <a:pt x="0" y="11"/>
                  </a:cubicBezTo>
                  <a:cubicBezTo>
                    <a:pt x="0" y="13"/>
                    <a:pt x="0" y="14"/>
                    <a:pt x="1" y="14"/>
                  </a:cubicBezTo>
                  <a:cubicBezTo>
                    <a:pt x="3" y="14"/>
                    <a:pt x="7" y="14"/>
                    <a:pt x="7" y="17"/>
                  </a:cubicBezTo>
                  <a:cubicBezTo>
                    <a:pt x="7" y="19"/>
                    <a:pt x="12" y="26"/>
                    <a:pt x="14" y="28"/>
                  </a:cubicBezTo>
                  <a:cubicBezTo>
                    <a:pt x="15" y="30"/>
                    <a:pt x="19" y="29"/>
                    <a:pt x="20" y="31"/>
                  </a:cubicBezTo>
                  <a:cubicBezTo>
                    <a:pt x="20" y="33"/>
                    <a:pt x="23" y="34"/>
                    <a:pt x="26" y="34"/>
                  </a:cubicBezTo>
                  <a:cubicBezTo>
                    <a:pt x="27" y="35"/>
                    <a:pt x="28" y="35"/>
                    <a:pt x="29" y="36"/>
                  </a:cubicBezTo>
                  <a:cubicBezTo>
                    <a:pt x="27" y="32"/>
                    <a:pt x="23" y="30"/>
                    <a:pt x="23" y="2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" name="Freeform 1241">
              <a:extLst>
                <a:ext uri="{FF2B5EF4-FFF2-40B4-BE49-F238E27FC236}">
                  <a16:creationId xmlns:a16="http://schemas.microsoft.com/office/drawing/2014/main" id="{B7A141DF-7FE1-412E-82EF-9BD0445CB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4972" y="3033550"/>
              <a:ext cx="55558" cy="101594"/>
            </a:xfrm>
            <a:custGeom>
              <a:avLst/>
              <a:gdLst>
                <a:gd name="T0" fmla="*/ 10 w 15"/>
                <a:gd name="T1" fmla="*/ 23 h 27"/>
                <a:gd name="T2" fmla="*/ 12 w 15"/>
                <a:gd name="T3" fmla="*/ 21 h 27"/>
                <a:gd name="T4" fmla="*/ 15 w 15"/>
                <a:gd name="T5" fmla="*/ 16 h 27"/>
                <a:gd name="T6" fmla="*/ 15 w 15"/>
                <a:gd name="T7" fmla="*/ 16 h 27"/>
                <a:gd name="T8" fmla="*/ 11 w 15"/>
                <a:gd name="T9" fmla="*/ 11 h 27"/>
                <a:gd name="T10" fmla="*/ 12 w 15"/>
                <a:gd name="T11" fmla="*/ 3 h 27"/>
                <a:gd name="T12" fmla="*/ 5 w 15"/>
                <a:gd name="T13" fmla="*/ 0 h 27"/>
                <a:gd name="T14" fmla="*/ 1 w 15"/>
                <a:gd name="T15" fmla="*/ 5 h 27"/>
                <a:gd name="T16" fmla="*/ 3 w 15"/>
                <a:gd name="T17" fmla="*/ 10 h 27"/>
                <a:gd name="T18" fmla="*/ 3 w 15"/>
                <a:gd name="T19" fmla="*/ 21 h 27"/>
                <a:gd name="T20" fmla="*/ 8 w 15"/>
                <a:gd name="T21" fmla="*/ 27 h 27"/>
                <a:gd name="T22" fmla="*/ 10 w 15"/>
                <a:gd name="T23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27">
                  <a:moveTo>
                    <a:pt x="10" y="23"/>
                  </a:moveTo>
                  <a:cubicBezTo>
                    <a:pt x="12" y="23"/>
                    <a:pt x="11" y="22"/>
                    <a:pt x="12" y="21"/>
                  </a:cubicBezTo>
                  <a:cubicBezTo>
                    <a:pt x="13" y="19"/>
                    <a:pt x="15" y="1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3" y="14"/>
                    <a:pt x="11" y="13"/>
                    <a:pt x="11" y="11"/>
                  </a:cubicBezTo>
                  <a:cubicBezTo>
                    <a:pt x="10" y="9"/>
                    <a:pt x="11" y="6"/>
                    <a:pt x="12" y="3"/>
                  </a:cubicBezTo>
                  <a:cubicBezTo>
                    <a:pt x="10" y="2"/>
                    <a:pt x="6" y="0"/>
                    <a:pt x="5" y="0"/>
                  </a:cubicBezTo>
                  <a:cubicBezTo>
                    <a:pt x="3" y="0"/>
                    <a:pt x="1" y="2"/>
                    <a:pt x="1" y="5"/>
                  </a:cubicBezTo>
                  <a:cubicBezTo>
                    <a:pt x="4" y="7"/>
                    <a:pt x="5" y="8"/>
                    <a:pt x="3" y="10"/>
                  </a:cubicBezTo>
                  <a:cubicBezTo>
                    <a:pt x="1" y="12"/>
                    <a:pt x="0" y="19"/>
                    <a:pt x="3" y="21"/>
                  </a:cubicBezTo>
                  <a:cubicBezTo>
                    <a:pt x="5" y="23"/>
                    <a:pt x="6" y="26"/>
                    <a:pt x="8" y="27"/>
                  </a:cubicBezTo>
                  <a:cubicBezTo>
                    <a:pt x="9" y="26"/>
                    <a:pt x="9" y="24"/>
                    <a:pt x="10" y="2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" name="Freeform 1242">
              <a:extLst>
                <a:ext uri="{FF2B5EF4-FFF2-40B4-BE49-F238E27FC236}">
                  <a16:creationId xmlns:a16="http://schemas.microsoft.com/office/drawing/2014/main" id="{DDC9AD66-64D7-144E-E8AC-2EC3A3B4D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4972" y="3033550"/>
              <a:ext cx="55558" cy="101594"/>
            </a:xfrm>
            <a:custGeom>
              <a:avLst/>
              <a:gdLst>
                <a:gd name="T0" fmla="*/ 10 w 15"/>
                <a:gd name="T1" fmla="*/ 23 h 27"/>
                <a:gd name="T2" fmla="*/ 12 w 15"/>
                <a:gd name="T3" fmla="*/ 21 h 27"/>
                <a:gd name="T4" fmla="*/ 15 w 15"/>
                <a:gd name="T5" fmla="*/ 16 h 27"/>
                <a:gd name="T6" fmla="*/ 15 w 15"/>
                <a:gd name="T7" fmla="*/ 16 h 27"/>
                <a:gd name="T8" fmla="*/ 11 w 15"/>
                <a:gd name="T9" fmla="*/ 11 h 27"/>
                <a:gd name="T10" fmla="*/ 12 w 15"/>
                <a:gd name="T11" fmla="*/ 3 h 27"/>
                <a:gd name="T12" fmla="*/ 5 w 15"/>
                <a:gd name="T13" fmla="*/ 0 h 27"/>
                <a:gd name="T14" fmla="*/ 1 w 15"/>
                <a:gd name="T15" fmla="*/ 5 h 27"/>
                <a:gd name="T16" fmla="*/ 3 w 15"/>
                <a:gd name="T17" fmla="*/ 10 h 27"/>
                <a:gd name="T18" fmla="*/ 3 w 15"/>
                <a:gd name="T19" fmla="*/ 21 h 27"/>
                <a:gd name="T20" fmla="*/ 8 w 15"/>
                <a:gd name="T21" fmla="*/ 27 h 27"/>
                <a:gd name="T22" fmla="*/ 10 w 15"/>
                <a:gd name="T23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27">
                  <a:moveTo>
                    <a:pt x="10" y="23"/>
                  </a:moveTo>
                  <a:cubicBezTo>
                    <a:pt x="12" y="23"/>
                    <a:pt x="11" y="22"/>
                    <a:pt x="12" y="21"/>
                  </a:cubicBezTo>
                  <a:cubicBezTo>
                    <a:pt x="13" y="19"/>
                    <a:pt x="15" y="1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3" y="14"/>
                    <a:pt x="11" y="13"/>
                    <a:pt x="11" y="11"/>
                  </a:cubicBezTo>
                  <a:cubicBezTo>
                    <a:pt x="10" y="9"/>
                    <a:pt x="11" y="6"/>
                    <a:pt x="12" y="3"/>
                  </a:cubicBezTo>
                  <a:cubicBezTo>
                    <a:pt x="10" y="2"/>
                    <a:pt x="6" y="0"/>
                    <a:pt x="5" y="0"/>
                  </a:cubicBezTo>
                  <a:cubicBezTo>
                    <a:pt x="3" y="0"/>
                    <a:pt x="1" y="2"/>
                    <a:pt x="1" y="5"/>
                  </a:cubicBezTo>
                  <a:cubicBezTo>
                    <a:pt x="4" y="7"/>
                    <a:pt x="5" y="8"/>
                    <a:pt x="3" y="10"/>
                  </a:cubicBezTo>
                  <a:cubicBezTo>
                    <a:pt x="1" y="12"/>
                    <a:pt x="0" y="19"/>
                    <a:pt x="3" y="21"/>
                  </a:cubicBezTo>
                  <a:cubicBezTo>
                    <a:pt x="5" y="23"/>
                    <a:pt x="6" y="26"/>
                    <a:pt x="8" y="27"/>
                  </a:cubicBezTo>
                  <a:cubicBezTo>
                    <a:pt x="9" y="26"/>
                    <a:pt x="9" y="24"/>
                    <a:pt x="10" y="23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" name="Freeform 1243">
              <a:extLst>
                <a:ext uri="{FF2B5EF4-FFF2-40B4-BE49-F238E27FC236}">
                  <a16:creationId xmlns:a16="http://schemas.microsoft.com/office/drawing/2014/main" id="{752ADBF6-6338-539D-BBD2-8AC41169F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4167" y="2808137"/>
              <a:ext cx="206359" cy="98419"/>
            </a:xfrm>
            <a:custGeom>
              <a:avLst/>
              <a:gdLst>
                <a:gd name="T0" fmla="*/ 47 w 55"/>
                <a:gd name="T1" fmla="*/ 3 h 26"/>
                <a:gd name="T2" fmla="*/ 40 w 55"/>
                <a:gd name="T3" fmla="*/ 0 h 26"/>
                <a:gd name="T4" fmla="*/ 38 w 55"/>
                <a:gd name="T5" fmla="*/ 4 h 26"/>
                <a:gd name="T6" fmla="*/ 32 w 55"/>
                <a:gd name="T7" fmla="*/ 4 h 26"/>
                <a:gd name="T8" fmla="*/ 28 w 55"/>
                <a:gd name="T9" fmla="*/ 7 h 26"/>
                <a:gd name="T10" fmla="*/ 25 w 55"/>
                <a:gd name="T11" fmla="*/ 12 h 26"/>
                <a:gd name="T12" fmla="*/ 22 w 55"/>
                <a:gd name="T13" fmla="*/ 14 h 26"/>
                <a:gd name="T14" fmla="*/ 14 w 55"/>
                <a:gd name="T15" fmla="*/ 15 h 26"/>
                <a:gd name="T16" fmla="*/ 10 w 55"/>
                <a:gd name="T17" fmla="*/ 16 h 26"/>
                <a:gd name="T18" fmla="*/ 6 w 55"/>
                <a:gd name="T19" fmla="*/ 16 h 26"/>
                <a:gd name="T20" fmla="*/ 1 w 55"/>
                <a:gd name="T21" fmla="*/ 15 h 26"/>
                <a:gd name="T22" fmla="*/ 0 w 55"/>
                <a:gd name="T23" fmla="*/ 19 h 26"/>
                <a:gd name="T24" fmla="*/ 4 w 55"/>
                <a:gd name="T25" fmla="*/ 21 h 26"/>
                <a:gd name="T26" fmla="*/ 9 w 55"/>
                <a:gd name="T27" fmla="*/ 22 h 26"/>
                <a:gd name="T28" fmla="*/ 14 w 55"/>
                <a:gd name="T29" fmla="*/ 21 h 26"/>
                <a:gd name="T30" fmla="*/ 19 w 55"/>
                <a:gd name="T31" fmla="*/ 20 h 26"/>
                <a:gd name="T32" fmla="*/ 21 w 55"/>
                <a:gd name="T33" fmla="*/ 23 h 26"/>
                <a:gd name="T34" fmla="*/ 28 w 55"/>
                <a:gd name="T35" fmla="*/ 24 h 26"/>
                <a:gd name="T36" fmla="*/ 36 w 55"/>
                <a:gd name="T37" fmla="*/ 26 h 26"/>
                <a:gd name="T38" fmla="*/ 42 w 55"/>
                <a:gd name="T39" fmla="*/ 23 h 26"/>
                <a:gd name="T40" fmla="*/ 48 w 55"/>
                <a:gd name="T41" fmla="*/ 22 h 26"/>
                <a:gd name="T42" fmla="*/ 48 w 55"/>
                <a:gd name="T43" fmla="*/ 22 h 26"/>
                <a:gd name="T44" fmla="*/ 49 w 55"/>
                <a:gd name="T45" fmla="*/ 20 h 26"/>
                <a:gd name="T46" fmla="*/ 50 w 55"/>
                <a:gd name="T47" fmla="*/ 17 h 26"/>
                <a:gd name="T48" fmla="*/ 51 w 55"/>
                <a:gd name="T49" fmla="*/ 14 h 26"/>
                <a:gd name="T50" fmla="*/ 54 w 55"/>
                <a:gd name="T51" fmla="*/ 12 h 26"/>
                <a:gd name="T52" fmla="*/ 55 w 55"/>
                <a:gd name="T53" fmla="*/ 10 h 26"/>
                <a:gd name="T54" fmla="*/ 52 w 55"/>
                <a:gd name="T55" fmla="*/ 3 h 26"/>
                <a:gd name="T56" fmla="*/ 47 w 55"/>
                <a:gd name="T57" fmla="*/ 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26">
                  <a:moveTo>
                    <a:pt x="47" y="3"/>
                  </a:moveTo>
                  <a:cubicBezTo>
                    <a:pt x="45" y="0"/>
                    <a:pt x="40" y="0"/>
                    <a:pt x="40" y="0"/>
                  </a:cubicBezTo>
                  <a:cubicBezTo>
                    <a:pt x="40" y="0"/>
                    <a:pt x="39" y="3"/>
                    <a:pt x="38" y="4"/>
                  </a:cubicBezTo>
                  <a:cubicBezTo>
                    <a:pt x="38" y="5"/>
                    <a:pt x="34" y="5"/>
                    <a:pt x="32" y="4"/>
                  </a:cubicBezTo>
                  <a:cubicBezTo>
                    <a:pt x="31" y="5"/>
                    <a:pt x="28" y="6"/>
                    <a:pt x="28" y="7"/>
                  </a:cubicBezTo>
                  <a:cubicBezTo>
                    <a:pt x="27" y="9"/>
                    <a:pt x="24" y="8"/>
                    <a:pt x="25" y="12"/>
                  </a:cubicBezTo>
                  <a:cubicBezTo>
                    <a:pt x="26" y="16"/>
                    <a:pt x="23" y="14"/>
                    <a:pt x="22" y="14"/>
                  </a:cubicBezTo>
                  <a:cubicBezTo>
                    <a:pt x="21" y="13"/>
                    <a:pt x="16" y="14"/>
                    <a:pt x="14" y="15"/>
                  </a:cubicBezTo>
                  <a:cubicBezTo>
                    <a:pt x="13" y="17"/>
                    <a:pt x="11" y="16"/>
                    <a:pt x="10" y="16"/>
                  </a:cubicBezTo>
                  <a:cubicBezTo>
                    <a:pt x="9" y="15"/>
                    <a:pt x="7" y="15"/>
                    <a:pt x="6" y="16"/>
                  </a:cubicBezTo>
                  <a:cubicBezTo>
                    <a:pt x="5" y="18"/>
                    <a:pt x="3" y="15"/>
                    <a:pt x="1" y="15"/>
                  </a:cubicBezTo>
                  <a:cubicBezTo>
                    <a:pt x="0" y="15"/>
                    <a:pt x="0" y="19"/>
                    <a:pt x="0" y="19"/>
                  </a:cubicBezTo>
                  <a:cubicBezTo>
                    <a:pt x="0" y="20"/>
                    <a:pt x="3" y="22"/>
                    <a:pt x="4" y="21"/>
                  </a:cubicBezTo>
                  <a:cubicBezTo>
                    <a:pt x="6" y="21"/>
                    <a:pt x="8" y="21"/>
                    <a:pt x="9" y="22"/>
                  </a:cubicBezTo>
                  <a:cubicBezTo>
                    <a:pt x="10" y="23"/>
                    <a:pt x="13" y="22"/>
                    <a:pt x="14" y="21"/>
                  </a:cubicBezTo>
                  <a:cubicBezTo>
                    <a:pt x="14" y="20"/>
                    <a:pt x="19" y="20"/>
                    <a:pt x="19" y="20"/>
                  </a:cubicBezTo>
                  <a:cubicBezTo>
                    <a:pt x="20" y="20"/>
                    <a:pt x="20" y="23"/>
                    <a:pt x="21" y="23"/>
                  </a:cubicBezTo>
                  <a:cubicBezTo>
                    <a:pt x="22" y="24"/>
                    <a:pt x="25" y="24"/>
                    <a:pt x="28" y="24"/>
                  </a:cubicBezTo>
                  <a:cubicBezTo>
                    <a:pt x="31" y="24"/>
                    <a:pt x="35" y="26"/>
                    <a:pt x="36" y="26"/>
                  </a:cubicBezTo>
                  <a:cubicBezTo>
                    <a:pt x="37" y="26"/>
                    <a:pt x="39" y="23"/>
                    <a:pt x="42" y="23"/>
                  </a:cubicBezTo>
                  <a:cubicBezTo>
                    <a:pt x="45" y="23"/>
                    <a:pt x="47" y="21"/>
                    <a:pt x="48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8" y="21"/>
                    <a:pt x="48" y="20"/>
                    <a:pt x="49" y="20"/>
                  </a:cubicBezTo>
                  <a:cubicBezTo>
                    <a:pt x="50" y="20"/>
                    <a:pt x="49" y="18"/>
                    <a:pt x="50" y="17"/>
                  </a:cubicBezTo>
                  <a:cubicBezTo>
                    <a:pt x="51" y="16"/>
                    <a:pt x="49" y="13"/>
                    <a:pt x="51" y="14"/>
                  </a:cubicBezTo>
                  <a:cubicBezTo>
                    <a:pt x="52" y="14"/>
                    <a:pt x="54" y="14"/>
                    <a:pt x="54" y="12"/>
                  </a:cubicBezTo>
                  <a:cubicBezTo>
                    <a:pt x="54" y="11"/>
                    <a:pt x="55" y="10"/>
                    <a:pt x="55" y="10"/>
                  </a:cubicBezTo>
                  <a:cubicBezTo>
                    <a:pt x="53" y="7"/>
                    <a:pt x="52" y="3"/>
                    <a:pt x="52" y="3"/>
                  </a:cubicBezTo>
                  <a:cubicBezTo>
                    <a:pt x="52" y="3"/>
                    <a:pt x="49" y="5"/>
                    <a:pt x="47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" name="Freeform 1245">
              <a:extLst>
                <a:ext uri="{FF2B5EF4-FFF2-40B4-BE49-F238E27FC236}">
                  <a16:creationId xmlns:a16="http://schemas.microsoft.com/office/drawing/2014/main" id="{5EAC3429-2877-D35C-2216-95E4F5A31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0365" y="2819249"/>
              <a:ext cx="179373" cy="104769"/>
            </a:xfrm>
            <a:custGeom>
              <a:avLst/>
              <a:gdLst>
                <a:gd name="T0" fmla="*/ 47 w 48"/>
                <a:gd name="T1" fmla="*/ 6 h 28"/>
                <a:gd name="T2" fmla="*/ 45 w 48"/>
                <a:gd name="T3" fmla="*/ 5 h 28"/>
                <a:gd name="T4" fmla="*/ 40 w 48"/>
                <a:gd name="T5" fmla="*/ 3 h 28"/>
                <a:gd name="T6" fmla="*/ 33 w 48"/>
                <a:gd name="T7" fmla="*/ 1 h 28"/>
                <a:gd name="T8" fmla="*/ 26 w 48"/>
                <a:gd name="T9" fmla="*/ 5 h 28"/>
                <a:gd name="T10" fmla="*/ 18 w 48"/>
                <a:gd name="T11" fmla="*/ 8 h 28"/>
                <a:gd name="T12" fmla="*/ 8 w 48"/>
                <a:gd name="T13" fmla="*/ 8 h 28"/>
                <a:gd name="T14" fmla="*/ 7 w 48"/>
                <a:gd name="T15" fmla="*/ 7 h 28"/>
                <a:gd name="T16" fmla="*/ 6 w 48"/>
                <a:gd name="T17" fmla="*/ 9 h 28"/>
                <a:gd name="T18" fmla="*/ 3 w 48"/>
                <a:gd name="T19" fmla="*/ 10 h 28"/>
                <a:gd name="T20" fmla="*/ 2 w 48"/>
                <a:gd name="T21" fmla="*/ 13 h 28"/>
                <a:gd name="T22" fmla="*/ 1 w 48"/>
                <a:gd name="T23" fmla="*/ 17 h 28"/>
                <a:gd name="T24" fmla="*/ 0 w 48"/>
                <a:gd name="T25" fmla="*/ 19 h 28"/>
                <a:gd name="T26" fmla="*/ 2 w 48"/>
                <a:gd name="T27" fmla="*/ 21 h 28"/>
                <a:gd name="T28" fmla="*/ 1 w 48"/>
                <a:gd name="T29" fmla="*/ 21 h 28"/>
                <a:gd name="T30" fmla="*/ 8 w 48"/>
                <a:gd name="T31" fmla="*/ 26 h 28"/>
                <a:gd name="T32" fmla="*/ 15 w 48"/>
                <a:gd name="T33" fmla="*/ 28 h 28"/>
                <a:gd name="T34" fmla="*/ 26 w 48"/>
                <a:gd name="T35" fmla="*/ 25 h 28"/>
                <a:gd name="T36" fmla="*/ 29 w 48"/>
                <a:gd name="T37" fmla="*/ 26 h 28"/>
                <a:gd name="T38" fmla="*/ 31 w 48"/>
                <a:gd name="T39" fmla="*/ 26 h 28"/>
                <a:gd name="T40" fmla="*/ 35 w 48"/>
                <a:gd name="T41" fmla="*/ 23 h 28"/>
                <a:gd name="T42" fmla="*/ 42 w 48"/>
                <a:gd name="T43" fmla="*/ 11 h 28"/>
                <a:gd name="T44" fmla="*/ 47 w 48"/>
                <a:gd name="T45" fmla="*/ 8 h 28"/>
                <a:gd name="T46" fmla="*/ 47 w 48"/>
                <a:gd name="T4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" h="28">
                  <a:moveTo>
                    <a:pt x="47" y="6"/>
                  </a:moveTo>
                  <a:cubicBezTo>
                    <a:pt x="46" y="6"/>
                    <a:pt x="45" y="5"/>
                    <a:pt x="45" y="5"/>
                  </a:cubicBezTo>
                  <a:cubicBezTo>
                    <a:pt x="43" y="4"/>
                    <a:pt x="41" y="4"/>
                    <a:pt x="40" y="3"/>
                  </a:cubicBezTo>
                  <a:cubicBezTo>
                    <a:pt x="39" y="2"/>
                    <a:pt x="34" y="1"/>
                    <a:pt x="33" y="1"/>
                  </a:cubicBezTo>
                  <a:cubicBezTo>
                    <a:pt x="32" y="0"/>
                    <a:pt x="28" y="5"/>
                    <a:pt x="26" y="5"/>
                  </a:cubicBezTo>
                  <a:cubicBezTo>
                    <a:pt x="25" y="5"/>
                    <a:pt x="18" y="6"/>
                    <a:pt x="18" y="8"/>
                  </a:cubicBezTo>
                  <a:cubicBezTo>
                    <a:pt x="18" y="9"/>
                    <a:pt x="11" y="10"/>
                    <a:pt x="8" y="8"/>
                  </a:cubicBezTo>
                  <a:cubicBezTo>
                    <a:pt x="8" y="7"/>
                    <a:pt x="8" y="7"/>
                    <a:pt x="7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6" y="11"/>
                    <a:pt x="5" y="11"/>
                    <a:pt x="3" y="10"/>
                  </a:cubicBezTo>
                  <a:cubicBezTo>
                    <a:pt x="1" y="10"/>
                    <a:pt x="3" y="12"/>
                    <a:pt x="2" y="13"/>
                  </a:cubicBezTo>
                  <a:cubicBezTo>
                    <a:pt x="1" y="14"/>
                    <a:pt x="2" y="17"/>
                    <a:pt x="1" y="17"/>
                  </a:cubicBezTo>
                  <a:cubicBezTo>
                    <a:pt x="0" y="17"/>
                    <a:pt x="0" y="18"/>
                    <a:pt x="0" y="19"/>
                  </a:cubicBezTo>
                  <a:cubicBezTo>
                    <a:pt x="0" y="19"/>
                    <a:pt x="2" y="21"/>
                    <a:pt x="2" y="21"/>
                  </a:cubicBezTo>
                  <a:cubicBezTo>
                    <a:pt x="2" y="21"/>
                    <a:pt x="1" y="21"/>
                    <a:pt x="1" y="21"/>
                  </a:cubicBezTo>
                  <a:cubicBezTo>
                    <a:pt x="3" y="22"/>
                    <a:pt x="6" y="25"/>
                    <a:pt x="8" y="26"/>
                  </a:cubicBezTo>
                  <a:cubicBezTo>
                    <a:pt x="9" y="28"/>
                    <a:pt x="13" y="28"/>
                    <a:pt x="15" y="28"/>
                  </a:cubicBezTo>
                  <a:cubicBezTo>
                    <a:pt x="17" y="27"/>
                    <a:pt x="26" y="25"/>
                    <a:pt x="26" y="25"/>
                  </a:cubicBezTo>
                  <a:cubicBezTo>
                    <a:pt x="26" y="25"/>
                    <a:pt x="28" y="25"/>
                    <a:pt x="29" y="26"/>
                  </a:cubicBezTo>
                  <a:cubicBezTo>
                    <a:pt x="29" y="26"/>
                    <a:pt x="30" y="26"/>
                    <a:pt x="31" y="26"/>
                  </a:cubicBezTo>
                  <a:cubicBezTo>
                    <a:pt x="31" y="25"/>
                    <a:pt x="33" y="25"/>
                    <a:pt x="35" y="23"/>
                  </a:cubicBezTo>
                  <a:cubicBezTo>
                    <a:pt x="38" y="20"/>
                    <a:pt x="41" y="12"/>
                    <a:pt x="42" y="11"/>
                  </a:cubicBezTo>
                  <a:cubicBezTo>
                    <a:pt x="43" y="11"/>
                    <a:pt x="46" y="9"/>
                    <a:pt x="47" y="8"/>
                  </a:cubicBezTo>
                  <a:cubicBezTo>
                    <a:pt x="48" y="7"/>
                    <a:pt x="48" y="6"/>
                    <a:pt x="47" y="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" name="Freeform 1247">
              <a:extLst>
                <a:ext uri="{FF2B5EF4-FFF2-40B4-BE49-F238E27FC236}">
                  <a16:creationId xmlns:a16="http://schemas.microsoft.com/office/drawing/2014/main" id="{01C1D81E-7E5C-2FAB-BF09-62C94A2D9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5599" y="2736704"/>
              <a:ext cx="176198" cy="93658"/>
            </a:xfrm>
            <a:custGeom>
              <a:avLst/>
              <a:gdLst>
                <a:gd name="T0" fmla="*/ 45 w 47"/>
                <a:gd name="T1" fmla="*/ 11 h 25"/>
                <a:gd name="T2" fmla="*/ 40 w 47"/>
                <a:gd name="T3" fmla="*/ 10 h 25"/>
                <a:gd name="T4" fmla="*/ 38 w 47"/>
                <a:gd name="T5" fmla="*/ 7 h 25"/>
                <a:gd name="T6" fmla="*/ 34 w 47"/>
                <a:gd name="T7" fmla="*/ 8 h 25"/>
                <a:gd name="T8" fmla="*/ 30 w 47"/>
                <a:gd name="T9" fmla="*/ 6 h 25"/>
                <a:gd name="T10" fmla="*/ 25 w 47"/>
                <a:gd name="T11" fmla="*/ 3 h 25"/>
                <a:gd name="T12" fmla="*/ 20 w 47"/>
                <a:gd name="T13" fmla="*/ 0 h 25"/>
                <a:gd name="T14" fmla="*/ 20 w 47"/>
                <a:gd name="T15" fmla="*/ 1 h 25"/>
                <a:gd name="T16" fmla="*/ 16 w 47"/>
                <a:gd name="T17" fmla="*/ 1 h 25"/>
                <a:gd name="T18" fmla="*/ 10 w 47"/>
                <a:gd name="T19" fmla="*/ 4 h 25"/>
                <a:gd name="T20" fmla="*/ 2 w 47"/>
                <a:gd name="T21" fmla="*/ 7 h 25"/>
                <a:gd name="T22" fmla="*/ 2 w 47"/>
                <a:gd name="T23" fmla="*/ 11 h 25"/>
                <a:gd name="T24" fmla="*/ 5 w 47"/>
                <a:gd name="T25" fmla="*/ 18 h 25"/>
                <a:gd name="T26" fmla="*/ 13 w 47"/>
                <a:gd name="T27" fmla="*/ 24 h 25"/>
                <a:gd name="T28" fmla="*/ 13 w 47"/>
                <a:gd name="T29" fmla="*/ 24 h 25"/>
                <a:gd name="T30" fmla="*/ 19 w 47"/>
                <a:gd name="T31" fmla="*/ 24 h 25"/>
                <a:gd name="T32" fmla="*/ 20 w 47"/>
                <a:gd name="T33" fmla="*/ 20 h 25"/>
                <a:gd name="T34" fmla="*/ 27 w 47"/>
                <a:gd name="T35" fmla="*/ 23 h 25"/>
                <a:gd name="T36" fmla="*/ 33 w 47"/>
                <a:gd name="T37" fmla="*/ 24 h 25"/>
                <a:gd name="T38" fmla="*/ 34 w 47"/>
                <a:gd name="T39" fmla="*/ 25 h 25"/>
                <a:gd name="T40" fmla="*/ 36 w 47"/>
                <a:gd name="T41" fmla="*/ 23 h 25"/>
                <a:gd name="T42" fmla="*/ 43 w 47"/>
                <a:gd name="T43" fmla="*/ 19 h 25"/>
                <a:gd name="T44" fmla="*/ 47 w 47"/>
                <a:gd name="T45" fmla="*/ 15 h 25"/>
                <a:gd name="T46" fmla="*/ 45 w 47"/>
                <a:gd name="T47" fmla="*/ 1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7" h="25">
                  <a:moveTo>
                    <a:pt x="45" y="11"/>
                  </a:moveTo>
                  <a:cubicBezTo>
                    <a:pt x="43" y="11"/>
                    <a:pt x="40" y="11"/>
                    <a:pt x="40" y="10"/>
                  </a:cubicBezTo>
                  <a:cubicBezTo>
                    <a:pt x="40" y="9"/>
                    <a:pt x="39" y="7"/>
                    <a:pt x="38" y="7"/>
                  </a:cubicBezTo>
                  <a:cubicBezTo>
                    <a:pt x="36" y="7"/>
                    <a:pt x="34" y="6"/>
                    <a:pt x="34" y="8"/>
                  </a:cubicBezTo>
                  <a:cubicBezTo>
                    <a:pt x="33" y="10"/>
                    <a:pt x="30" y="8"/>
                    <a:pt x="30" y="6"/>
                  </a:cubicBezTo>
                  <a:cubicBezTo>
                    <a:pt x="29" y="5"/>
                    <a:pt x="28" y="4"/>
                    <a:pt x="25" y="3"/>
                  </a:cubicBezTo>
                  <a:cubicBezTo>
                    <a:pt x="23" y="2"/>
                    <a:pt x="22" y="1"/>
                    <a:pt x="20" y="0"/>
                  </a:cubicBezTo>
                  <a:cubicBezTo>
                    <a:pt x="20" y="0"/>
                    <a:pt x="20" y="1"/>
                    <a:pt x="20" y="1"/>
                  </a:cubicBezTo>
                  <a:cubicBezTo>
                    <a:pt x="19" y="2"/>
                    <a:pt x="17" y="0"/>
                    <a:pt x="16" y="1"/>
                  </a:cubicBezTo>
                  <a:cubicBezTo>
                    <a:pt x="15" y="2"/>
                    <a:pt x="12" y="2"/>
                    <a:pt x="10" y="4"/>
                  </a:cubicBezTo>
                  <a:cubicBezTo>
                    <a:pt x="8" y="6"/>
                    <a:pt x="4" y="7"/>
                    <a:pt x="2" y="7"/>
                  </a:cubicBezTo>
                  <a:cubicBezTo>
                    <a:pt x="0" y="8"/>
                    <a:pt x="2" y="10"/>
                    <a:pt x="2" y="11"/>
                  </a:cubicBezTo>
                  <a:cubicBezTo>
                    <a:pt x="3" y="13"/>
                    <a:pt x="3" y="17"/>
                    <a:pt x="5" y="18"/>
                  </a:cubicBezTo>
                  <a:cubicBezTo>
                    <a:pt x="7" y="19"/>
                    <a:pt x="12" y="23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5" y="25"/>
                    <a:pt x="19" y="25"/>
                    <a:pt x="19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20" y="20"/>
                    <a:pt x="25" y="20"/>
                    <a:pt x="27" y="23"/>
                  </a:cubicBezTo>
                  <a:cubicBezTo>
                    <a:pt x="29" y="25"/>
                    <a:pt x="33" y="24"/>
                    <a:pt x="33" y="24"/>
                  </a:cubicBezTo>
                  <a:cubicBezTo>
                    <a:pt x="33" y="24"/>
                    <a:pt x="33" y="24"/>
                    <a:pt x="34" y="25"/>
                  </a:cubicBezTo>
                  <a:cubicBezTo>
                    <a:pt x="34" y="24"/>
                    <a:pt x="35" y="23"/>
                    <a:pt x="36" y="23"/>
                  </a:cubicBezTo>
                  <a:cubicBezTo>
                    <a:pt x="38" y="22"/>
                    <a:pt x="41" y="22"/>
                    <a:pt x="43" y="19"/>
                  </a:cubicBezTo>
                  <a:cubicBezTo>
                    <a:pt x="44" y="17"/>
                    <a:pt x="46" y="16"/>
                    <a:pt x="47" y="15"/>
                  </a:cubicBezTo>
                  <a:cubicBezTo>
                    <a:pt x="46" y="14"/>
                    <a:pt x="46" y="12"/>
                    <a:pt x="45" y="1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" name="Freeform 1249">
              <a:extLst>
                <a:ext uri="{FF2B5EF4-FFF2-40B4-BE49-F238E27FC236}">
                  <a16:creationId xmlns:a16="http://schemas.microsoft.com/office/drawing/2014/main" id="{7423F725-DCA2-3156-0684-93F31FE69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9414" y="2789088"/>
              <a:ext cx="160325" cy="68259"/>
            </a:xfrm>
            <a:custGeom>
              <a:avLst/>
              <a:gdLst>
                <a:gd name="T0" fmla="*/ 32 w 43"/>
                <a:gd name="T1" fmla="*/ 2 h 18"/>
                <a:gd name="T2" fmla="*/ 26 w 43"/>
                <a:gd name="T3" fmla="*/ 1 h 18"/>
                <a:gd name="T4" fmla="*/ 19 w 43"/>
                <a:gd name="T5" fmla="*/ 1 h 18"/>
                <a:gd name="T6" fmla="*/ 15 w 43"/>
                <a:gd name="T7" fmla="*/ 1 h 18"/>
                <a:gd name="T8" fmla="*/ 14 w 43"/>
                <a:gd name="T9" fmla="*/ 0 h 18"/>
                <a:gd name="T10" fmla="*/ 9 w 43"/>
                <a:gd name="T11" fmla="*/ 4 h 18"/>
                <a:gd name="T12" fmla="*/ 2 w 43"/>
                <a:gd name="T13" fmla="*/ 8 h 18"/>
                <a:gd name="T14" fmla="*/ 0 w 43"/>
                <a:gd name="T15" fmla="*/ 10 h 18"/>
                <a:gd name="T16" fmla="*/ 3 w 43"/>
                <a:gd name="T17" fmla="*/ 16 h 18"/>
                <a:gd name="T18" fmla="*/ 14 w 43"/>
                <a:gd name="T19" fmla="*/ 16 h 18"/>
                <a:gd name="T20" fmla="*/ 22 w 43"/>
                <a:gd name="T21" fmla="*/ 14 h 18"/>
                <a:gd name="T22" fmla="*/ 29 w 43"/>
                <a:gd name="T23" fmla="*/ 9 h 18"/>
                <a:gd name="T24" fmla="*/ 36 w 43"/>
                <a:gd name="T25" fmla="*/ 11 h 18"/>
                <a:gd name="T26" fmla="*/ 41 w 43"/>
                <a:gd name="T27" fmla="*/ 13 h 18"/>
                <a:gd name="T28" fmla="*/ 39 w 43"/>
                <a:gd name="T29" fmla="*/ 10 h 18"/>
                <a:gd name="T30" fmla="*/ 42 w 43"/>
                <a:gd name="T31" fmla="*/ 5 h 18"/>
                <a:gd name="T32" fmla="*/ 43 w 43"/>
                <a:gd name="T33" fmla="*/ 5 h 18"/>
                <a:gd name="T34" fmla="*/ 38 w 43"/>
                <a:gd name="T35" fmla="*/ 3 h 18"/>
                <a:gd name="T36" fmla="*/ 32 w 43"/>
                <a:gd name="T37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3" h="18">
                  <a:moveTo>
                    <a:pt x="32" y="2"/>
                  </a:moveTo>
                  <a:cubicBezTo>
                    <a:pt x="29" y="2"/>
                    <a:pt x="28" y="1"/>
                    <a:pt x="26" y="1"/>
                  </a:cubicBezTo>
                  <a:cubicBezTo>
                    <a:pt x="24" y="2"/>
                    <a:pt x="20" y="1"/>
                    <a:pt x="19" y="1"/>
                  </a:cubicBezTo>
                  <a:cubicBezTo>
                    <a:pt x="18" y="0"/>
                    <a:pt x="16" y="2"/>
                    <a:pt x="15" y="1"/>
                  </a:cubicBezTo>
                  <a:cubicBezTo>
                    <a:pt x="14" y="1"/>
                    <a:pt x="14" y="1"/>
                    <a:pt x="14" y="0"/>
                  </a:cubicBezTo>
                  <a:cubicBezTo>
                    <a:pt x="12" y="1"/>
                    <a:pt x="10" y="2"/>
                    <a:pt x="9" y="4"/>
                  </a:cubicBezTo>
                  <a:cubicBezTo>
                    <a:pt x="7" y="7"/>
                    <a:pt x="4" y="7"/>
                    <a:pt x="2" y="8"/>
                  </a:cubicBezTo>
                  <a:cubicBezTo>
                    <a:pt x="1" y="8"/>
                    <a:pt x="0" y="9"/>
                    <a:pt x="0" y="10"/>
                  </a:cubicBezTo>
                  <a:cubicBezTo>
                    <a:pt x="1" y="12"/>
                    <a:pt x="2" y="15"/>
                    <a:pt x="3" y="16"/>
                  </a:cubicBezTo>
                  <a:cubicBezTo>
                    <a:pt x="6" y="18"/>
                    <a:pt x="14" y="18"/>
                    <a:pt x="14" y="16"/>
                  </a:cubicBezTo>
                  <a:cubicBezTo>
                    <a:pt x="14" y="14"/>
                    <a:pt x="20" y="14"/>
                    <a:pt x="22" y="14"/>
                  </a:cubicBezTo>
                  <a:cubicBezTo>
                    <a:pt x="23" y="14"/>
                    <a:pt x="28" y="9"/>
                    <a:pt x="29" y="9"/>
                  </a:cubicBezTo>
                  <a:cubicBezTo>
                    <a:pt x="30" y="9"/>
                    <a:pt x="35" y="10"/>
                    <a:pt x="36" y="11"/>
                  </a:cubicBezTo>
                  <a:cubicBezTo>
                    <a:pt x="37" y="12"/>
                    <a:pt x="39" y="13"/>
                    <a:pt x="41" y="13"/>
                  </a:cubicBezTo>
                  <a:cubicBezTo>
                    <a:pt x="40" y="12"/>
                    <a:pt x="39" y="11"/>
                    <a:pt x="39" y="10"/>
                  </a:cubicBezTo>
                  <a:cubicBezTo>
                    <a:pt x="39" y="9"/>
                    <a:pt x="42" y="5"/>
                    <a:pt x="42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4"/>
                    <a:pt x="39" y="4"/>
                    <a:pt x="38" y="3"/>
                  </a:cubicBezTo>
                  <a:cubicBezTo>
                    <a:pt x="37" y="3"/>
                    <a:pt x="34" y="2"/>
                    <a:pt x="32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" name="Freeform 1251">
              <a:extLst>
                <a:ext uri="{FF2B5EF4-FFF2-40B4-BE49-F238E27FC236}">
                  <a16:creationId xmlns:a16="http://schemas.microsoft.com/office/drawing/2014/main" id="{CB7094B9-0336-27DF-C2B3-630BB4571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3208" y="2643046"/>
              <a:ext cx="120640" cy="104769"/>
            </a:xfrm>
            <a:custGeom>
              <a:avLst/>
              <a:gdLst>
                <a:gd name="T0" fmla="*/ 10 w 32"/>
                <a:gd name="T1" fmla="*/ 22 h 28"/>
                <a:gd name="T2" fmla="*/ 15 w 32"/>
                <a:gd name="T3" fmla="*/ 23 h 28"/>
                <a:gd name="T4" fmla="*/ 21 w 32"/>
                <a:gd name="T5" fmla="*/ 27 h 28"/>
                <a:gd name="T6" fmla="*/ 23 w 32"/>
                <a:gd name="T7" fmla="*/ 28 h 28"/>
                <a:gd name="T8" fmla="*/ 23 w 32"/>
                <a:gd name="T9" fmla="*/ 22 h 28"/>
                <a:gd name="T10" fmla="*/ 24 w 32"/>
                <a:gd name="T11" fmla="*/ 19 h 28"/>
                <a:gd name="T12" fmla="*/ 28 w 32"/>
                <a:gd name="T13" fmla="*/ 16 h 28"/>
                <a:gd name="T14" fmla="*/ 30 w 32"/>
                <a:gd name="T15" fmla="*/ 14 h 28"/>
                <a:gd name="T16" fmla="*/ 27 w 32"/>
                <a:gd name="T17" fmla="*/ 10 h 28"/>
                <a:gd name="T18" fmla="*/ 31 w 32"/>
                <a:gd name="T19" fmla="*/ 6 h 28"/>
                <a:gd name="T20" fmla="*/ 31 w 32"/>
                <a:gd name="T21" fmla="*/ 1 h 28"/>
                <a:gd name="T22" fmla="*/ 29 w 32"/>
                <a:gd name="T23" fmla="*/ 1 h 28"/>
                <a:gd name="T24" fmla="*/ 21 w 32"/>
                <a:gd name="T25" fmla="*/ 2 h 28"/>
                <a:gd name="T26" fmla="*/ 18 w 32"/>
                <a:gd name="T27" fmla="*/ 7 h 28"/>
                <a:gd name="T28" fmla="*/ 15 w 32"/>
                <a:gd name="T29" fmla="*/ 7 h 28"/>
                <a:gd name="T30" fmla="*/ 11 w 32"/>
                <a:gd name="T31" fmla="*/ 9 h 28"/>
                <a:gd name="T32" fmla="*/ 8 w 32"/>
                <a:gd name="T33" fmla="*/ 16 h 28"/>
                <a:gd name="T34" fmla="*/ 1 w 32"/>
                <a:gd name="T35" fmla="*/ 23 h 28"/>
                <a:gd name="T36" fmla="*/ 0 w 32"/>
                <a:gd name="T37" fmla="*/ 24 h 28"/>
                <a:gd name="T38" fmla="*/ 3 w 32"/>
                <a:gd name="T39" fmla="*/ 25 h 28"/>
                <a:gd name="T40" fmla="*/ 10 w 32"/>
                <a:gd name="T41" fmla="*/ 2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2" h="28">
                  <a:moveTo>
                    <a:pt x="10" y="22"/>
                  </a:moveTo>
                  <a:cubicBezTo>
                    <a:pt x="12" y="21"/>
                    <a:pt x="14" y="21"/>
                    <a:pt x="15" y="23"/>
                  </a:cubicBezTo>
                  <a:cubicBezTo>
                    <a:pt x="17" y="24"/>
                    <a:pt x="19" y="25"/>
                    <a:pt x="21" y="27"/>
                  </a:cubicBezTo>
                  <a:cubicBezTo>
                    <a:pt x="21" y="27"/>
                    <a:pt x="22" y="28"/>
                    <a:pt x="23" y="28"/>
                  </a:cubicBezTo>
                  <a:cubicBezTo>
                    <a:pt x="23" y="27"/>
                    <a:pt x="23" y="24"/>
                    <a:pt x="23" y="22"/>
                  </a:cubicBezTo>
                  <a:cubicBezTo>
                    <a:pt x="24" y="21"/>
                    <a:pt x="23" y="19"/>
                    <a:pt x="24" y="19"/>
                  </a:cubicBezTo>
                  <a:cubicBezTo>
                    <a:pt x="25" y="19"/>
                    <a:pt x="28" y="19"/>
                    <a:pt x="28" y="16"/>
                  </a:cubicBezTo>
                  <a:cubicBezTo>
                    <a:pt x="28" y="14"/>
                    <a:pt x="29" y="15"/>
                    <a:pt x="30" y="14"/>
                  </a:cubicBezTo>
                  <a:cubicBezTo>
                    <a:pt x="30" y="13"/>
                    <a:pt x="28" y="10"/>
                    <a:pt x="27" y="10"/>
                  </a:cubicBezTo>
                  <a:cubicBezTo>
                    <a:pt x="27" y="9"/>
                    <a:pt x="29" y="9"/>
                    <a:pt x="31" y="6"/>
                  </a:cubicBezTo>
                  <a:cubicBezTo>
                    <a:pt x="32" y="5"/>
                    <a:pt x="32" y="3"/>
                    <a:pt x="31" y="1"/>
                  </a:cubicBezTo>
                  <a:cubicBezTo>
                    <a:pt x="31" y="1"/>
                    <a:pt x="30" y="2"/>
                    <a:pt x="29" y="1"/>
                  </a:cubicBezTo>
                  <a:cubicBezTo>
                    <a:pt x="27" y="0"/>
                    <a:pt x="25" y="1"/>
                    <a:pt x="21" y="2"/>
                  </a:cubicBezTo>
                  <a:cubicBezTo>
                    <a:pt x="18" y="2"/>
                    <a:pt x="17" y="6"/>
                    <a:pt x="18" y="7"/>
                  </a:cubicBezTo>
                  <a:cubicBezTo>
                    <a:pt x="19" y="9"/>
                    <a:pt x="15" y="9"/>
                    <a:pt x="15" y="7"/>
                  </a:cubicBezTo>
                  <a:cubicBezTo>
                    <a:pt x="14" y="5"/>
                    <a:pt x="11" y="7"/>
                    <a:pt x="11" y="9"/>
                  </a:cubicBezTo>
                  <a:cubicBezTo>
                    <a:pt x="11" y="12"/>
                    <a:pt x="7" y="13"/>
                    <a:pt x="8" y="16"/>
                  </a:cubicBezTo>
                  <a:cubicBezTo>
                    <a:pt x="8" y="19"/>
                    <a:pt x="4" y="21"/>
                    <a:pt x="1" y="23"/>
                  </a:cubicBezTo>
                  <a:cubicBezTo>
                    <a:pt x="1" y="23"/>
                    <a:pt x="1" y="23"/>
                    <a:pt x="0" y="24"/>
                  </a:cubicBezTo>
                  <a:cubicBezTo>
                    <a:pt x="1" y="24"/>
                    <a:pt x="2" y="25"/>
                    <a:pt x="3" y="25"/>
                  </a:cubicBezTo>
                  <a:cubicBezTo>
                    <a:pt x="5" y="25"/>
                    <a:pt x="9" y="24"/>
                    <a:pt x="10" y="2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" name="Freeform 1253">
              <a:extLst>
                <a:ext uri="{FF2B5EF4-FFF2-40B4-BE49-F238E27FC236}">
                  <a16:creationId xmlns:a16="http://schemas.microsoft.com/office/drawing/2014/main" id="{C85A9306-C023-B5CD-DB1C-634E4504C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9401" y="2770039"/>
              <a:ext cx="22223" cy="30161"/>
            </a:xfrm>
            <a:custGeom>
              <a:avLst/>
              <a:gdLst>
                <a:gd name="T0" fmla="*/ 3 w 6"/>
                <a:gd name="T1" fmla="*/ 0 h 8"/>
                <a:gd name="T2" fmla="*/ 0 w 6"/>
                <a:gd name="T3" fmla="*/ 7 h 8"/>
                <a:gd name="T4" fmla="*/ 6 w 6"/>
                <a:gd name="T5" fmla="*/ 8 h 8"/>
                <a:gd name="T6" fmla="*/ 3 w 6"/>
                <a:gd name="T7" fmla="*/ 0 h 8"/>
                <a:gd name="T8" fmla="*/ 3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cubicBezTo>
                    <a:pt x="1" y="1"/>
                    <a:pt x="0" y="3"/>
                    <a:pt x="0" y="7"/>
                  </a:cubicBezTo>
                  <a:cubicBezTo>
                    <a:pt x="2" y="7"/>
                    <a:pt x="4" y="7"/>
                    <a:pt x="6" y="8"/>
                  </a:cubicBezTo>
                  <a:cubicBezTo>
                    <a:pt x="5" y="3"/>
                    <a:pt x="3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" name="Freeform 1254">
              <a:extLst>
                <a:ext uri="{FF2B5EF4-FFF2-40B4-BE49-F238E27FC236}">
                  <a16:creationId xmlns:a16="http://schemas.microsoft.com/office/drawing/2014/main" id="{A3CEB86A-9ECA-6931-B88A-B984741E6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9401" y="2770039"/>
              <a:ext cx="22223" cy="30161"/>
            </a:xfrm>
            <a:custGeom>
              <a:avLst/>
              <a:gdLst>
                <a:gd name="T0" fmla="*/ 3 w 6"/>
                <a:gd name="T1" fmla="*/ 0 h 8"/>
                <a:gd name="T2" fmla="*/ 0 w 6"/>
                <a:gd name="T3" fmla="*/ 7 h 8"/>
                <a:gd name="T4" fmla="*/ 6 w 6"/>
                <a:gd name="T5" fmla="*/ 8 h 8"/>
                <a:gd name="T6" fmla="*/ 3 w 6"/>
                <a:gd name="T7" fmla="*/ 0 h 8"/>
                <a:gd name="T8" fmla="*/ 3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cubicBezTo>
                    <a:pt x="1" y="1"/>
                    <a:pt x="0" y="3"/>
                    <a:pt x="0" y="7"/>
                  </a:cubicBezTo>
                  <a:cubicBezTo>
                    <a:pt x="2" y="7"/>
                    <a:pt x="4" y="7"/>
                    <a:pt x="6" y="8"/>
                  </a:cubicBezTo>
                  <a:cubicBezTo>
                    <a:pt x="5" y="3"/>
                    <a:pt x="3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9" name="Freeform 1255">
              <a:extLst>
                <a:ext uri="{FF2B5EF4-FFF2-40B4-BE49-F238E27FC236}">
                  <a16:creationId xmlns:a16="http://schemas.microsoft.com/office/drawing/2014/main" id="{BD6852C8-795A-C27C-7B17-B4CBE6DA8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8922" y="2717655"/>
              <a:ext cx="107941" cy="82546"/>
            </a:xfrm>
            <a:custGeom>
              <a:avLst/>
              <a:gdLst>
                <a:gd name="T0" fmla="*/ 1 w 29"/>
                <a:gd name="T1" fmla="*/ 6 h 22"/>
                <a:gd name="T2" fmla="*/ 3 w 29"/>
                <a:gd name="T3" fmla="*/ 9 h 22"/>
                <a:gd name="T4" fmla="*/ 7 w 29"/>
                <a:gd name="T5" fmla="*/ 11 h 22"/>
                <a:gd name="T6" fmla="*/ 12 w 29"/>
                <a:gd name="T7" fmla="*/ 14 h 22"/>
                <a:gd name="T8" fmla="*/ 14 w 29"/>
                <a:gd name="T9" fmla="*/ 17 h 22"/>
                <a:gd name="T10" fmla="*/ 17 w 29"/>
                <a:gd name="T11" fmla="*/ 15 h 22"/>
                <a:gd name="T12" fmla="*/ 20 w 29"/>
                <a:gd name="T13" fmla="*/ 19 h 22"/>
                <a:gd name="T14" fmla="*/ 23 w 29"/>
                <a:gd name="T15" fmla="*/ 21 h 22"/>
                <a:gd name="T16" fmla="*/ 25 w 29"/>
                <a:gd name="T17" fmla="*/ 21 h 22"/>
                <a:gd name="T18" fmla="*/ 27 w 29"/>
                <a:gd name="T19" fmla="*/ 15 h 22"/>
                <a:gd name="T20" fmla="*/ 29 w 29"/>
                <a:gd name="T21" fmla="*/ 12 h 22"/>
                <a:gd name="T22" fmla="*/ 27 w 29"/>
                <a:gd name="T23" fmla="*/ 8 h 22"/>
                <a:gd name="T24" fmla="*/ 27 w 29"/>
                <a:gd name="T25" fmla="*/ 7 h 22"/>
                <a:gd name="T26" fmla="*/ 25 w 29"/>
                <a:gd name="T27" fmla="*/ 6 h 22"/>
                <a:gd name="T28" fmla="*/ 20 w 29"/>
                <a:gd name="T29" fmla="*/ 2 h 22"/>
                <a:gd name="T30" fmla="*/ 15 w 29"/>
                <a:gd name="T31" fmla="*/ 2 h 22"/>
                <a:gd name="T32" fmla="*/ 7 w 29"/>
                <a:gd name="T33" fmla="*/ 4 h 22"/>
                <a:gd name="T34" fmla="*/ 5 w 29"/>
                <a:gd name="T35" fmla="*/ 3 h 22"/>
                <a:gd name="T36" fmla="*/ 0 w 29"/>
                <a:gd name="T37" fmla="*/ 5 h 22"/>
                <a:gd name="T38" fmla="*/ 1 w 29"/>
                <a:gd name="T39" fmla="*/ 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9" h="22">
                  <a:moveTo>
                    <a:pt x="1" y="6"/>
                  </a:moveTo>
                  <a:cubicBezTo>
                    <a:pt x="1" y="7"/>
                    <a:pt x="3" y="10"/>
                    <a:pt x="3" y="9"/>
                  </a:cubicBezTo>
                  <a:cubicBezTo>
                    <a:pt x="4" y="8"/>
                    <a:pt x="6" y="11"/>
                    <a:pt x="7" y="11"/>
                  </a:cubicBezTo>
                  <a:cubicBezTo>
                    <a:pt x="9" y="12"/>
                    <a:pt x="12" y="13"/>
                    <a:pt x="12" y="14"/>
                  </a:cubicBezTo>
                  <a:cubicBezTo>
                    <a:pt x="12" y="15"/>
                    <a:pt x="13" y="18"/>
                    <a:pt x="14" y="17"/>
                  </a:cubicBezTo>
                  <a:cubicBezTo>
                    <a:pt x="16" y="16"/>
                    <a:pt x="17" y="14"/>
                    <a:pt x="17" y="15"/>
                  </a:cubicBezTo>
                  <a:cubicBezTo>
                    <a:pt x="17" y="16"/>
                    <a:pt x="18" y="19"/>
                    <a:pt x="20" y="19"/>
                  </a:cubicBezTo>
                  <a:cubicBezTo>
                    <a:pt x="21" y="18"/>
                    <a:pt x="22" y="22"/>
                    <a:pt x="23" y="21"/>
                  </a:cubicBezTo>
                  <a:cubicBezTo>
                    <a:pt x="24" y="21"/>
                    <a:pt x="24" y="21"/>
                    <a:pt x="25" y="21"/>
                  </a:cubicBezTo>
                  <a:cubicBezTo>
                    <a:pt x="24" y="17"/>
                    <a:pt x="26" y="15"/>
                    <a:pt x="27" y="15"/>
                  </a:cubicBezTo>
                  <a:cubicBezTo>
                    <a:pt x="28" y="14"/>
                    <a:pt x="29" y="13"/>
                    <a:pt x="29" y="12"/>
                  </a:cubicBezTo>
                  <a:cubicBezTo>
                    <a:pt x="29" y="11"/>
                    <a:pt x="27" y="9"/>
                    <a:pt x="27" y="8"/>
                  </a:cubicBezTo>
                  <a:cubicBezTo>
                    <a:pt x="27" y="8"/>
                    <a:pt x="27" y="8"/>
                    <a:pt x="27" y="7"/>
                  </a:cubicBezTo>
                  <a:cubicBezTo>
                    <a:pt x="26" y="7"/>
                    <a:pt x="26" y="7"/>
                    <a:pt x="25" y="6"/>
                  </a:cubicBezTo>
                  <a:cubicBezTo>
                    <a:pt x="23" y="4"/>
                    <a:pt x="21" y="4"/>
                    <a:pt x="20" y="2"/>
                  </a:cubicBezTo>
                  <a:cubicBezTo>
                    <a:pt x="18" y="1"/>
                    <a:pt x="16" y="0"/>
                    <a:pt x="15" y="2"/>
                  </a:cubicBezTo>
                  <a:cubicBezTo>
                    <a:pt x="13" y="3"/>
                    <a:pt x="9" y="4"/>
                    <a:pt x="7" y="4"/>
                  </a:cubicBezTo>
                  <a:cubicBezTo>
                    <a:pt x="7" y="4"/>
                    <a:pt x="6" y="4"/>
                    <a:pt x="5" y="3"/>
                  </a:cubicBezTo>
                  <a:cubicBezTo>
                    <a:pt x="3" y="4"/>
                    <a:pt x="1" y="5"/>
                    <a:pt x="0" y="5"/>
                  </a:cubicBezTo>
                  <a:cubicBezTo>
                    <a:pt x="0" y="6"/>
                    <a:pt x="0" y="5"/>
                    <a:pt x="1" y="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1" name="Freeform 1257">
              <a:extLst>
                <a:ext uri="{FF2B5EF4-FFF2-40B4-BE49-F238E27FC236}">
                  <a16:creationId xmlns:a16="http://schemas.microsoft.com/office/drawing/2014/main" id="{56C2BB80-6946-FB9C-BD5A-8663BBBB8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3068" y="2835123"/>
              <a:ext cx="250804" cy="165091"/>
            </a:xfrm>
            <a:custGeom>
              <a:avLst/>
              <a:gdLst>
                <a:gd name="T0" fmla="*/ 60 w 67"/>
                <a:gd name="T1" fmla="*/ 29 h 44"/>
                <a:gd name="T2" fmla="*/ 57 w 67"/>
                <a:gd name="T3" fmla="*/ 27 h 44"/>
                <a:gd name="T4" fmla="*/ 57 w 67"/>
                <a:gd name="T5" fmla="*/ 27 h 44"/>
                <a:gd name="T6" fmla="*/ 56 w 67"/>
                <a:gd name="T7" fmla="*/ 19 h 44"/>
                <a:gd name="T8" fmla="*/ 52 w 67"/>
                <a:gd name="T9" fmla="*/ 8 h 44"/>
                <a:gd name="T10" fmla="*/ 47 w 67"/>
                <a:gd name="T11" fmla="*/ 0 h 44"/>
                <a:gd name="T12" fmla="*/ 43 w 67"/>
                <a:gd name="T13" fmla="*/ 1 h 44"/>
                <a:gd name="T14" fmla="*/ 39 w 67"/>
                <a:gd name="T15" fmla="*/ 4 h 44"/>
                <a:gd name="T16" fmla="*/ 35 w 67"/>
                <a:gd name="T17" fmla="*/ 4 h 44"/>
                <a:gd name="T18" fmla="*/ 32 w 67"/>
                <a:gd name="T19" fmla="*/ 5 h 44"/>
                <a:gd name="T20" fmla="*/ 27 w 67"/>
                <a:gd name="T21" fmla="*/ 4 h 44"/>
                <a:gd name="T22" fmla="*/ 20 w 67"/>
                <a:gd name="T23" fmla="*/ 2 h 44"/>
                <a:gd name="T24" fmla="*/ 17 w 67"/>
                <a:gd name="T25" fmla="*/ 2 h 44"/>
                <a:gd name="T26" fmla="*/ 16 w 67"/>
                <a:gd name="T27" fmla="*/ 4 h 44"/>
                <a:gd name="T28" fmla="*/ 12 w 67"/>
                <a:gd name="T29" fmla="*/ 7 h 44"/>
                <a:gd name="T30" fmla="*/ 5 w 67"/>
                <a:gd name="T31" fmla="*/ 19 h 44"/>
                <a:gd name="T32" fmla="*/ 0 w 67"/>
                <a:gd name="T33" fmla="*/ 22 h 44"/>
                <a:gd name="T34" fmla="*/ 3 w 67"/>
                <a:gd name="T35" fmla="*/ 26 h 44"/>
                <a:gd name="T36" fmla="*/ 5 w 67"/>
                <a:gd name="T37" fmla="*/ 29 h 44"/>
                <a:gd name="T38" fmla="*/ 6 w 67"/>
                <a:gd name="T39" fmla="*/ 34 h 44"/>
                <a:gd name="T40" fmla="*/ 14 w 67"/>
                <a:gd name="T41" fmla="*/ 36 h 44"/>
                <a:gd name="T42" fmla="*/ 15 w 67"/>
                <a:gd name="T43" fmla="*/ 39 h 44"/>
                <a:gd name="T44" fmla="*/ 19 w 67"/>
                <a:gd name="T45" fmla="*/ 42 h 44"/>
                <a:gd name="T46" fmla="*/ 27 w 67"/>
                <a:gd name="T47" fmla="*/ 43 h 44"/>
                <a:gd name="T48" fmla="*/ 35 w 67"/>
                <a:gd name="T49" fmla="*/ 43 h 44"/>
                <a:gd name="T50" fmla="*/ 40 w 67"/>
                <a:gd name="T51" fmla="*/ 41 h 44"/>
                <a:gd name="T52" fmla="*/ 49 w 67"/>
                <a:gd name="T53" fmla="*/ 40 h 44"/>
                <a:gd name="T54" fmla="*/ 55 w 67"/>
                <a:gd name="T55" fmla="*/ 41 h 44"/>
                <a:gd name="T56" fmla="*/ 59 w 67"/>
                <a:gd name="T57" fmla="*/ 44 h 44"/>
                <a:gd name="T58" fmla="*/ 59 w 67"/>
                <a:gd name="T59" fmla="*/ 40 h 44"/>
                <a:gd name="T60" fmla="*/ 63 w 67"/>
                <a:gd name="T61" fmla="*/ 34 h 44"/>
                <a:gd name="T62" fmla="*/ 67 w 67"/>
                <a:gd name="T63" fmla="*/ 29 h 44"/>
                <a:gd name="T64" fmla="*/ 67 w 67"/>
                <a:gd name="T65" fmla="*/ 29 h 44"/>
                <a:gd name="T66" fmla="*/ 64 w 67"/>
                <a:gd name="T67" fmla="*/ 27 h 44"/>
                <a:gd name="T68" fmla="*/ 60 w 67"/>
                <a:gd name="T69" fmla="*/ 2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7" h="44">
                  <a:moveTo>
                    <a:pt x="60" y="29"/>
                  </a:moveTo>
                  <a:cubicBezTo>
                    <a:pt x="59" y="29"/>
                    <a:pt x="57" y="28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5" y="25"/>
                    <a:pt x="55" y="20"/>
                    <a:pt x="56" y="19"/>
                  </a:cubicBezTo>
                  <a:cubicBezTo>
                    <a:pt x="58" y="17"/>
                    <a:pt x="54" y="10"/>
                    <a:pt x="52" y="8"/>
                  </a:cubicBezTo>
                  <a:cubicBezTo>
                    <a:pt x="51" y="7"/>
                    <a:pt x="49" y="3"/>
                    <a:pt x="47" y="0"/>
                  </a:cubicBezTo>
                  <a:cubicBezTo>
                    <a:pt x="45" y="0"/>
                    <a:pt x="43" y="1"/>
                    <a:pt x="43" y="1"/>
                  </a:cubicBezTo>
                  <a:cubicBezTo>
                    <a:pt x="42" y="2"/>
                    <a:pt x="40" y="4"/>
                    <a:pt x="39" y="4"/>
                  </a:cubicBezTo>
                  <a:cubicBezTo>
                    <a:pt x="38" y="4"/>
                    <a:pt x="36" y="3"/>
                    <a:pt x="35" y="4"/>
                  </a:cubicBezTo>
                  <a:cubicBezTo>
                    <a:pt x="34" y="5"/>
                    <a:pt x="33" y="6"/>
                    <a:pt x="32" y="5"/>
                  </a:cubicBezTo>
                  <a:cubicBezTo>
                    <a:pt x="31" y="4"/>
                    <a:pt x="29" y="4"/>
                    <a:pt x="27" y="4"/>
                  </a:cubicBezTo>
                  <a:cubicBezTo>
                    <a:pt x="26" y="4"/>
                    <a:pt x="21" y="2"/>
                    <a:pt x="20" y="2"/>
                  </a:cubicBezTo>
                  <a:cubicBezTo>
                    <a:pt x="19" y="2"/>
                    <a:pt x="18" y="2"/>
                    <a:pt x="17" y="2"/>
                  </a:cubicBezTo>
                  <a:cubicBezTo>
                    <a:pt x="17" y="3"/>
                    <a:pt x="17" y="3"/>
                    <a:pt x="16" y="4"/>
                  </a:cubicBezTo>
                  <a:cubicBezTo>
                    <a:pt x="15" y="5"/>
                    <a:pt x="12" y="7"/>
                    <a:pt x="12" y="7"/>
                  </a:cubicBezTo>
                  <a:cubicBezTo>
                    <a:pt x="11" y="8"/>
                    <a:pt x="7" y="16"/>
                    <a:pt x="5" y="19"/>
                  </a:cubicBezTo>
                  <a:cubicBezTo>
                    <a:pt x="2" y="21"/>
                    <a:pt x="0" y="21"/>
                    <a:pt x="0" y="22"/>
                  </a:cubicBezTo>
                  <a:cubicBezTo>
                    <a:pt x="0" y="23"/>
                    <a:pt x="3" y="25"/>
                    <a:pt x="3" y="26"/>
                  </a:cubicBezTo>
                  <a:cubicBezTo>
                    <a:pt x="3" y="28"/>
                    <a:pt x="3" y="29"/>
                    <a:pt x="5" y="29"/>
                  </a:cubicBezTo>
                  <a:cubicBezTo>
                    <a:pt x="7" y="29"/>
                    <a:pt x="5" y="33"/>
                    <a:pt x="6" y="34"/>
                  </a:cubicBezTo>
                  <a:cubicBezTo>
                    <a:pt x="7" y="34"/>
                    <a:pt x="14" y="35"/>
                    <a:pt x="14" y="36"/>
                  </a:cubicBezTo>
                  <a:cubicBezTo>
                    <a:pt x="14" y="37"/>
                    <a:pt x="15" y="39"/>
                    <a:pt x="15" y="39"/>
                  </a:cubicBezTo>
                  <a:cubicBezTo>
                    <a:pt x="17" y="40"/>
                    <a:pt x="18" y="43"/>
                    <a:pt x="19" y="42"/>
                  </a:cubicBezTo>
                  <a:cubicBezTo>
                    <a:pt x="20" y="42"/>
                    <a:pt x="26" y="43"/>
                    <a:pt x="27" y="43"/>
                  </a:cubicBezTo>
                  <a:cubicBezTo>
                    <a:pt x="28" y="43"/>
                    <a:pt x="33" y="43"/>
                    <a:pt x="35" y="43"/>
                  </a:cubicBezTo>
                  <a:cubicBezTo>
                    <a:pt x="37" y="44"/>
                    <a:pt x="39" y="43"/>
                    <a:pt x="40" y="41"/>
                  </a:cubicBezTo>
                  <a:cubicBezTo>
                    <a:pt x="42" y="40"/>
                    <a:pt x="47" y="39"/>
                    <a:pt x="49" y="40"/>
                  </a:cubicBezTo>
                  <a:cubicBezTo>
                    <a:pt x="51" y="40"/>
                    <a:pt x="54" y="40"/>
                    <a:pt x="55" y="41"/>
                  </a:cubicBezTo>
                  <a:cubicBezTo>
                    <a:pt x="55" y="42"/>
                    <a:pt x="57" y="43"/>
                    <a:pt x="59" y="44"/>
                  </a:cubicBezTo>
                  <a:cubicBezTo>
                    <a:pt x="60" y="42"/>
                    <a:pt x="59" y="41"/>
                    <a:pt x="59" y="40"/>
                  </a:cubicBezTo>
                  <a:cubicBezTo>
                    <a:pt x="59" y="37"/>
                    <a:pt x="61" y="34"/>
                    <a:pt x="63" y="34"/>
                  </a:cubicBezTo>
                  <a:cubicBezTo>
                    <a:pt x="65" y="33"/>
                    <a:pt x="67" y="33"/>
                    <a:pt x="67" y="29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6" y="28"/>
                    <a:pt x="65" y="27"/>
                    <a:pt x="64" y="27"/>
                  </a:cubicBezTo>
                  <a:cubicBezTo>
                    <a:pt x="63" y="27"/>
                    <a:pt x="61" y="29"/>
                    <a:pt x="60" y="2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2" name="Freeform 1259">
              <a:extLst>
                <a:ext uri="{FF2B5EF4-FFF2-40B4-BE49-F238E27FC236}">
                  <a16:creationId xmlns:a16="http://schemas.microsoft.com/office/drawing/2014/main" id="{AEA3A72F-9EE4-A116-5BFB-9DB651010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24505" y="2827186"/>
              <a:ext cx="90481" cy="107944"/>
            </a:xfrm>
            <a:custGeom>
              <a:avLst/>
              <a:gdLst>
                <a:gd name="T0" fmla="*/ 17 w 24"/>
                <a:gd name="T1" fmla="*/ 8 h 29"/>
                <a:gd name="T2" fmla="*/ 12 w 24"/>
                <a:gd name="T3" fmla="*/ 4 h 29"/>
                <a:gd name="T4" fmla="*/ 5 w 24"/>
                <a:gd name="T5" fmla="*/ 0 h 29"/>
                <a:gd name="T6" fmla="*/ 0 w 24"/>
                <a:gd name="T7" fmla="*/ 2 h 29"/>
                <a:gd name="T8" fmla="*/ 5 w 24"/>
                <a:gd name="T9" fmla="*/ 10 h 29"/>
                <a:gd name="T10" fmla="*/ 10 w 24"/>
                <a:gd name="T11" fmla="*/ 21 h 29"/>
                <a:gd name="T12" fmla="*/ 11 w 24"/>
                <a:gd name="T13" fmla="*/ 29 h 29"/>
                <a:gd name="T14" fmla="*/ 15 w 24"/>
                <a:gd name="T15" fmla="*/ 23 h 29"/>
                <a:gd name="T16" fmla="*/ 18 w 24"/>
                <a:gd name="T17" fmla="*/ 19 h 29"/>
                <a:gd name="T18" fmla="*/ 24 w 24"/>
                <a:gd name="T19" fmla="*/ 20 h 29"/>
                <a:gd name="T20" fmla="*/ 22 w 24"/>
                <a:gd name="T21" fmla="*/ 15 h 29"/>
                <a:gd name="T22" fmla="*/ 17 w 24"/>
                <a:gd name="T23" fmla="*/ 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" h="29">
                  <a:moveTo>
                    <a:pt x="17" y="8"/>
                  </a:moveTo>
                  <a:cubicBezTo>
                    <a:pt x="16" y="5"/>
                    <a:pt x="13" y="4"/>
                    <a:pt x="12" y="4"/>
                  </a:cubicBezTo>
                  <a:cubicBezTo>
                    <a:pt x="10" y="4"/>
                    <a:pt x="7" y="0"/>
                    <a:pt x="5" y="0"/>
                  </a:cubicBezTo>
                  <a:cubicBezTo>
                    <a:pt x="4" y="0"/>
                    <a:pt x="2" y="1"/>
                    <a:pt x="0" y="2"/>
                  </a:cubicBezTo>
                  <a:cubicBezTo>
                    <a:pt x="2" y="5"/>
                    <a:pt x="4" y="9"/>
                    <a:pt x="5" y="10"/>
                  </a:cubicBezTo>
                  <a:cubicBezTo>
                    <a:pt x="7" y="13"/>
                    <a:pt x="11" y="19"/>
                    <a:pt x="10" y="21"/>
                  </a:cubicBezTo>
                  <a:cubicBezTo>
                    <a:pt x="8" y="22"/>
                    <a:pt x="9" y="28"/>
                    <a:pt x="11" y="29"/>
                  </a:cubicBezTo>
                  <a:cubicBezTo>
                    <a:pt x="12" y="28"/>
                    <a:pt x="15" y="24"/>
                    <a:pt x="15" y="23"/>
                  </a:cubicBezTo>
                  <a:cubicBezTo>
                    <a:pt x="15" y="21"/>
                    <a:pt x="16" y="19"/>
                    <a:pt x="18" y="19"/>
                  </a:cubicBezTo>
                  <a:cubicBezTo>
                    <a:pt x="21" y="20"/>
                    <a:pt x="24" y="21"/>
                    <a:pt x="24" y="20"/>
                  </a:cubicBezTo>
                  <a:cubicBezTo>
                    <a:pt x="24" y="19"/>
                    <a:pt x="23" y="16"/>
                    <a:pt x="22" y="15"/>
                  </a:cubicBezTo>
                  <a:cubicBezTo>
                    <a:pt x="21" y="14"/>
                    <a:pt x="18" y="11"/>
                    <a:pt x="17" y="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3" name="Freeform 1261">
              <a:extLst>
                <a:ext uri="{FF2B5EF4-FFF2-40B4-BE49-F238E27FC236}">
                  <a16:creationId xmlns:a16="http://schemas.microsoft.com/office/drawing/2014/main" id="{1139FF22-C2E0-AEDB-6F28-F1458C5D5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0690" y="2981165"/>
              <a:ext cx="176198" cy="96833"/>
            </a:xfrm>
            <a:custGeom>
              <a:avLst/>
              <a:gdLst>
                <a:gd name="T0" fmla="*/ 36 w 47"/>
                <a:gd name="T1" fmla="*/ 0 h 26"/>
                <a:gd name="T2" fmla="*/ 27 w 47"/>
                <a:gd name="T3" fmla="*/ 1 h 26"/>
                <a:gd name="T4" fmla="*/ 22 w 47"/>
                <a:gd name="T5" fmla="*/ 4 h 26"/>
                <a:gd name="T6" fmla="*/ 14 w 47"/>
                <a:gd name="T7" fmla="*/ 3 h 26"/>
                <a:gd name="T8" fmla="*/ 6 w 47"/>
                <a:gd name="T9" fmla="*/ 2 h 26"/>
                <a:gd name="T10" fmla="*/ 2 w 47"/>
                <a:gd name="T11" fmla="*/ 0 h 26"/>
                <a:gd name="T12" fmla="*/ 1 w 47"/>
                <a:gd name="T13" fmla="*/ 0 h 26"/>
                <a:gd name="T14" fmla="*/ 1 w 47"/>
                <a:gd name="T15" fmla="*/ 6 h 26"/>
                <a:gd name="T16" fmla="*/ 3 w 47"/>
                <a:gd name="T17" fmla="*/ 10 h 26"/>
                <a:gd name="T18" fmla="*/ 1 w 47"/>
                <a:gd name="T19" fmla="*/ 13 h 26"/>
                <a:gd name="T20" fmla="*/ 1 w 47"/>
                <a:gd name="T21" fmla="*/ 17 h 26"/>
                <a:gd name="T22" fmla="*/ 5 w 47"/>
                <a:gd name="T23" fmla="*/ 22 h 26"/>
                <a:gd name="T24" fmla="*/ 7 w 47"/>
                <a:gd name="T25" fmla="*/ 24 h 26"/>
                <a:gd name="T26" fmla="*/ 17 w 47"/>
                <a:gd name="T27" fmla="*/ 24 h 26"/>
                <a:gd name="T28" fmla="*/ 25 w 47"/>
                <a:gd name="T29" fmla="*/ 26 h 26"/>
                <a:gd name="T30" fmla="*/ 27 w 47"/>
                <a:gd name="T31" fmla="*/ 24 h 26"/>
                <a:gd name="T32" fmla="*/ 31 w 47"/>
                <a:gd name="T33" fmla="*/ 22 h 26"/>
                <a:gd name="T34" fmla="*/ 31 w 47"/>
                <a:gd name="T35" fmla="*/ 20 h 26"/>
                <a:gd name="T36" fmla="*/ 39 w 47"/>
                <a:gd name="T37" fmla="*/ 20 h 26"/>
                <a:gd name="T38" fmla="*/ 42 w 47"/>
                <a:gd name="T39" fmla="*/ 19 h 26"/>
                <a:gd name="T40" fmla="*/ 41 w 47"/>
                <a:gd name="T41" fmla="*/ 18 h 26"/>
                <a:gd name="T42" fmla="*/ 39 w 47"/>
                <a:gd name="T43" fmla="*/ 12 h 26"/>
                <a:gd name="T44" fmla="*/ 45 w 47"/>
                <a:gd name="T45" fmla="*/ 5 h 26"/>
                <a:gd name="T46" fmla="*/ 47 w 47"/>
                <a:gd name="T47" fmla="*/ 4 h 26"/>
                <a:gd name="T48" fmla="*/ 42 w 47"/>
                <a:gd name="T49" fmla="*/ 2 h 26"/>
                <a:gd name="T50" fmla="*/ 36 w 47"/>
                <a:gd name="T5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7" h="26">
                  <a:moveTo>
                    <a:pt x="36" y="0"/>
                  </a:moveTo>
                  <a:cubicBezTo>
                    <a:pt x="34" y="0"/>
                    <a:pt x="29" y="0"/>
                    <a:pt x="27" y="1"/>
                  </a:cubicBezTo>
                  <a:cubicBezTo>
                    <a:pt x="26" y="3"/>
                    <a:pt x="24" y="4"/>
                    <a:pt x="22" y="4"/>
                  </a:cubicBezTo>
                  <a:cubicBezTo>
                    <a:pt x="20" y="3"/>
                    <a:pt x="15" y="3"/>
                    <a:pt x="14" y="3"/>
                  </a:cubicBezTo>
                  <a:cubicBezTo>
                    <a:pt x="13" y="4"/>
                    <a:pt x="7" y="2"/>
                    <a:pt x="6" y="2"/>
                  </a:cubicBezTo>
                  <a:cubicBezTo>
                    <a:pt x="5" y="3"/>
                    <a:pt x="4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4"/>
                    <a:pt x="1" y="6"/>
                  </a:cubicBezTo>
                  <a:cubicBezTo>
                    <a:pt x="3" y="7"/>
                    <a:pt x="5" y="10"/>
                    <a:pt x="3" y="10"/>
                  </a:cubicBezTo>
                  <a:cubicBezTo>
                    <a:pt x="2" y="10"/>
                    <a:pt x="1" y="12"/>
                    <a:pt x="1" y="13"/>
                  </a:cubicBezTo>
                  <a:cubicBezTo>
                    <a:pt x="1" y="14"/>
                    <a:pt x="0" y="17"/>
                    <a:pt x="1" y="17"/>
                  </a:cubicBezTo>
                  <a:cubicBezTo>
                    <a:pt x="1" y="18"/>
                    <a:pt x="5" y="21"/>
                    <a:pt x="5" y="22"/>
                  </a:cubicBezTo>
                  <a:cubicBezTo>
                    <a:pt x="5" y="23"/>
                    <a:pt x="7" y="23"/>
                    <a:pt x="7" y="24"/>
                  </a:cubicBezTo>
                  <a:cubicBezTo>
                    <a:pt x="9" y="24"/>
                    <a:pt x="15" y="24"/>
                    <a:pt x="17" y="24"/>
                  </a:cubicBezTo>
                  <a:cubicBezTo>
                    <a:pt x="18" y="25"/>
                    <a:pt x="25" y="26"/>
                    <a:pt x="25" y="26"/>
                  </a:cubicBezTo>
                  <a:cubicBezTo>
                    <a:pt x="26" y="26"/>
                    <a:pt x="28" y="25"/>
                    <a:pt x="27" y="24"/>
                  </a:cubicBezTo>
                  <a:cubicBezTo>
                    <a:pt x="27" y="23"/>
                    <a:pt x="29" y="22"/>
                    <a:pt x="31" y="22"/>
                  </a:cubicBezTo>
                  <a:cubicBezTo>
                    <a:pt x="31" y="21"/>
                    <a:pt x="31" y="20"/>
                    <a:pt x="31" y="20"/>
                  </a:cubicBezTo>
                  <a:cubicBezTo>
                    <a:pt x="32" y="20"/>
                    <a:pt x="37" y="19"/>
                    <a:pt x="39" y="20"/>
                  </a:cubicBezTo>
                  <a:cubicBezTo>
                    <a:pt x="40" y="20"/>
                    <a:pt x="41" y="20"/>
                    <a:pt x="42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39" y="17"/>
                    <a:pt x="37" y="12"/>
                    <a:pt x="39" y="12"/>
                  </a:cubicBezTo>
                  <a:cubicBezTo>
                    <a:pt x="41" y="12"/>
                    <a:pt x="43" y="6"/>
                    <a:pt x="45" y="5"/>
                  </a:cubicBezTo>
                  <a:cubicBezTo>
                    <a:pt x="46" y="5"/>
                    <a:pt x="46" y="4"/>
                    <a:pt x="47" y="4"/>
                  </a:cubicBezTo>
                  <a:cubicBezTo>
                    <a:pt x="44" y="3"/>
                    <a:pt x="42" y="2"/>
                    <a:pt x="42" y="2"/>
                  </a:cubicBezTo>
                  <a:cubicBezTo>
                    <a:pt x="41" y="0"/>
                    <a:pt x="38" y="0"/>
                    <a:pt x="36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4" name="Freeform 1263">
              <a:extLst>
                <a:ext uri="{FF2B5EF4-FFF2-40B4-BE49-F238E27FC236}">
                  <a16:creationId xmlns:a16="http://schemas.microsoft.com/office/drawing/2014/main" id="{623D5349-C5C3-519E-009F-3263C2C4B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8306" y="3036725"/>
              <a:ext cx="79369" cy="57147"/>
            </a:xfrm>
            <a:custGeom>
              <a:avLst/>
              <a:gdLst>
                <a:gd name="T0" fmla="*/ 5 w 21"/>
                <a:gd name="T1" fmla="*/ 15 h 15"/>
                <a:gd name="T2" fmla="*/ 5 w 21"/>
                <a:gd name="T3" fmla="*/ 15 h 15"/>
                <a:gd name="T4" fmla="*/ 6 w 21"/>
                <a:gd name="T5" fmla="*/ 15 h 15"/>
                <a:gd name="T6" fmla="*/ 6 w 21"/>
                <a:gd name="T7" fmla="*/ 15 h 15"/>
                <a:gd name="T8" fmla="*/ 6 w 21"/>
                <a:gd name="T9" fmla="*/ 15 h 15"/>
                <a:gd name="T10" fmla="*/ 6 w 21"/>
                <a:gd name="T11" fmla="*/ 15 h 15"/>
                <a:gd name="T12" fmla="*/ 9 w 21"/>
                <a:gd name="T13" fmla="*/ 15 h 15"/>
                <a:gd name="T14" fmla="*/ 9 w 21"/>
                <a:gd name="T15" fmla="*/ 15 h 15"/>
                <a:gd name="T16" fmla="*/ 9 w 21"/>
                <a:gd name="T17" fmla="*/ 15 h 15"/>
                <a:gd name="T18" fmla="*/ 10 w 21"/>
                <a:gd name="T19" fmla="*/ 15 h 15"/>
                <a:gd name="T20" fmla="*/ 10 w 21"/>
                <a:gd name="T21" fmla="*/ 15 h 15"/>
                <a:gd name="T22" fmla="*/ 14 w 21"/>
                <a:gd name="T23" fmla="*/ 12 h 15"/>
                <a:gd name="T24" fmla="*/ 21 w 21"/>
                <a:gd name="T25" fmla="*/ 9 h 15"/>
                <a:gd name="T26" fmla="*/ 21 w 21"/>
                <a:gd name="T27" fmla="*/ 9 h 15"/>
                <a:gd name="T28" fmla="*/ 20 w 21"/>
                <a:gd name="T29" fmla="*/ 7 h 15"/>
                <a:gd name="T30" fmla="*/ 16 w 21"/>
                <a:gd name="T31" fmla="*/ 2 h 15"/>
                <a:gd name="T32" fmla="*/ 15 w 21"/>
                <a:gd name="T33" fmla="*/ 1 h 15"/>
                <a:gd name="T34" fmla="*/ 15 w 21"/>
                <a:gd name="T35" fmla="*/ 1 h 15"/>
                <a:gd name="T36" fmla="*/ 15 w 21"/>
                <a:gd name="T37" fmla="*/ 0 h 15"/>
                <a:gd name="T38" fmla="*/ 2 w 21"/>
                <a:gd name="T39" fmla="*/ 3 h 15"/>
                <a:gd name="T40" fmla="*/ 2 w 21"/>
                <a:gd name="T41" fmla="*/ 2 h 15"/>
                <a:gd name="T42" fmla="*/ 1 w 21"/>
                <a:gd name="T43" fmla="*/ 10 h 15"/>
                <a:gd name="T44" fmla="*/ 5 w 21"/>
                <a:gd name="T4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15">
                  <a:moveTo>
                    <a:pt x="5" y="15"/>
                  </a:move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5"/>
                    <a:pt x="8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4"/>
                    <a:pt x="13" y="12"/>
                    <a:pt x="14" y="12"/>
                  </a:cubicBezTo>
                  <a:cubicBezTo>
                    <a:pt x="15" y="13"/>
                    <a:pt x="20" y="10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6"/>
                    <a:pt x="16" y="2"/>
                    <a:pt x="16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0"/>
                    <a:pt x="15" y="0"/>
                  </a:cubicBezTo>
                  <a:cubicBezTo>
                    <a:pt x="10" y="1"/>
                    <a:pt x="2" y="3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1" y="5"/>
                    <a:pt x="0" y="8"/>
                    <a:pt x="1" y="10"/>
                  </a:cubicBezTo>
                  <a:cubicBezTo>
                    <a:pt x="2" y="12"/>
                    <a:pt x="3" y="13"/>
                    <a:pt x="5" y="1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5" name="Freeform 1265">
              <a:extLst>
                <a:ext uri="{FF2B5EF4-FFF2-40B4-BE49-F238E27FC236}">
                  <a16:creationId xmlns:a16="http://schemas.microsoft.com/office/drawing/2014/main" id="{290C71CA-950F-0E18-7756-C04D12908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0690" y="2684319"/>
              <a:ext cx="492085" cy="288910"/>
            </a:xfrm>
            <a:custGeom>
              <a:avLst/>
              <a:gdLst>
                <a:gd name="T0" fmla="*/ 122 w 131"/>
                <a:gd name="T1" fmla="*/ 44 h 77"/>
                <a:gd name="T2" fmla="*/ 130 w 131"/>
                <a:gd name="T3" fmla="*/ 40 h 77"/>
                <a:gd name="T4" fmla="*/ 130 w 131"/>
                <a:gd name="T5" fmla="*/ 35 h 77"/>
                <a:gd name="T6" fmla="*/ 131 w 131"/>
                <a:gd name="T7" fmla="*/ 30 h 77"/>
                <a:gd name="T8" fmla="*/ 120 w 131"/>
                <a:gd name="T9" fmla="*/ 26 h 77"/>
                <a:gd name="T10" fmla="*/ 111 w 131"/>
                <a:gd name="T11" fmla="*/ 21 h 77"/>
                <a:gd name="T12" fmla="*/ 103 w 131"/>
                <a:gd name="T13" fmla="*/ 22 h 77"/>
                <a:gd name="T14" fmla="*/ 97 w 131"/>
                <a:gd name="T15" fmla="*/ 19 h 77"/>
                <a:gd name="T16" fmla="*/ 88 w 131"/>
                <a:gd name="T17" fmla="*/ 12 h 77"/>
                <a:gd name="T18" fmla="*/ 86 w 131"/>
                <a:gd name="T19" fmla="*/ 2 h 77"/>
                <a:gd name="T20" fmla="*/ 75 w 131"/>
                <a:gd name="T21" fmla="*/ 1 h 77"/>
                <a:gd name="T22" fmla="*/ 69 w 131"/>
                <a:gd name="T23" fmla="*/ 2 h 77"/>
                <a:gd name="T24" fmla="*/ 60 w 131"/>
                <a:gd name="T25" fmla="*/ 8 h 77"/>
                <a:gd name="T26" fmla="*/ 52 w 131"/>
                <a:gd name="T27" fmla="*/ 10 h 77"/>
                <a:gd name="T28" fmla="*/ 42 w 131"/>
                <a:gd name="T29" fmla="*/ 8 h 77"/>
                <a:gd name="T30" fmla="*/ 31 w 131"/>
                <a:gd name="T31" fmla="*/ 6 h 77"/>
                <a:gd name="T32" fmla="*/ 13 w 131"/>
                <a:gd name="T33" fmla="*/ 8 h 77"/>
                <a:gd name="T34" fmla="*/ 10 w 131"/>
                <a:gd name="T35" fmla="*/ 11 h 77"/>
                <a:gd name="T36" fmla="*/ 9 w 131"/>
                <a:gd name="T37" fmla="*/ 21 h 77"/>
                <a:gd name="T38" fmla="*/ 3 w 131"/>
                <a:gd name="T39" fmla="*/ 33 h 77"/>
                <a:gd name="T40" fmla="*/ 3 w 131"/>
                <a:gd name="T41" fmla="*/ 42 h 77"/>
                <a:gd name="T42" fmla="*/ 7 w 131"/>
                <a:gd name="T43" fmla="*/ 43 h 77"/>
                <a:gd name="T44" fmla="*/ 19 w 131"/>
                <a:gd name="T45" fmla="*/ 45 h 77"/>
                <a:gd name="T46" fmla="*/ 26 w 131"/>
                <a:gd name="T47" fmla="*/ 44 h 77"/>
                <a:gd name="T48" fmla="*/ 39 w 131"/>
                <a:gd name="T49" fmla="*/ 39 h 77"/>
                <a:gd name="T50" fmla="*/ 50 w 131"/>
                <a:gd name="T51" fmla="*/ 46 h 77"/>
                <a:gd name="T52" fmla="*/ 56 w 131"/>
                <a:gd name="T53" fmla="*/ 58 h 77"/>
                <a:gd name="T54" fmla="*/ 48 w 131"/>
                <a:gd name="T55" fmla="*/ 61 h 77"/>
                <a:gd name="T56" fmla="*/ 47 w 131"/>
                <a:gd name="T57" fmla="*/ 69 h 77"/>
                <a:gd name="T58" fmla="*/ 53 w 131"/>
                <a:gd name="T59" fmla="*/ 69 h 77"/>
                <a:gd name="T60" fmla="*/ 63 w 131"/>
                <a:gd name="T61" fmla="*/ 56 h 77"/>
                <a:gd name="T62" fmla="*/ 72 w 131"/>
                <a:gd name="T63" fmla="*/ 60 h 77"/>
                <a:gd name="T64" fmla="*/ 74 w 131"/>
                <a:gd name="T65" fmla="*/ 67 h 77"/>
                <a:gd name="T66" fmla="*/ 82 w 131"/>
                <a:gd name="T67" fmla="*/ 76 h 77"/>
                <a:gd name="T68" fmla="*/ 95 w 131"/>
                <a:gd name="T69" fmla="*/ 72 h 77"/>
                <a:gd name="T70" fmla="*/ 98 w 131"/>
                <a:gd name="T71" fmla="*/ 68 h 77"/>
                <a:gd name="T72" fmla="*/ 101 w 131"/>
                <a:gd name="T73" fmla="*/ 56 h 77"/>
                <a:gd name="T74" fmla="*/ 116 w 131"/>
                <a:gd name="T75" fmla="*/ 5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1" h="77">
                  <a:moveTo>
                    <a:pt x="116" y="48"/>
                  </a:moveTo>
                  <a:cubicBezTo>
                    <a:pt x="118" y="48"/>
                    <a:pt x="121" y="44"/>
                    <a:pt x="122" y="44"/>
                  </a:cubicBezTo>
                  <a:cubicBezTo>
                    <a:pt x="123" y="44"/>
                    <a:pt x="128" y="45"/>
                    <a:pt x="128" y="45"/>
                  </a:cubicBezTo>
                  <a:cubicBezTo>
                    <a:pt x="128" y="44"/>
                    <a:pt x="130" y="41"/>
                    <a:pt x="130" y="40"/>
                  </a:cubicBezTo>
                  <a:cubicBezTo>
                    <a:pt x="129" y="39"/>
                    <a:pt x="128" y="38"/>
                    <a:pt x="128" y="37"/>
                  </a:cubicBezTo>
                  <a:cubicBezTo>
                    <a:pt x="128" y="36"/>
                    <a:pt x="130" y="36"/>
                    <a:pt x="130" y="35"/>
                  </a:cubicBezTo>
                  <a:cubicBezTo>
                    <a:pt x="130" y="34"/>
                    <a:pt x="129" y="34"/>
                    <a:pt x="129" y="33"/>
                  </a:cubicBezTo>
                  <a:cubicBezTo>
                    <a:pt x="129" y="33"/>
                    <a:pt x="131" y="32"/>
                    <a:pt x="131" y="30"/>
                  </a:cubicBezTo>
                  <a:cubicBezTo>
                    <a:pt x="131" y="29"/>
                    <a:pt x="129" y="29"/>
                    <a:pt x="127" y="28"/>
                  </a:cubicBezTo>
                  <a:cubicBezTo>
                    <a:pt x="124" y="26"/>
                    <a:pt x="122" y="27"/>
                    <a:pt x="120" y="26"/>
                  </a:cubicBezTo>
                  <a:cubicBezTo>
                    <a:pt x="118" y="25"/>
                    <a:pt x="114" y="26"/>
                    <a:pt x="114" y="25"/>
                  </a:cubicBezTo>
                  <a:cubicBezTo>
                    <a:pt x="114" y="24"/>
                    <a:pt x="112" y="22"/>
                    <a:pt x="111" y="21"/>
                  </a:cubicBezTo>
                  <a:cubicBezTo>
                    <a:pt x="110" y="20"/>
                    <a:pt x="108" y="21"/>
                    <a:pt x="107" y="21"/>
                  </a:cubicBezTo>
                  <a:cubicBezTo>
                    <a:pt x="106" y="22"/>
                    <a:pt x="104" y="23"/>
                    <a:pt x="103" y="22"/>
                  </a:cubicBezTo>
                  <a:cubicBezTo>
                    <a:pt x="102" y="21"/>
                    <a:pt x="101" y="20"/>
                    <a:pt x="100" y="20"/>
                  </a:cubicBezTo>
                  <a:cubicBezTo>
                    <a:pt x="98" y="21"/>
                    <a:pt x="96" y="20"/>
                    <a:pt x="97" y="19"/>
                  </a:cubicBezTo>
                  <a:cubicBezTo>
                    <a:pt x="97" y="17"/>
                    <a:pt x="95" y="13"/>
                    <a:pt x="94" y="13"/>
                  </a:cubicBezTo>
                  <a:cubicBezTo>
                    <a:pt x="92" y="12"/>
                    <a:pt x="89" y="13"/>
                    <a:pt x="88" y="12"/>
                  </a:cubicBezTo>
                  <a:cubicBezTo>
                    <a:pt x="87" y="10"/>
                    <a:pt x="86" y="9"/>
                    <a:pt x="87" y="7"/>
                  </a:cubicBezTo>
                  <a:cubicBezTo>
                    <a:pt x="87" y="6"/>
                    <a:pt x="86" y="3"/>
                    <a:pt x="86" y="2"/>
                  </a:cubicBezTo>
                  <a:cubicBezTo>
                    <a:pt x="85" y="0"/>
                    <a:pt x="81" y="1"/>
                    <a:pt x="79" y="1"/>
                  </a:cubicBezTo>
                  <a:cubicBezTo>
                    <a:pt x="78" y="2"/>
                    <a:pt x="76" y="1"/>
                    <a:pt x="75" y="1"/>
                  </a:cubicBezTo>
                  <a:cubicBezTo>
                    <a:pt x="73" y="2"/>
                    <a:pt x="73" y="3"/>
                    <a:pt x="71" y="3"/>
                  </a:cubicBezTo>
                  <a:cubicBezTo>
                    <a:pt x="70" y="3"/>
                    <a:pt x="70" y="3"/>
                    <a:pt x="69" y="2"/>
                  </a:cubicBezTo>
                  <a:cubicBezTo>
                    <a:pt x="67" y="3"/>
                    <a:pt x="64" y="3"/>
                    <a:pt x="64" y="3"/>
                  </a:cubicBezTo>
                  <a:cubicBezTo>
                    <a:pt x="64" y="3"/>
                    <a:pt x="60" y="7"/>
                    <a:pt x="60" y="8"/>
                  </a:cubicBezTo>
                  <a:cubicBezTo>
                    <a:pt x="60" y="9"/>
                    <a:pt x="60" y="12"/>
                    <a:pt x="59" y="10"/>
                  </a:cubicBezTo>
                  <a:cubicBezTo>
                    <a:pt x="58" y="9"/>
                    <a:pt x="53" y="9"/>
                    <a:pt x="52" y="10"/>
                  </a:cubicBezTo>
                  <a:cubicBezTo>
                    <a:pt x="51" y="11"/>
                    <a:pt x="49" y="7"/>
                    <a:pt x="47" y="8"/>
                  </a:cubicBezTo>
                  <a:cubicBezTo>
                    <a:pt x="45" y="10"/>
                    <a:pt x="43" y="7"/>
                    <a:pt x="42" y="8"/>
                  </a:cubicBezTo>
                  <a:cubicBezTo>
                    <a:pt x="42" y="9"/>
                    <a:pt x="39" y="8"/>
                    <a:pt x="37" y="7"/>
                  </a:cubicBezTo>
                  <a:cubicBezTo>
                    <a:pt x="35" y="7"/>
                    <a:pt x="32" y="8"/>
                    <a:pt x="31" y="6"/>
                  </a:cubicBezTo>
                  <a:cubicBezTo>
                    <a:pt x="29" y="5"/>
                    <a:pt x="21" y="5"/>
                    <a:pt x="18" y="5"/>
                  </a:cubicBezTo>
                  <a:cubicBezTo>
                    <a:pt x="15" y="5"/>
                    <a:pt x="14" y="6"/>
                    <a:pt x="13" y="8"/>
                  </a:cubicBezTo>
                  <a:cubicBezTo>
                    <a:pt x="12" y="9"/>
                    <a:pt x="11" y="9"/>
                    <a:pt x="9" y="9"/>
                  </a:cubicBezTo>
                  <a:cubicBezTo>
                    <a:pt x="9" y="10"/>
                    <a:pt x="10" y="11"/>
                    <a:pt x="10" y="11"/>
                  </a:cubicBezTo>
                  <a:cubicBezTo>
                    <a:pt x="10" y="12"/>
                    <a:pt x="14" y="17"/>
                    <a:pt x="13" y="18"/>
                  </a:cubicBezTo>
                  <a:cubicBezTo>
                    <a:pt x="12" y="20"/>
                    <a:pt x="10" y="20"/>
                    <a:pt x="9" y="21"/>
                  </a:cubicBezTo>
                  <a:cubicBezTo>
                    <a:pt x="9" y="22"/>
                    <a:pt x="3" y="27"/>
                    <a:pt x="3" y="28"/>
                  </a:cubicBezTo>
                  <a:cubicBezTo>
                    <a:pt x="2" y="29"/>
                    <a:pt x="4" y="32"/>
                    <a:pt x="3" y="33"/>
                  </a:cubicBezTo>
                  <a:cubicBezTo>
                    <a:pt x="2" y="34"/>
                    <a:pt x="0" y="37"/>
                    <a:pt x="0" y="38"/>
                  </a:cubicBezTo>
                  <a:cubicBezTo>
                    <a:pt x="0" y="40"/>
                    <a:pt x="1" y="42"/>
                    <a:pt x="3" y="42"/>
                  </a:cubicBezTo>
                  <a:cubicBezTo>
                    <a:pt x="3" y="42"/>
                    <a:pt x="4" y="43"/>
                    <a:pt x="4" y="43"/>
                  </a:cubicBezTo>
                  <a:cubicBezTo>
                    <a:pt x="5" y="43"/>
                    <a:pt x="6" y="43"/>
                    <a:pt x="7" y="43"/>
                  </a:cubicBezTo>
                  <a:cubicBezTo>
                    <a:pt x="8" y="43"/>
                    <a:pt x="13" y="44"/>
                    <a:pt x="14" y="44"/>
                  </a:cubicBezTo>
                  <a:cubicBezTo>
                    <a:pt x="16" y="44"/>
                    <a:pt x="18" y="45"/>
                    <a:pt x="19" y="45"/>
                  </a:cubicBezTo>
                  <a:cubicBezTo>
                    <a:pt x="19" y="46"/>
                    <a:pt x="21" y="45"/>
                    <a:pt x="22" y="44"/>
                  </a:cubicBezTo>
                  <a:cubicBezTo>
                    <a:pt x="23" y="43"/>
                    <a:pt x="24" y="44"/>
                    <a:pt x="26" y="44"/>
                  </a:cubicBezTo>
                  <a:cubicBezTo>
                    <a:pt x="27" y="44"/>
                    <a:pt x="29" y="43"/>
                    <a:pt x="30" y="42"/>
                  </a:cubicBezTo>
                  <a:cubicBezTo>
                    <a:pt x="30" y="41"/>
                    <a:pt x="37" y="39"/>
                    <a:pt x="39" y="39"/>
                  </a:cubicBezTo>
                  <a:cubicBezTo>
                    <a:pt x="40" y="38"/>
                    <a:pt x="43" y="42"/>
                    <a:pt x="45" y="42"/>
                  </a:cubicBezTo>
                  <a:cubicBezTo>
                    <a:pt x="46" y="42"/>
                    <a:pt x="49" y="43"/>
                    <a:pt x="50" y="46"/>
                  </a:cubicBezTo>
                  <a:cubicBezTo>
                    <a:pt x="51" y="49"/>
                    <a:pt x="53" y="52"/>
                    <a:pt x="54" y="53"/>
                  </a:cubicBezTo>
                  <a:cubicBezTo>
                    <a:pt x="55" y="54"/>
                    <a:pt x="56" y="57"/>
                    <a:pt x="56" y="58"/>
                  </a:cubicBezTo>
                  <a:cubicBezTo>
                    <a:pt x="56" y="59"/>
                    <a:pt x="54" y="58"/>
                    <a:pt x="51" y="57"/>
                  </a:cubicBezTo>
                  <a:cubicBezTo>
                    <a:pt x="48" y="57"/>
                    <a:pt x="48" y="59"/>
                    <a:pt x="48" y="61"/>
                  </a:cubicBezTo>
                  <a:cubicBezTo>
                    <a:pt x="48" y="62"/>
                    <a:pt x="45" y="67"/>
                    <a:pt x="44" y="67"/>
                  </a:cubicBezTo>
                  <a:cubicBezTo>
                    <a:pt x="43" y="68"/>
                    <a:pt x="45" y="69"/>
                    <a:pt x="47" y="69"/>
                  </a:cubicBezTo>
                  <a:cubicBezTo>
                    <a:pt x="47" y="69"/>
                    <a:pt x="50" y="67"/>
                    <a:pt x="51" y="67"/>
                  </a:cubicBezTo>
                  <a:cubicBezTo>
                    <a:pt x="51" y="67"/>
                    <a:pt x="52" y="68"/>
                    <a:pt x="53" y="69"/>
                  </a:cubicBezTo>
                  <a:cubicBezTo>
                    <a:pt x="53" y="66"/>
                    <a:pt x="54" y="66"/>
                    <a:pt x="57" y="64"/>
                  </a:cubicBezTo>
                  <a:cubicBezTo>
                    <a:pt x="60" y="61"/>
                    <a:pt x="60" y="57"/>
                    <a:pt x="63" y="56"/>
                  </a:cubicBezTo>
                  <a:cubicBezTo>
                    <a:pt x="66" y="56"/>
                    <a:pt x="67" y="54"/>
                    <a:pt x="71" y="55"/>
                  </a:cubicBezTo>
                  <a:cubicBezTo>
                    <a:pt x="76" y="56"/>
                    <a:pt x="69" y="58"/>
                    <a:pt x="72" y="60"/>
                  </a:cubicBezTo>
                  <a:cubicBezTo>
                    <a:pt x="75" y="61"/>
                    <a:pt x="84" y="59"/>
                    <a:pt x="84" y="62"/>
                  </a:cubicBezTo>
                  <a:cubicBezTo>
                    <a:pt x="85" y="64"/>
                    <a:pt x="74" y="66"/>
                    <a:pt x="74" y="67"/>
                  </a:cubicBezTo>
                  <a:cubicBezTo>
                    <a:pt x="75" y="68"/>
                    <a:pt x="80" y="69"/>
                    <a:pt x="82" y="70"/>
                  </a:cubicBezTo>
                  <a:cubicBezTo>
                    <a:pt x="84" y="72"/>
                    <a:pt x="81" y="75"/>
                    <a:pt x="82" y="76"/>
                  </a:cubicBezTo>
                  <a:cubicBezTo>
                    <a:pt x="83" y="77"/>
                    <a:pt x="86" y="76"/>
                    <a:pt x="88" y="75"/>
                  </a:cubicBezTo>
                  <a:cubicBezTo>
                    <a:pt x="90" y="73"/>
                    <a:pt x="92" y="74"/>
                    <a:pt x="95" y="72"/>
                  </a:cubicBezTo>
                  <a:cubicBezTo>
                    <a:pt x="98" y="70"/>
                    <a:pt x="104" y="71"/>
                    <a:pt x="105" y="70"/>
                  </a:cubicBezTo>
                  <a:cubicBezTo>
                    <a:pt x="106" y="69"/>
                    <a:pt x="103" y="68"/>
                    <a:pt x="98" y="68"/>
                  </a:cubicBezTo>
                  <a:cubicBezTo>
                    <a:pt x="92" y="69"/>
                    <a:pt x="92" y="63"/>
                    <a:pt x="92" y="62"/>
                  </a:cubicBezTo>
                  <a:cubicBezTo>
                    <a:pt x="92" y="61"/>
                    <a:pt x="98" y="57"/>
                    <a:pt x="101" y="56"/>
                  </a:cubicBezTo>
                  <a:cubicBezTo>
                    <a:pt x="104" y="56"/>
                    <a:pt x="107" y="55"/>
                    <a:pt x="110" y="53"/>
                  </a:cubicBezTo>
                  <a:cubicBezTo>
                    <a:pt x="112" y="53"/>
                    <a:pt x="114" y="52"/>
                    <a:pt x="116" y="52"/>
                  </a:cubicBezTo>
                  <a:cubicBezTo>
                    <a:pt x="116" y="50"/>
                    <a:pt x="115" y="48"/>
                    <a:pt x="116" y="4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6" name="Freeform 1267">
              <a:extLst>
                <a:ext uri="{FF2B5EF4-FFF2-40B4-BE49-F238E27FC236}">
                  <a16:creationId xmlns:a16="http://schemas.microsoft.com/office/drawing/2014/main" id="{93EF3DE7-3D3D-9F93-837B-FEF5414F1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7675" y="2541452"/>
              <a:ext cx="261916" cy="187315"/>
            </a:xfrm>
            <a:custGeom>
              <a:avLst/>
              <a:gdLst>
                <a:gd name="T0" fmla="*/ 65 w 70"/>
                <a:gd name="T1" fmla="*/ 24 h 50"/>
                <a:gd name="T2" fmla="*/ 61 w 70"/>
                <a:gd name="T3" fmla="*/ 20 h 50"/>
                <a:gd name="T4" fmla="*/ 57 w 70"/>
                <a:gd name="T5" fmla="*/ 16 h 50"/>
                <a:gd name="T6" fmla="*/ 57 w 70"/>
                <a:gd name="T7" fmla="*/ 10 h 50"/>
                <a:gd name="T8" fmla="*/ 56 w 70"/>
                <a:gd name="T9" fmla="*/ 5 h 50"/>
                <a:gd name="T10" fmla="*/ 49 w 70"/>
                <a:gd name="T11" fmla="*/ 3 h 50"/>
                <a:gd name="T12" fmla="*/ 45 w 70"/>
                <a:gd name="T13" fmla="*/ 3 h 50"/>
                <a:gd name="T14" fmla="*/ 41 w 70"/>
                <a:gd name="T15" fmla="*/ 1 h 50"/>
                <a:gd name="T16" fmla="*/ 37 w 70"/>
                <a:gd name="T17" fmla="*/ 0 h 50"/>
                <a:gd name="T18" fmla="*/ 37 w 70"/>
                <a:gd name="T19" fmla="*/ 0 h 50"/>
                <a:gd name="T20" fmla="*/ 35 w 70"/>
                <a:gd name="T21" fmla="*/ 1 h 50"/>
                <a:gd name="T22" fmla="*/ 32 w 70"/>
                <a:gd name="T23" fmla="*/ 3 h 50"/>
                <a:gd name="T24" fmla="*/ 27 w 70"/>
                <a:gd name="T25" fmla="*/ 4 h 50"/>
                <a:gd name="T26" fmla="*/ 25 w 70"/>
                <a:gd name="T27" fmla="*/ 8 h 50"/>
                <a:gd name="T28" fmla="*/ 24 w 70"/>
                <a:gd name="T29" fmla="*/ 11 h 50"/>
                <a:gd name="T30" fmla="*/ 21 w 70"/>
                <a:gd name="T31" fmla="*/ 13 h 50"/>
                <a:gd name="T32" fmla="*/ 18 w 70"/>
                <a:gd name="T33" fmla="*/ 16 h 50"/>
                <a:gd name="T34" fmla="*/ 17 w 70"/>
                <a:gd name="T35" fmla="*/ 20 h 50"/>
                <a:gd name="T36" fmla="*/ 12 w 70"/>
                <a:gd name="T37" fmla="*/ 21 h 50"/>
                <a:gd name="T38" fmla="*/ 8 w 70"/>
                <a:gd name="T39" fmla="*/ 23 h 50"/>
                <a:gd name="T40" fmla="*/ 3 w 70"/>
                <a:gd name="T41" fmla="*/ 23 h 50"/>
                <a:gd name="T42" fmla="*/ 3 w 70"/>
                <a:gd name="T43" fmla="*/ 23 h 50"/>
                <a:gd name="T44" fmla="*/ 4 w 70"/>
                <a:gd name="T45" fmla="*/ 29 h 50"/>
                <a:gd name="T46" fmla="*/ 4 w 70"/>
                <a:gd name="T47" fmla="*/ 35 h 50"/>
                <a:gd name="T48" fmla="*/ 0 w 70"/>
                <a:gd name="T49" fmla="*/ 39 h 50"/>
                <a:gd name="T50" fmla="*/ 2 w 70"/>
                <a:gd name="T51" fmla="*/ 43 h 50"/>
                <a:gd name="T52" fmla="*/ 2 w 70"/>
                <a:gd name="T53" fmla="*/ 47 h 50"/>
                <a:gd name="T54" fmla="*/ 6 w 70"/>
                <a:gd name="T55" fmla="*/ 46 h 50"/>
                <a:gd name="T56" fmla="*/ 11 w 70"/>
                <a:gd name="T57" fmla="*/ 43 h 50"/>
                <a:gd name="T58" fmla="*/ 24 w 70"/>
                <a:gd name="T59" fmla="*/ 45 h 50"/>
                <a:gd name="T60" fmla="*/ 30 w 70"/>
                <a:gd name="T61" fmla="*/ 46 h 50"/>
                <a:gd name="T62" fmla="*/ 36 w 70"/>
                <a:gd name="T63" fmla="*/ 47 h 50"/>
                <a:gd name="T64" fmla="*/ 40 w 70"/>
                <a:gd name="T65" fmla="*/ 47 h 50"/>
                <a:gd name="T66" fmla="*/ 45 w 70"/>
                <a:gd name="T67" fmla="*/ 49 h 50"/>
                <a:gd name="T68" fmla="*/ 52 w 70"/>
                <a:gd name="T69" fmla="*/ 49 h 50"/>
                <a:gd name="T70" fmla="*/ 53 w 70"/>
                <a:gd name="T71" fmla="*/ 47 h 50"/>
                <a:gd name="T72" fmla="*/ 58 w 70"/>
                <a:gd name="T73" fmla="*/ 42 h 50"/>
                <a:gd name="T74" fmla="*/ 62 w 70"/>
                <a:gd name="T75" fmla="*/ 41 h 50"/>
                <a:gd name="T76" fmla="*/ 61 w 70"/>
                <a:gd name="T77" fmla="*/ 38 h 50"/>
                <a:gd name="T78" fmla="*/ 60 w 70"/>
                <a:gd name="T79" fmla="*/ 31 h 50"/>
                <a:gd name="T80" fmla="*/ 65 w 70"/>
                <a:gd name="T81" fmla="*/ 32 h 50"/>
                <a:gd name="T82" fmla="*/ 69 w 70"/>
                <a:gd name="T83" fmla="*/ 28 h 50"/>
                <a:gd name="T84" fmla="*/ 65 w 70"/>
                <a:gd name="T85" fmla="*/ 2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0" h="50">
                  <a:moveTo>
                    <a:pt x="65" y="24"/>
                  </a:moveTo>
                  <a:cubicBezTo>
                    <a:pt x="64" y="24"/>
                    <a:pt x="63" y="21"/>
                    <a:pt x="61" y="20"/>
                  </a:cubicBezTo>
                  <a:cubicBezTo>
                    <a:pt x="59" y="19"/>
                    <a:pt x="59" y="17"/>
                    <a:pt x="57" y="16"/>
                  </a:cubicBezTo>
                  <a:cubicBezTo>
                    <a:pt x="56" y="14"/>
                    <a:pt x="57" y="12"/>
                    <a:pt x="57" y="10"/>
                  </a:cubicBezTo>
                  <a:cubicBezTo>
                    <a:pt x="56" y="9"/>
                    <a:pt x="57" y="6"/>
                    <a:pt x="56" y="5"/>
                  </a:cubicBezTo>
                  <a:cubicBezTo>
                    <a:pt x="55" y="5"/>
                    <a:pt x="51" y="2"/>
                    <a:pt x="49" y="3"/>
                  </a:cubicBezTo>
                  <a:cubicBezTo>
                    <a:pt x="47" y="4"/>
                    <a:pt x="46" y="5"/>
                    <a:pt x="45" y="3"/>
                  </a:cubicBezTo>
                  <a:cubicBezTo>
                    <a:pt x="44" y="2"/>
                    <a:pt x="43" y="1"/>
                    <a:pt x="41" y="1"/>
                  </a:cubicBezTo>
                  <a:cubicBezTo>
                    <a:pt x="39" y="2"/>
                    <a:pt x="38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5" y="0"/>
                    <a:pt x="35" y="1"/>
                  </a:cubicBezTo>
                  <a:cubicBezTo>
                    <a:pt x="34" y="2"/>
                    <a:pt x="33" y="3"/>
                    <a:pt x="32" y="3"/>
                  </a:cubicBezTo>
                  <a:cubicBezTo>
                    <a:pt x="30" y="3"/>
                    <a:pt x="28" y="3"/>
                    <a:pt x="27" y="4"/>
                  </a:cubicBezTo>
                  <a:cubicBezTo>
                    <a:pt x="25" y="5"/>
                    <a:pt x="25" y="7"/>
                    <a:pt x="25" y="8"/>
                  </a:cubicBezTo>
                  <a:cubicBezTo>
                    <a:pt x="25" y="9"/>
                    <a:pt x="25" y="11"/>
                    <a:pt x="24" y="11"/>
                  </a:cubicBezTo>
                  <a:cubicBezTo>
                    <a:pt x="23" y="11"/>
                    <a:pt x="23" y="12"/>
                    <a:pt x="21" y="13"/>
                  </a:cubicBezTo>
                  <a:cubicBezTo>
                    <a:pt x="20" y="13"/>
                    <a:pt x="18" y="15"/>
                    <a:pt x="18" y="16"/>
                  </a:cubicBezTo>
                  <a:cubicBezTo>
                    <a:pt x="18" y="17"/>
                    <a:pt x="18" y="20"/>
                    <a:pt x="17" y="20"/>
                  </a:cubicBezTo>
                  <a:cubicBezTo>
                    <a:pt x="16" y="20"/>
                    <a:pt x="13" y="20"/>
                    <a:pt x="12" y="21"/>
                  </a:cubicBezTo>
                  <a:cubicBezTo>
                    <a:pt x="11" y="22"/>
                    <a:pt x="10" y="24"/>
                    <a:pt x="8" y="23"/>
                  </a:cubicBezTo>
                  <a:cubicBezTo>
                    <a:pt x="7" y="23"/>
                    <a:pt x="5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2" y="26"/>
                    <a:pt x="2" y="28"/>
                    <a:pt x="4" y="29"/>
                  </a:cubicBezTo>
                  <a:cubicBezTo>
                    <a:pt x="5" y="30"/>
                    <a:pt x="6" y="35"/>
                    <a:pt x="4" y="35"/>
                  </a:cubicBezTo>
                  <a:cubicBezTo>
                    <a:pt x="3" y="36"/>
                    <a:pt x="0" y="38"/>
                    <a:pt x="0" y="39"/>
                  </a:cubicBezTo>
                  <a:cubicBezTo>
                    <a:pt x="0" y="40"/>
                    <a:pt x="3" y="41"/>
                    <a:pt x="2" y="43"/>
                  </a:cubicBezTo>
                  <a:cubicBezTo>
                    <a:pt x="2" y="44"/>
                    <a:pt x="2" y="46"/>
                    <a:pt x="2" y="47"/>
                  </a:cubicBezTo>
                  <a:cubicBezTo>
                    <a:pt x="4" y="47"/>
                    <a:pt x="5" y="47"/>
                    <a:pt x="6" y="46"/>
                  </a:cubicBezTo>
                  <a:cubicBezTo>
                    <a:pt x="7" y="45"/>
                    <a:pt x="8" y="43"/>
                    <a:pt x="11" y="43"/>
                  </a:cubicBezTo>
                  <a:cubicBezTo>
                    <a:pt x="14" y="43"/>
                    <a:pt x="22" y="43"/>
                    <a:pt x="24" y="45"/>
                  </a:cubicBezTo>
                  <a:cubicBezTo>
                    <a:pt x="25" y="47"/>
                    <a:pt x="28" y="45"/>
                    <a:pt x="30" y="46"/>
                  </a:cubicBezTo>
                  <a:cubicBezTo>
                    <a:pt x="32" y="47"/>
                    <a:pt x="35" y="48"/>
                    <a:pt x="36" y="47"/>
                  </a:cubicBezTo>
                  <a:cubicBezTo>
                    <a:pt x="36" y="46"/>
                    <a:pt x="38" y="48"/>
                    <a:pt x="40" y="47"/>
                  </a:cubicBezTo>
                  <a:cubicBezTo>
                    <a:pt x="42" y="46"/>
                    <a:pt x="44" y="49"/>
                    <a:pt x="45" y="49"/>
                  </a:cubicBezTo>
                  <a:cubicBezTo>
                    <a:pt x="46" y="48"/>
                    <a:pt x="51" y="48"/>
                    <a:pt x="52" y="49"/>
                  </a:cubicBezTo>
                  <a:cubicBezTo>
                    <a:pt x="53" y="50"/>
                    <a:pt x="53" y="48"/>
                    <a:pt x="53" y="47"/>
                  </a:cubicBezTo>
                  <a:cubicBezTo>
                    <a:pt x="53" y="45"/>
                    <a:pt x="58" y="42"/>
                    <a:pt x="58" y="42"/>
                  </a:cubicBezTo>
                  <a:cubicBezTo>
                    <a:pt x="58" y="42"/>
                    <a:pt x="61" y="42"/>
                    <a:pt x="62" y="41"/>
                  </a:cubicBezTo>
                  <a:cubicBezTo>
                    <a:pt x="62" y="40"/>
                    <a:pt x="62" y="39"/>
                    <a:pt x="61" y="38"/>
                  </a:cubicBezTo>
                  <a:cubicBezTo>
                    <a:pt x="60" y="34"/>
                    <a:pt x="59" y="32"/>
                    <a:pt x="60" y="31"/>
                  </a:cubicBezTo>
                  <a:cubicBezTo>
                    <a:pt x="61" y="30"/>
                    <a:pt x="64" y="32"/>
                    <a:pt x="65" y="32"/>
                  </a:cubicBezTo>
                  <a:cubicBezTo>
                    <a:pt x="67" y="31"/>
                    <a:pt x="70" y="30"/>
                    <a:pt x="69" y="28"/>
                  </a:cubicBezTo>
                  <a:cubicBezTo>
                    <a:pt x="69" y="27"/>
                    <a:pt x="66" y="25"/>
                    <a:pt x="65" y="2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7" name="Freeform 1269">
              <a:extLst>
                <a:ext uri="{FF2B5EF4-FFF2-40B4-BE49-F238E27FC236}">
                  <a16:creationId xmlns:a16="http://schemas.microsoft.com/office/drawing/2014/main" id="{03B6E360-D730-2A75-9709-0C37DF4FE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9418" y="2466844"/>
              <a:ext cx="211121" cy="98419"/>
            </a:xfrm>
            <a:custGeom>
              <a:avLst/>
              <a:gdLst>
                <a:gd name="T0" fmla="*/ 19 w 56"/>
                <a:gd name="T1" fmla="*/ 18 h 26"/>
                <a:gd name="T2" fmla="*/ 29 w 56"/>
                <a:gd name="T3" fmla="*/ 18 h 26"/>
                <a:gd name="T4" fmla="*/ 33 w 56"/>
                <a:gd name="T5" fmla="*/ 20 h 26"/>
                <a:gd name="T6" fmla="*/ 40 w 56"/>
                <a:gd name="T7" fmla="*/ 24 h 26"/>
                <a:gd name="T8" fmla="*/ 44 w 56"/>
                <a:gd name="T9" fmla="*/ 26 h 26"/>
                <a:gd name="T10" fmla="*/ 45 w 56"/>
                <a:gd name="T11" fmla="*/ 25 h 26"/>
                <a:gd name="T12" fmla="*/ 50 w 56"/>
                <a:gd name="T13" fmla="*/ 24 h 26"/>
                <a:gd name="T14" fmla="*/ 53 w 56"/>
                <a:gd name="T15" fmla="*/ 21 h 26"/>
                <a:gd name="T16" fmla="*/ 56 w 56"/>
                <a:gd name="T17" fmla="*/ 20 h 26"/>
                <a:gd name="T18" fmla="*/ 54 w 56"/>
                <a:gd name="T19" fmla="*/ 16 h 26"/>
                <a:gd name="T20" fmla="*/ 52 w 56"/>
                <a:gd name="T21" fmla="*/ 11 h 26"/>
                <a:gd name="T22" fmla="*/ 51 w 56"/>
                <a:gd name="T23" fmla="*/ 7 h 26"/>
                <a:gd name="T24" fmla="*/ 49 w 56"/>
                <a:gd name="T25" fmla="*/ 5 h 26"/>
                <a:gd name="T26" fmla="*/ 42 w 56"/>
                <a:gd name="T27" fmla="*/ 5 h 26"/>
                <a:gd name="T28" fmla="*/ 35 w 56"/>
                <a:gd name="T29" fmla="*/ 0 h 26"/>
                <a:gd name="T30" fmla="*/ 27 w 56"/>
                <a:gd name="T31" fmla="*/ 0 h 26"/>
                <a:gd name="T32" fmla="*/ 26 w 56"/>
                <a:gd name="T33" fmla="*/ 8 h 26"/>
                <a:gd name="T34" fmla="*/ 20 w 56"/>
                <a:gd name="T35" fmla="*/ 11 h 26"/>
                <a:gd name="T36" fmla="*/ 13 w 56"/>
                <a:gd name="T37" fmla="*/ 3 h 26"/>
                <a:gd name="T38" fmla="*/ 6 w 56"/>
                <a:gd name="T39" fmla="*/ 6 h 26"/>
                <a:gd name="T40" fmla="*/ 3 w 56"/>
                <a:gd name="T41" fmla="*/ 12 h 26"/>
                <a:gd name="T42" fmla="*/ 2 w 56"/>
                <a:gd name="T43" fmla="*/ 20 h 26"/>
                <a:gd name="T44" fmla="*/ 2 w 56"/>
                <a:gd name="T45" fmla="*/ 20 h 26"/>
                <a:gd name="T46" fmla="*/ 8 w 56"/>
                <a:gd name="T47" fmla="*/ 18 h 26"/>
                <a:gd name="T48" fmla="*/ 19 w 56"/>
                <a:gd name="T49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6" h="26">
                  <a:moveTo>
                    <a:pt x="19" y="18"/>
                  </a:moveTo>
                  <a:cubicBezTo>
                    <a:pt x="21" y="18"/>
                    <a:pt x="26" y="20"/>
                    <a:pt x="29" y="18"/>
                  </a:cubicBezTo>
                  <a:cubicBezTo>
                    <a:pt x="31" y="17"/>
                    <a:pt x="31" y="21"/>
                    <a:pt x="33" y="20"/>
                  </a:cubicBezTo>
                  <a:cubicBezTo>
                    <a:pt x="35" y="20"/>
                    <a:pt x="38" y="22"/>
                    <a:pt x="40" y="24"/>
                  </a:cubicBezTo>
                  <a:cubicBezTo>
                    <a:pt x="41" y="25"/>
                    <a:pt x="42" y="26"/>
                    <a:pt x="44" y="26"/>
                  </a:cubicBezTo>
                  <a:cubicBezTo>
                    <a:pt x="44" y="26"/>
                    <a:pt x="45" y="25"/>
                    <a:pt x="45" y="25"/>
                  </a:cubicBezTo>
                  <a:cubicBezTo>
                    <a:pt x="47" y="23"/>
                    <a:pt x="49" y="24"/>
                    <a:pt x="50" y="24"/>
                  </a:cubicBezTo>
                  <a:cubicBezTo>
                    <a:pt x="52" y="24"/>
                    <a:pt x="52" y="22"/>
                    <a:pt x="53" y="21"/>
                  </a:cubicBezTo>
                  <a:cubicBezTo>
                    <a:pt x="54" y="21"/>
                    <a:pt x="55" y="21"/>
                    <a:pt x="56" y="20"/>
                  </a:cubicBezTo>
                  <a:cubicBezTo>
                    <a:pt x="55" y="19"/>
                    <a:pt x="55" y="17"/>
                    <a:pt x="54" y="16"/>
                  </a:cubicBezTo>
                  <a:cubicBezTo>
                    <a:pt x="53" y="15"/>
                    <a:pt x="51" y="13"/>
                    <a:pt x="52" y="11"/>
                  </a:cubicBezTo>
                  <a:cubicBezTo>
                    <a:pt x="52" y="10"/>
                    <a:pt x="52" y="9"/>
                    <a:pt x="51" y="7"/>
                  </a:cubicBezTo>
                  <a:cubicBezTo>
                    <a:pt x="50" y="7"/>
                    <a:pt x="50" y="6"/>
                    <a:pt x="49" y="5"/>
                  </a:cubicBezTo>
                  <a:cubicBezTo>
                    <a:pt x="47" y="5"/>
                    <a:pt x="43" y="5"/>
                    <a:pt x="42" y="5"/>
                  </a:cubicBezTo>
                  <a:cubicBezTo>
                    <a:pt x="41" y="5"/>
                    <a:pt x="36" y="1"/>
                    <a:pt x="35" y="0"/>
                  </a:cubicBezTo>
                  <a:cubicBezTo>
                    <a:pt x="34" y="0"/>
                    <a:pt x="30" y="0"/>
                    <a:pt x="27" y="0"/>
                  </a:cubicBezTo>
                  <a:cubicBezTo>
                    <a:pt x="25" y="3"/>
                    <a:pt x="26" y="4"/>
                    <a:pt x="26" y="8"/>
                  </a:cubicBezTo>
                  <a:cubicBezTo>
                    <a:pt x="26" y="12"/>
                    <a:pt x="22" y="11"/>
                    <a:pt x="20" y="11"/>
                  </a:cubicBezTo>
                  <a:cubicBezTo>
                    <a:pt x="18" y="11"/>
                    <a:pt x="15" y="4"/>
                    <a:pt x="13" y="3"/>
                  </a:cubicBezTo>
                  <a:cubicBezTo>
                    <a:pt x="12" y="2"/>
                    <a:pt x="9" y="5"/>
                    <a:pt x="6" y="6"/>
                  </a:cubicBezTo>
                  <a:cubicBezTo>
                    <a:pt x="4" y="8"/>
                    <a:pt x="5" y="11"/>
                    <a:pt x="3" y="12"/>
                  </a:cubicBezTo>
                  <a:cubicBezTo>
                    <a:pt x="2" y="14"/>
                    <a:pt x="0" y="16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5" y="20"/>
                    <a:pt x="7" y="19"/>
                    <a:pt x="8" y="18"/>
                  </a:cubicBezTo>
                  <a:cubicBezTo>
                    <a:pt x="11" y="17"/>
                    <a:pt x="17" y="18"/>
                    <a:pt x="19" y="1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8" name="Freeform 1271">
              <a:extLst>
                <a:ext uri="{FF2B5EF4-FFF2-40B4-BE49-F238E27FC236}">
                  <a16:creationId xmlns:a16="http://schemas.microsoft.com/office/drawing/2014/main" id="{37CEDD96-46E3-00F8-07E2-9A295D8F1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9418" y="2527165"/>
              <a:ext cx="165086" cy="104769"/>
            </a:xfrm>
            <a:custGeom>
              <a:avLst/>
              <a:gdLst>
                <a:gd name="T0" fmla="*/ 7 w 44"/>
                <a:gd name="T1" fmla="*/ 14 h 28"/>
                <a:gd name="T2" fmla="*/ 11 w 44"/>
                <a:gd name="T3" fmla="*/ 16 h 28"/>
                <a:gd name="T4" fmla="*/ 15 w 44"/>
                <a:gd name="T5" fmla="*/ 18 h 28"/>
                <a:gd name="T6" fmla="*/ 15 w 44"/>
                <a:gd name="T7" fmla="*/ 24 h 28"/>
                <a:gd name="T8" fmla="*/ 21 w 44"/>
                <a:gd name="T9" fmla="*/ 27 h 28"/>
                <a:gd name="T10" fmla="*/ 27 w 44"/>
                <a:gd name="T11" fmla="*/ 28 h 28"/>
                <a:gd name="T12" fmla="*/ 30 w 44"/>
                <a:gd name="T13" fmla="*/ 26 h 28"/>
                <a:gd name="T14" fmla="*/ 35 w 44"/>
                <a:gd name="T15" fmla="*/ 24 h 28"/>
                <a:gd name="T16" fmla="*/ 36 w 44"/>
                <a:gd name="T17" fmla="*/ 21 h 28"/>
                <a:gd name="T18" fmla="*/ 40 w 44"/>
                <a:gd name="T19" fmla="*/ 17 h 28"/>
                <a:gd name="T20" fmla="*/ 43 w 44"/>
                <a:gd name="T21" fmla="*/ 15 h 28"/>
                <a:gd name="T22" fmla="*/ 43 w 44"/>
                <a:gd name="T23" fmla="*/ 12 h 28"/>
                <a:gd name="T24" fmla="*/ 44 w 44"/>
                <a:gd name="T25" fmla="*/ 10 h 28"/>
                <a:gd name="T26" fmla="*/ 40 w 44"/>
                <a:gd name="T27" fmla="*/ 7 h 28"/>
                <a:gd name="T28" fmla="*/ 33 w 44"/>
                <a:gd name="T29" fmla="*/ 4 h 28"/>
                <a:gd name="T30" fmla="*/ 29 w 44"/>
                <a:gd name="T31" fmla="*/ 2 h 28"/>
                <a:gd name="T32" fmla="*/ 19 w 44"/>
                <a:gd name="T33" fmla="*/ 2 h 28"/>
                <a:gd name="T34" fmla="*/ 8 w 44"/>
                <a:gd name="T35" fmla="*/ 2 h 28"/>
                <a:gd name="T36" fmla="*/ 2 w 44"/>
                <a:gd name="T37" fmla="*/ 3 h 28"/>
                <a:gd name="T38" fmla="*/ 2 w 44"/>
                <a:gd name="T39" fmla="*/ 12 h 28"/>
                <a:gd name="T40" fmla="*/ 2 w 44"/>
                <a:gd name="T41" fmla="*/ 14 h 28"/>
                <a:gd name="T42" fmla="*/ 7 w 44"/>
                <a:gd name="T43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28">
                  <a:moveTo>
                    <a:pt x="7" y="14"/>
                  </a:moveTo>
                  <a:cubicBezTo>
                    <a:pt x="7" y="15"/>
                    <a:pt x="10" y="16"/>
                    <a:pt x="11" y="16"/>
                  </a:cubicBezTo>
                  <a:cubicBezTo>
                    <a:pt x="12" y="15"/>
                    <a:pt x="15" y="17"/>
                    <a:pt x="15" y="18"/>
                  </a:cubicBezTo>
                  <a:cubicBezTo>
                    <a:pt x="15" y="20"/>
                    <a:pt x="14" y="24"/>
                    <a:pt x="15" y="24"/>
                  </a:cubicBezTo>
                  <a:cubicBezTo>
                    <a:pt x="16" y="24"/>
                    <a:pt x="21" y="25"/>
                    <a:pt x="21" y="27"/>
                  </a:cubicBezTo>
                  <a:cubicBezTo>
                    <a:pt x="23" y="27"/>
                    <a:pt x="26" y="27"/>
                    <a:pt x="27" y="28"/>
                  </a:cubicBezTo>
                  <a:cubicBezTo>
                    <a:pt x="28" y="28"/>
                    <a:pt x="29" y="27"/>
                    <a:pt x="30" y="26"/>
                  </a:cubicBezTo>
                  <a:cubicBezTo>
                    <a:pt x="31" y="25"/>
                    <a:pt x="34" y="24"/>
                    <a:pt x="35" y="24"/>
                  </a:cubicBezTo>
                  <a:cubicBezTo>
                    <a:pt x="36" y="24"/>
                    <a:pt x="36" y="22"/>
                    <a:pt x="36" y="21"/>
                  </a:cubicBezTo>
                  <a:cubicBezTo>
                    <a:pt x="37" y="20"/>
                    <a:pt x="39" y="18"/>
                    <a:pt x="40" y="17"/>
                  </a:cubicBezTo>
                  <a:cubicBezTo>
                    <a:pt x="41" y="17"/>
                    <a:pt x="41" y="15"/>
                    <a:pt x="43" y="15"/>
                  </a:cubicBezTo>
                  <a:cubicBezTo>
                    <a:pt x="44" y="15"/>
                    <a:pt x="44" y="13"/>
                    <a:pt x="43" y="12"/>
                  </a:cubicBezTo>
                  <a:cubicBezTo>
                    <a:pt x="43" y="11"/>
                    <a:pt x="43" y="11"/>
                    <a:pt x="44" y="10"/>
                  </a:cubicBezTo>
                  <a:cubicBezTo>
                    <a:pt x="43" y="9"/>
                    <a:pt x="41" y="8"/>
                    <a:pt x="40" y="7"/>
                  </a:cubicBezTo>
                  <a:cubicBezTo>
                    <a:pt x="38" y="6"/>
                    <a:pt x="35" y="3"/>
                    <a:pt x="33" y="4"/>
                  </a:cubicBezTo>
                  <a:cubicBezTo>
                    <a:pt x="31" y="4"/>
                    <a:pt x="31" y="1"/>
                    <a:pt x="29" y="2"/>
                  </a:cubicBezTo>
                  <a:cubicBezTo>
                    <a:pt x="26" y="3"/>
                    <a:pt x="21" y="2"/>
                    <a:pt x="19" y="2"/>
                  </a:cubicBezTo>
                  <a:cubicBezTo>
                    <a:pt x="17" y="2"/>
                    <a:pt x="11" y="0"/>
                    <a:pt x="8" y="2"/>
                  </a:cubicBezTo>
                  <a:cubicBezTo>
                    <a:pt x="7" y="3"/>
                    <a:pt x="5" y="3"/>
                    <a:pt x="2" y="3"/>
                  </a:cubicBezTo>
                  <a:cubicBezTo>
                    <a:pt x="4" y="7"/>
                    <a:pt x="3" y="10"/>
                    <a:pt x="2" y="12"/>
                  </a:cubicBezTo>
                  <a:cubicBezTo>
                    <a:pt x="0" y="13"/>
                    <a:pt x="1" y="13"/>
                    <a:pt x="2" y="14"/>
                  </a:cubicBezTo>
                  <a:cubicBezTo>
                    <a:pt x="4" y="14"/>
                    <a:pt x="6" y="13"/>
                    <a:pt x="7" y="1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9" name="Freeform 1273">
              <a:extLst>
                <a:ext uri="{FF2B5EF4-FFF2-40B4-BE49-F238E27FC236}">
                  <a16:creationId xmlns:a16="http://schemas.microsoft.com/office/drawing/2014/main" id="{C2E1F29E-F0A3-CEAB-7ACD-D7EB637CF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0512" y="2857347"/>
              <a:ext cx="126990" cy="71434"/>
            </a:xfrm>
            <a:custGeom>
              <a:avLst/>
              <a:gdLst>
                <a:gd name="T0" fmla="*/ 30 w 34"/>
                <a:gd name="T1" fmla="*/ 8 h 19"/>
                <a:gd name="T2" fmla="*/ 26 w 34"/>
                <a:gd name="T3" fmla="*/ 6 h 19"/>
                <a:gd name="T4" fmla="*/ 26 w 34"/>
                <a:gd name="T5" fmla="*/ 3 h 19"/>
                <a:gd name="T6" fmla="*/ 22 w 34"/>
                <a:gd name="T7" fmla="*/ 1 h 19"/>
                <a:gd name="T8" fmla="*/ 17 w 34"/>
                <a:gd name="T9" fmla="*/ 1 h 19"/>
                <a:gd name="T10" fmla="*/ 10 w 34"/>
                <a:gd name="T11" fmla="*/ 1 h 19"/>
                <a:gd name="T12" fmla="*/ 9 w 34"/>
                <a:gd name="T13" fmla="*/ 2 h 19"/>
                <a:gd name="T14" fmla="*/ 5 w 34"/>
                <a:gd name="T15" fmla="*/ 6 h 19"/>
                <a:gd name="T16" fmla="*/ 1 w 34"/>
                <a:gd name="T17" fmla="*/ 12 h 19"/>
                <a:gd name="T18" fmla="*/ 2 w 34"/>
                <a:gd name="T19" fmla="*/ 14 h 19"/>
                <a:gd name="T20" fmla="*/ 5 w 34"/>
                <a:gd name="T21" fmla="*/ 15 h 19"/>
                <a:gd name="T22" fmla="*/ 6 w 34"/>
                <a:gd name="T23" fmla="*/ 18 h 19"/>
                <a:gd name="T24" fmla="*/ 6 w 34"/>
                <a:gd name="T25" fmla="*/ 19 h 19"/>
                <a:gd name="T26" fmla="*/ 13 w 34"/>
                <a:gd name="T27" fmla="*/ 18 h 19"/>
                <a:gd name="T28" fmla="*/ 17 w 34"/>
                <a:gd name="T29" fmla="*/ 13 h 19"/>
                <a:gd name="T30" fmla="*/ 21 w 34"/>
                <a:gd name="T31" fmla="*/ 18 h 19"/>
                <a:gd name="T32" fmla="*/ 23 w 34"/>
                <a:gd name="T33" fmla="*/ 15 h 19"/>
                <a:gd name="T34" fmla="*/ 26 w 34"/>
                <a:gd name="T35" fmla="*/ 14 h 19"/>
                <a:gd name="T36" fmla="*/ 29 w 34"/>
                <a:gd name="T37" fmla="*/ 13 h 19"/>
                <a:gd name="T38" fmla="*/ 31 w 34"/>
                <a:gd name="T39" fmla="*/ 12 h 19"/>
                <a:gd name="T40" fmla="*/ 32 w 34"/>
                <a:gd name="T41" fmla="*/ 10 h 19"/>
                <a:gd name="T42" fmla="*/ 34 w 34"/>
                <a:gd name="T43" fmla="*/ 8 h 19"/>
                <a:gd name="T44" fmla="*/ 30 w 34"/>
                <a:gd name="T45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19">
                  <a:moveTo>
                    <a:pt x="30" y="8"/>
                  </a:moveTo>
                  <a:cubicBezTo>
                    <a:pt x="29" y="9"/>
                    <a:pt x="26" y="7"/>
                    <a:pt x="26" y="6"/>
                  </a:cubicBezTo>
                  <a:cubicBezTo>
                    <a:pt x="26" y="5"/>
                    <a:pt x="26" y="4"/>
                    <a:pt x="26" y="3"/>
                  </a:cubicBezTo>
                  <a:cubicBezTo>
                    <a:pt x="25" y="2"/>
                    <a:pt x="23" y="1"/>
                    <a:pt x="22" y="1"/>
                  </a:cubicBezTo>
                  <a:cubicBezTo>
                    <a:pt x="20" y="0"/>
                    <a:pt x="19" y="0"/>
                    <a:pt x="17" y="1"/>
                  </a:cubicBezTo>
                  <a:cubicBezTo>
                    <a:pt x="16" y="2"/>
                    <a:pt x="12" y="1"/>
                    <a:pt x="10" y="1"/>
                  </a:cubicBezTo>
                  <a:cubicBezTo>
                    <a:pt x="10" y="2"/>
                    <a:pt x="10" y="2"/>
                    <a:pt x="9" y="2"/>
                  </a:cubicBezTo>
                  <a:cubicBezTo>
                    <a:pt x="8" y="2"/>
                    <a:pt x="6" y="4"/>
                    <a:pt x="5" y="6"/>
                  </a:cubicBezTo>
                  <a:cubicBezTo>
                    <a:pt x="5" y="7"/>
                    <a:pt x="2" y="9"/>
                    <a:pt x="1" y="12"/>
                  </a:cubicBezTo>
                  <a:cubicBezTo>
                    <a:pt x="0" y="15"/>
                    <a:pt x="0" y="16"/>
                    <a:pt x="2" y="14"/>
                  </a:cubicBezTo>
                  <a:cubicBezTo>
                    <a:pt x="3" y="12"/>
                    <a:pt x="5" y="13"/>
                    <a:pt x="5" y="15"/>
                  </a:cubicBezTo>
                  <a:cubicBezTo>
                    <a:pt x="5" y="16"/>
                    <a:pt x="7" y="16"/>
                    <a:pt x="6" y="18"/>
                  </a:cubicBezTo>
                  <a:cubicBezTo>
                    <a:pt x="6" y="18"/>
                    <a:pt x="6" y="18"/>
                    <a:pt x="6" y="19"/>
                  </a:cubicBezTo>
                  <a:cubicBezTo>
                    <a:pt x="9" y="18"/>
                    <a:pt x="12" y="18"/>
                    <a:pt x="13" y="18"/>
                  </a:cubicBezTo>
                  <a:cubicBezTo>
                    <a:pt x="14" y="18"/>
                    <a:pt x="16" y="13"/>
                    <a:pt x="17" y="13"/>
                  </a:cubicBezTo>
                  <a:cubicBezTo>
                    <a:pt x="17" y="12"/>
                    <a:pt x="19" y="16"/>
                    <a:pt x="21" y="18"/>
                  </a:cubicBezTo>
                  <a:cubicBezTo>
                    <a:pt x="23" y="19"/>
                    <a:pt x="23" y="16"/>
                    <a:pt x="23" y="15"/>
                  </a:cubicBezTo>
                  <a:cubicBezTo>
                    <a:pt x="23" y="14"/>
                    <a:pt x="24" y="13"/>
                    <a:pt x="26" y="14"/>
                  </a:cubicBezTo>
                  <a:cubicBezTo>
                    <a:pt x="27" y="14"/>
                    <a:pt x="29" y="14"/>
                    <a:pt x="29" y="13"/>
                  </a:cubicBezTo>
                  <a:cubicBezTo>
                    <a:pt x="29" y="11"/>
                    <a:pt x="30" y="12"/>
                    <a:pt x="31" y="12"/>
                  </a:cubicBezTo>
                  <a:cubicBezTo>
                    <a:pt x="32" y="12"/>
                    <a:pt x="32" y="10"/>
                    <a:pt x="32" y="10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3" y="8"/>
                    <a:pt x="31" y="7"/>
                    <a:pt x="30" y="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0" name="Freeform 1275">
              <a:extLst>
                <a:ext uri="{FF2B5EF4-FFF2-40B4-BE49-F238E27FC236}">
                  <a16:creationId xmlns:a16="http://schemas.microsoft.com/office/drawing/2014/main" id="{A7D56711-E01A-3A42-2C45-73705DD67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8196" y="2593836"/>
              <a:ext cx="247630" cy="282560"/>
            </a:xfrm>
            <a:custGeom>
              <a:avLst/>
              <a:gdLst>
                <a:gd name="T0" fmla="*/ 8 w 66"/>
                <a:gd name="T1" fmla="*/ 20 h 75"/>
                <a:gd name="T2" fmla="*/ 5 w 66"/>
                <a:gd name="T3" fmla="*/ 23 h 75"/>
                <a:gd name="T4" fmla="*/ 7 w 66"/>
                <a:gd name="T5" fmla="*/ 27 h 75"/>
                <a:gd name="T6" fmla="*/ 6 w 66"/>
                <a:gd name="T7" fmla="*/ 29 h 75"/>
                <a:gd name="T8" fmla="*/ 1 w 66"/>
                <a:gd name="T9" fmla="*/ 31 h 75"/>
                <a:gd name="T10" fmla="*/ 1 w 66"/>
                <a:gd name="T11" fmla="*/ 35 h 75"/>
                <a:gd name="T12" fmla="*/ 0 w 66"/>
                <a:gd name="T13" fmla="*/ 41 h 75"/>
                <a:gd name="T14" fmla="*/ 2 w 66"/>
                <a:gd name="T15" fmla="*/ 45 h 75"/>
                <a:gd name="T16" fmla="*/ 1 w 66"/>
                <a:gd name="T17" fmla="*/ 48 h 75"/>
                <a:gd name="T18" fmla="*/ 3 w 66"/>
                <a:gd name="T19" fmla="*/ 54 h 75"/>
                <a:gd name="T20" fmla="*/ 5 w 66"/>
                <a:gd name="T21" fmla="*/ 55 h 75"/>
                <a:gd name="T22" fmla="*/ 9 w 66"/>
                <a:gd name="T23" fmla="*/ 58 h 75"/>
                <a:gd name="T24" fmla="*/ 13 w 66"/>
                <a:gd name="T25" fmla="*/ 59 h 75"/>
                <a:gd name="T26" fmla="*/ 15 w 66"/>
                <a:gd name="T27" fmla="*/ 61 h 75"/>
                <a:gd name="T28" fmla="*/ 12 w 66"/>
                <a:gd name="T29" fmla="*/ 67 h 75"/>
                <a:gd name="T30" fmla="*/ 11 w 66"/>
                <a:gd name="T31" fmla="*/ 72 h 75"/>
                <a:gd name="T32" fmla="*/ 17 w 66"/>
                <a:gd name="T33" fmla="*/ 72 h 75"/>
                <a:gd name="T34" fmla="*/ 23 w 66"/>
                <a:gd name="T35" fmla="*/ 72 h 75"/>
                <a:gd name="T36" fmla="*/ 27 w 66"/>
                <a:gd name="T37" fmla="*/ 73 h 75"/>
                <a:gd name="T38" fmla="*/ 28 w 66"/>
                <a:gd name="T39" fmla="*/ 73 h 75"/>
                <a:gd name="T40" fmla="*/ 32 w 66"/>
                <a:gd name="T41" fmla="*/ 74 h 75"/>
                <a:gd name="T42" fmla="*/ 36 w 66"/>
                <a:gd name="T43" fmla="*/ 73 h 75"/>
                <a:gd name="T44" fmla="*/ 41 w 66"/>
                <a:gd name="T45" fmla="*/ 73 h 75"/>
                <a:gd name="T46" fmla="*/ 48 w 66"/>
                <a:gd name="T47" fmla="*/ 71 h 75"/>
                <a:gd name="T48" fmla="*/ 51 w 66"/>
                <a:gd name="T49" fmla="*/ 69 h 75"/>
                <a:gd name="T50" fmla="*/ 54 w 66"/>
                <a:gd name="T51" fmla="*/ 65 h 75"/>
                <a:gd name="T52" fmla="*/ 58 w 66"/>
                <a:gd name="T53" fmla="*/ 61 h 75"/>
                <a:gd name="T54" fmla="*/ 50 w 66"/>
                <a:gd name="T55" fmla="*/ 55 h 75"/>
                <a:gd name="T56" fmla="*/ 48 w 66"/>
                <a:gd name="T57" fmla="*/ 49 h 75"/>
                <a:gd name="T58" fmla="*/ 48 w 66"/>
                <a:gd name="T59" fmla="*/ 45 h 75"/>
                <a:gd name="T60" fmla="*/ 55 w 66"/>
                <a:gd name="T61" fmla="*/ 42 h 75"/>
                <a:gd name="T62" fmla="*/ 61 w 66"/>
                <a:gd name="T63" fmla="*/ 40 h 75"/>
                <a:gd name="T64" fmla="*/ 65 w 66"/>
                <a:gd name="T65" fmla="*/ 39 h 75"/>
                <a:gd name="T66" fmla="*/ 65 w 66"/>
                <a:gd name="T67" fmla="*/ 35 h 75"/>
                <a:gd name="T68" fmla="*/ 64 w 66"/>
                <a:gd name="T69" fmla="*/ 29 h 75"/>
                <a:gd name="T70" fmla="*/ 63 w 66"/>
                <a:gd name="T71" fmla="*/ 25 h 75"/>
                <a:gd name="T72" fmla="*/ 61 w 66"/>
                <a:gd name="T73" fmla="*/ 22 h 75"/>
                <a:gd name="T74" fmla="*/ 61 w 66"/>
                <a:gd name="T75" fmla="*/ 19 h 75"/>
                <a:gd name="T76" fmla="*/ 61 w 66"/>
                <a:gd name="T77" fmla="*/ 11 h 75"/>
                <a:gd name="T78" fmla="*/ 61 w 66"/>
                <a:gd name="T79" fmla="*/ 10 h 75"/>
                <a:gd name="T80" fmla="*/ 60 w 66"/>
                <a:gd name="T81" fmla="*/ 9 h 75"/>
                <a:gd name="T82" fmla="*/ 56 w 66"/>
                <a:gd name="T83" fmla="*/ 7 h 75"/>
                <a:gd name="T84" fmla="*/ 56 w 66"/>
                <a:gd name="T85" fmla="*/ 3 h 75"/>
                <a:gd name="T86" fmla="*/ 50 w 66"/>
                <a:gd name="T87" fmla="*/ 4 h 75"/>
                <a:gd name="T88" fmla="*/ 41 w 66"/>
                <a:gd name="T89" fmla="*/ 9 h 75"/>
                <a:gd name="T90" fmla="*/ 38 w 66"/>
                <a:gd name="T91" fmla="*/ 6 h 75"/>
                <a:gd name="T92" fmla="*/ 35 w 66"/>
                <a:gd name="T93" fmla="*/ 5 h 75"/>
                <a:gd name="T94" fmla="*/ 29 w 66"/>
                <a:gd name="T95" fmla="*/ 2 h 75"/>
                <a:gd name="T96" fmla="*/ 29 w 66"/>
                <a:gd name="T97" fmla="*/ 1 h 75"/>
                <a:gd name="T98" fmla="*/ 26 w 66"/>
                <a:gd name="T99" fmla="*/ 1 h 75"/>
                <a:gd name="T100" fmla="*/ 19 w 66"/>
                <a:gd name="T101" fmla="*/ 0 h 75"/>
                <a:gd name="T102" fmla="*/ 21 w 66"/>
                <a:gd name="T103" fmla="*/ 4 h 75"/>
                <a:gd name="T104" fmla="*/ 23 w 66"/>
                <a:gd name="T105" fmla="*/ 10 h 75"/>
                <a:gd name="T106" fmla="*/ 20 w 66"/>
                <a:gd name="T107" fmla="*/ 13 h 75"/>
                <a:gd name="T108" fmla="*/ 14 w 66"/>
                <a:gd name="T109" fmla="*/ 12 h 75"/>
                <a:gd name="T110" fmla="*/ 8 w 66"/>
                <a:gd name="T111" fmla="*/ 13 h 75"/>
                <a:gd name="T112" fmla="*/ 8 w 66"/>
                <a:gd name="T113" fmla="*/ 15 h 75"/>
                <a:gd name="T114" fmla="*/ 8 w 66"/>
                <a:gd name="T115" fmla="*/ 2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6" h="75">
                  <a:moveTo>
                    <a:pt x="8" y="20"/>
                  </a:moveTo>
                  <a:cubicBezTo>
                    <a:pt x="7" y="22"/>
                    <a:pt x="4" y="22"/>
                    <a:pt x="5" y="23"/>
                  </a:cubicBezTo>
                  <a:cubicBezTo>
                    <a:pt x="5" y="24"/>
                    <a:pt x="8" y="26"/>
                    <a:pt x="7" y="27"/>
                  </a:cubicBezTo>
                  <a:cubicBezTo>
                    <a:pt x="6" y="28"/>
                    <a:pt x="6" y="27"/>
                    <a:pt x="6" y="29"/>
                  </a:cubicBezTo>
                  <a:cubicBezTo>
                    <a:pt x="6" y="31"/>
                    <a:pt x="3" y="31"/>
                    <a:pt x="1" y="31"/>
                  </a:cubicBezTo>
                  <a:cubicBezTo>
                    <a:pt x="0" y="31"/>
                    <a:pt x="2" y="33"/>
                    <a:pt x="1" y="35"/>
                  </a:cubicBezTo>
                  <a:cubicBezTo>
                    <a:pt x="0" y="36"/>
                    <a:pt x="0" y="40"/>
                    <a:pt x="0" y="41"/>
                  </a:cubicBezTo>
                  <a:cubicBezTo>
                    <a:pt x="0" y="42"/>
                    <a:pt x="2" y="44"/>
                    <a:pt x="2" y="45"/>
                  </a:cubicBezTo>
                  <a:cubicBezTo>
                    <a:pt x="2" y="47"/>
                    <a:pt x="0" y="47"/>
                    <a:pt x="1" y="48"/>
                  </a:cubicBezTo>
                  <a:cubicBezTo>
                    <a:pt x="1" y="49"/>
                    <a:pt x="3" y="50"/>
                    <a:pt x="3" y="54"/>
                  </a:cubicBezTo>
                  <a:cubicBezTo>
                    <a:pt x="4" y="55"/>
                    <a:pt x="4" y="55"/>
                    <a:pt x="5" y="55"/>
                  </a:cubicBezTo>
                  <a:cubicBezTo>
                    <a:pt x="6" y="57"/>
                    <a:pt x="7" y="58"/>
                    <a:pt x="9" y="58"/>
                  </a:cubicBezTo>
                  <a:cubicBezTo>
                    <a:pt x="11" y="58"/>
                    <a:pt x="12" y="59"/>
                    <a:pt x="13" y="59"/>
                  </a:cubicBezTo>
                  <a:cubicBezTo>
                    <a:pt x="14" y="59"/>
                    <a:pt x="17" y="60"/>
                    <a:pt x="15" y="61"/>
                  </a:cubicBezTo>
                  <a:cubicBezTo>
                    <a:pt x="13" y="63"/>
                    <a:pt x="12" y="65"/>
                    <a:pt x="12" y="67"/>
                  </a:cubicBezTo>
                  <a:cubicBezTo>
                    <a:pt x="11" y="69"/>
                    <a:pt x="12" y="71"/>
                    <a:pt x="11" y="72"/>
                  </a:cubicBezTo>
                  <a:cubicBezTo>
                    <a:pt x="13" y="72"/>
                    <a:pt x="16" y="72"/>
                    <a:pt x="17" y="72"/>
                  </a:cubicBezTo>
                  <a:cubicBezTo>
                    <a:pt x="19" y="71"/>
                    <a:pt x="20" y="71"/>
                    <a:pt x="23" y="72"/>
                  </a:cubicBezTo>
                  <a:cubicBezTo>
                    <a:pt x="24" y="72"/>
                    <a:pt x="26" y="73"/>
                    <a:pt x="27" y="73"/>
                  </a:cubicBezTo>
                  <a:cubicBezTo>
                    <a:pt x="27" y="73"/>
                    <a:pt x="27" y="73"/>
                    <a:pt x="28" y="73"/>
                  </a:cubicBezTo>
                  <a:cubicBezTo>
                    <a:pt x="29" y="72"/>
                    <a:pt x="31" y="75"/>
                    <a:pt x="32" y="74"/>
                  </a:cubicBezTo>
                  <a:cubicBezTo>
                    <a:pt x="33" y="72"/>
                    <a:pt x="35" y="72"/>
                    <a:pt x="36" y="73"/>
                  </a:cubicBezTo>
                  <a:cubicBezTo>
                    <a:pt x="37" y="74"/>
                    <a:pt x="39" y="74"/>
                    <a:pt x="41" y="73"/>
                  </a:cubicBezTo>
                  <a:cubicBezTo>
                    <a:pt x="42" y="71"/>
                    <a:pt x="47" y="71"/>
                    <a:pt x="48" y="71"/>
                  </a:cubicBezTo>
                  <a:cubicBezTo>
                    <a:pt x="49" y="72"/>
                    <a:pt x="52" y="73"/>
                    <a:pt x="51" y="69"/>
                  </a:cubicBezTo>
                  <a:cubicBezTo>
                    <a:pt x="50" y="65"/>
                    <a:pt x="54" y="66"/>
                    <a:pt x="54" y="65"/>
                  </a:cubicBezTo>
                  <a:cubicBezTo>
                    <a:pt x="55" y="63"/>
                    <a:pt x="59" y="62"/>
                    <a:pt x="58" y="61"/>
                  </a:cubicBezTo>
                  <a:cubicBezTo>
                    <a:pt x="58" y="60"/>
                    <a:pt x="52" y="57"/>
                    <a:pt x="50" y="55"/>
                  </a:cubicBezTo>
                  <a:cubicBezTo>
                    <a:pt x="49" y="54"/>
                    <a:pt x="49" y="51"/>
                    <a:pt x="48" y="49"/>
                  </a:cubicBezTo>
                  <a:cubicBezTo>
                    <a:pt x="47" y="48"/>
                    <a:pt x="45" y="46"/>
                    <a:pt x="48" y="45"/>
                  </a:cubicBezTo>
                  <a:cubicBezTo>
                    <a:pt x="50" y="45"/>
                    <a:pt x="53" y="44"/>
                    <a:pt x="55" y="42"/>
                  </a:cubicBezTo>
                  <a:cubicBezTo>
                    <a:pt x="57" y="41"/>
                    <a:pt x="60" y="41"/>
                    <a:pt x="61" y="40"/>
                  </a:cubicBezTo>
                  <a:cubicBezTo>
                    <a:pt x="62" y="39"/>
                    <a:pt x="65" y="40"/>
                    <a:pt x="65" y="39"/>
                  </a:cubicBezTo>
                  <a:cubicBezTo>
                    <a:pt x="66" y="38"/>
                    <a:pt x="66" y="36"/>
                    <a:pt x="65" y="35"/>
                  </a:cubicBezTo>
                  <a:cubicBezTo>
                    <a:pt x="64" y="34"/>
                    <a:pt x="64" y="32"/>
                    <a:pt x="64" y="29"/>
                  </a:cubicBezTo>
                  <a:cubicBezTo>
                    <a:pt x="63" y="27"/>
                    <a:pt x="63" y="27"/>
                    <a:pt x="63" y="25"/>
                  </a:cubicBezTo>
                  <a:cubicBezTo>
                    <a:pt x="63" y="24"/>
                    <a:pt x="62" y="22"/>
                    <a:pt x="61" y="22"/>
                  </a:cubicBezTo>
                  <a:cubicBezTo>
                    <a:pt x="60" y="21"/>
                    <a:pt x="59" y="21"/>
                    <a:pt x="61" y="19"/>
                  </a:cubicBezTo>
                  <a:cubicBezTo>
                    <a:pt x="62" y="17"/>
                    <a:pt x="61" y="12"/>
                    <a:pt x="61" y="11"/>
                  </a:cubicBezTo>
                  <a:cubicBezTo>
                    <a:pt x="61" y="11"/>
                    <a:pt x="61" y="11"/>
                    <a:pt x="61" y="10"/>
                  </a:cubicBezTo>
                  <a:cubicBezTo>
                    <a:pt x="60" y="10"/>
                    <a:pt x="60" y="10"/>
                    <a:pt x="60" y="9"/>
                  </a:cubicBezTo>
                  <a:cubicBezTo>
                    <a:pt x="60" y="8"/>
                    <a:pt x="58" y="7"/>
                    <a:pt x="56" y="7"/>
                  </a:cubicBezTo>
                  <a:cubicBezTo>
                    <a:pt x="53" y="7"/>
                    <a:pt x="57" y="4"/>
                    <a:pt x="56" y="3"/>
                  </a:cubicBezTo>
                  <a:cubicBezTo>
                    <a:pt x="55" y="1"/>
                    <a:pt x="52" y="5"/>
                    <a:pt x="50" y="4"/>
                  </a:cubicBezTo>
                  <a:cubicBezTo>
                    <a:pt x="47" y="4"/>
                    <a:pt x="44" y="7"/>
                    <a:pt x="41" y="9"/>
                  </a:cubicBezTo>
                  <a:cubicBezTo>
                    <a:pt x="39" y="11"/>
                    <a:pt x="36" y="9"/>
                    <a:pt x="38" y="6"/>
                  </a:cubicBezTo>
                  <a:cubicBezTo>
                    <a:pt x="39" y="4"/>
                    <a:pt x="38" y="4"/>
                    <a:pt x="35" y="5"/>
                  </a:cubicBezTo>
                  <a:cubicBezTo>
                    <a:pt x="32" y="6"/>
                    <a:pt x="29" y="5"/>
                    <a:pt x="29" y="2"/>
                  </a:cubicBezTo>
                  <a:cubicBezTo>
                    <a:pt x="29" y="2"/>
                    <a:pt x="29" y="1"/>
                    <a:pt x="29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5" y="0"/>
                    <a:pt x="22" y="0"/>
                    <a:pt x="19" y="0"/>
                  </a:cubicBezTo>
                  <a:cubicBezTo>
                    <a:pt x="20" y="1"/>
                    <a:pt x="21" y="3"/>
                    <a:pt x="21" y="4"/>
                  </a:cubicBezTo>
                  <a:cubicBezTo>
                    <a:pt x="20" y="5"/>
                    <a:pt x="21" y="7"/>
                    <a:pt x="23" y="10"/>
                  </a:cubicBezTo>
                  <a:cubicBezTo>
                    <a:pt x="24" y="13"/>
                    <a:pt x="20" y="11"/>
                    <a:pt x="20" y="13"/>
                  </a:cubicBezTo>
                  <a:cubicBezTo>
                    <a:pt x="19" y="15"/>
                    <a:pt x="15" y="13"/>
                    <a:pt x="14" y="12"/>
                  </a:cubicBezTo>
                  <a:cubicBezTo>
                    <a:pt x="13" y="12"/>
                    <a:pt x="8" y="12"/>
                    <a:pt x="8" y="13"/>
                  </a:cubicBezTo>
                  <a:cubicBezTo>
                    <a:pt x="9" y="13"/>
                    <a:pt x="8" y="14"/>
                    <a:pt x="8" y="15"/>
                  </a:cubicBezTo>
                  <a:cubicBezTo>
                    <a:pt x="9" y="17"/>
                    <a:pt x="9" y="19"/>
                    <a:pt x="8" y="2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1" name="Freeform 1277">
              <a:extLst>
                <a:ext uri="{FF2B5EF4-FFF2-40B4-BE49-F238E27FC236}">
                  <a16:creationId xmlns:a16="http://schemas.microsoft.com/office/drawing/2014/main" id="{F1CB49AC-24F2-3795-4946-945C63808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7354" y="1927123"/>
              <a:ext cx="292076" cy="465113"/>
            </a:xfrm>
            <a:custGeom>
              <a:avLst/>
              <a:gdLst>
                <a:gd name="T0" fmla="*/ 66 w 78"/>
                <a:gd name="T1" fmla="*/ 104 h 124"/>
                <a:gd name="T2" fmla="*/ 77 w 78"/>
                <a:gd name="T3" fmla="*/ 93 h 124"/>
                <a:gd name="T4" fmla="*/ 75 w 78"/>
                <a:gd name="T5" fmla="*/ 87 h 124"/>
                <a:gd name="T6" fmla="*/ 66 w 78"/>
                <a:gd name="T7" fmla="*/ 80 h 124"/>
                <a:gd name="T8" fmla="*/ 70 w 78"/>
                <a:gd name="T9" fmla="*/ 76 h 124"/>
                <a:gd name="T10" fmla="*/ 66 w 78"/>
                <a:gd name="T11" fmla="*/ 72 h 124"/>
                <a:gd name="T12" fmla="*/ 67 w 78"/>
                <a:gd name="T13" fmla="*/ 68 h 124"/>
                <a:gd name="T14" fmla="*/ 64 w 78"/>
                <a:gd name="T15" fmla="*/ 66 h 124"/>
                <a:gd name="T16" fmla="*/ 65 w 78"/>
                <a:gd name="T17" fmla="*/ 64 h 124"/>
                <a:gd name="T18" fmla="*/ 64 w 78"/>
                <a:gd name="T19" fmla="*/ 58 h 124"/>
                <a:gd name="T20" fmla="*/ 67 w 78"/>
                <a:gd name="T21" fmla="*/ 54 h 124"/>
                <a:gd name="T22" fmla="*/ 60 w 78"/>
                <a:gd name="T23" fmla="*/ 43 h 124"/>
                <a:gd name="T24" fmla="*/ 62 w 78"/>
                <a:gd name="T25" fmla="*/ 38 h 124"/>
                <a:gd name="T26" fmla="*/ 67 w 78"/>
                <a:gd name="T27" fmla="*/ 33 h 124"/>
                <a:gd name="T28" fmla="*/ 61 w 78"/>
                <a:gd name="T29" fmla="*/ 27 h 124"/>
                <a:gd name="T30" fmla="*/ 57 w 78"/>
                <a:gd name="T31" fmla="*/ 25 h 124"/>
                <a:gd name="T32" fmla="*/ 56 w 78"/>
                <a:gd name="T33" fmla="*/ 21 h 124"/>
                <a:gd name="T34" fmla="*/ 57 w 78"/>
                <a:gd name="T35" fmla="*/ 17 h 124"/>
                <a:gd name="T36" fmla="*/ 59 w 78"/>
                <a:gd name="T37" fmla="*/ 15 h 124"/>
                <a:gd name="T38" fmla="*/ 61 w 78"/>
                <a:gd name="T39" fmla="*/ 12 h 124"/>
                <a:gd name="T40" fmla="*/ 61 w 78"/>
                <a:gd name="T41" fmla="*/ 8 h 124"/>
                <a:gd name="T42" fmla="*/ 53 w 78"/>
                <a:gd name="T43" fmla="*/ 3 h 124"/>
                <a:gd name="T44" fmla="*/ 47 w 78"/>
                <a:gd name="T45" fmla="*/ 3 h 124"/>
                <a:gd name="T46" fmla="*/ 40 w 78"/>
                <a:gd name="T47" fmla="*/ 4 h 124"/>
                <a:gd name="T48" fmla="*/ 35 w 78"/>
                <a:gd name="T49" fmla="*/ 9 h 124"/>
                <a:gd name="T50" fmla="*/ 34 w 78"/>
                <a:gd name="T51" fmla="*/ 16 h 124"/>
                <a:gd name="T52" fmla="*/ 31 w 78"/>
                <a:gd name="T53" fmla="*/ 20 h 124"/>
                <a:gd name="T54" fmla="*/ 27 w 78"/>
                <a:gd name="T55" fmla="*/ 19 h 124"/>
                <a:gd name="T56" fmla="*/ 21 w 78"/>
                <a:gd name="T57" fmla="*/ 18 h 124"/>
                <a:gd name="T58" fmla="*/ 13 w 78"/>
                <a:gd name="T59" fmla="*/ 18 h 124"/>
                <a:gd name="T60" fmla="*/ 5 w 78"/>
                <a:gd name="T61" fmla="*/ 12 h 124"/>
                <a:gd name="T62" fmla="*/ 0 w 78"/>
                <a:gd name="T63" fmla="*/ 16 h 124"/>
                <a:gd name="T64" fmla="*/ 8 w 78"/>
                <a:gd name="T65" fmla="*/ 21 h 124"/>
                <a:gd name="T66" fmla="*/ 19 w 78"/>
                <a:gd name="T67" fmla="*/ 28 h 124"/>
                <a:gd name="T68" fmla="*/ 19 w 78"/>
                <a:gd name="T69" fmla="*/ 35 h 124"/>
                <a:gd name="T70" fmla="*/ 21 w 78"/>
                <a:gd name="T71" fmla="*/ 41 h 124"/>
                <a:gd name="T72" fmla="*/ 20 w 78"/>
                <a:gd name="T73" fmla="*/ 48 h 124"/>
                <a:gd name="T74" fmla="*/ 22 w 78"/>
                <a:gd name="T75" fmla="*/ 52 h 124"/>
                <a:gd name="T76" fmla="*/ 23 w 78"/>
                <a:gd name="T77" fmla="*/ 55 h 124"/>
                <a:gd name="T78" fmla="*/ 29 w 78"/>
                <a:gd name="T79" fmla="*/ 58 h 124"/>
                <a:gd name="T80" fmla="*/ 31 w 78"/>
                <a:gd name="T81" fmla="*/ 63 h 124"/>
                <a:gd name="T82" fmla="*/ 30 w 78"/>
                <a:gd name="T83" fmla="*/ 66 h 124"/>
                <a:gd name="T84" fmla="*/ 26 w 78"/>
                <a:gd name="T85" fmla="*/ 69 h 124"/>
                <a:gd name="T86" fmla="*/ 18 w 78"/>
                <a:gd name="T87" fmla="*/ 77 h 124"/>
                <a:gd name="T88" fmla="*/ 14 w 78"/>
                <a:gd name="T89" fmla="*/ 80 h 124"/>
                <a:gd name="T90" fmla="*/ 10 w 78"/>
                <a:gd name="T91" fmla="*/ 84 h 124"/>
                <a:gd name="T92" fmla="*/ 5 w 78"/>
                <a:gd name="T93" fmla="*/ 87 h 124"/>
                <a:gd name="T94" fmla="*/ 2 w 78"/>
                <a:gd name="T95" fmla="*/ 91 h 124"/>
                <a:gd name="T96" fmla="*/ 2 w 78"/>
                <a:gd name="T97" fmla="*/ 96 h 124"/>
                <a:gd name="T98" fmla="*/ 3 w 78"/>
                <a:gd name="T99" fmla="*/ 101 h 124"/>
                <a:gd name="T100" fmla="*/ 4 w 78"/>
                <a:gd name="T101" fmla="*/ 109 h 124"/>
                <a:gd name="T102" fmla="*/ 2 w 78"/>
                <a:gd name="T103" fmla="*/ 117 h 124"/>
                <a:gd name="T104" fmla="*/ 9 w 78"/>
                <a:gd name="T105" fmla="*/ 119 h 124"/>
                <a:gd name="T106" fmla="*/ 13 w 78"/>
                <a:gd name="T107" fmla="*/ 122 h 124"/>
                <a:gd name="T108" fmla="*/ 21 w 78"/>
                <a:gd name="T109" fmla="*/ 123 h 124"/>
                <a:gd name="T110" fmla="*/ 44 w 78"/>
                <a:gd name="T111" fmla="*/ 118 h 124"/>
                <a:gd name="T112" fmla="*/ 51 w 78"/>
                <a:gd name="T113" fmla="*/ 117 h 124"/>
                <a:gd name="T114" fmla="*/ 55 w 78"/>
                <a:gd name="T115" fmla="*/ 113 h 124"/>
                <a:gd name="T116" fmla="*/ 66 w 78"/>
                <a:gd name="T117" fmla="*/ 10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8" h="124">
                  <a:moveTo>
                    <a:pt x="66" y="104"/>
                  </a:moveTo>
                  <a:cubicBezTo>
                    <a:pt x="68" y="100"/>
                    <a:pt x="76" y="97"/>
                    <a:pt x="77" y="93"/>
                  </a:cubicBezTo>
                  <a:cubicBezTo>
                    <a:pt x="78" y="92"/>
                    <a:pt x="78" y="91"/>
                    <a:pt x="75" y="87"/>
                  </a:cubicBezTo>
                  <a:cubicBezTo>
                    <a:pt x="72" y="84"/>
                    <a:pt x="66" y="82"/>
                    <a:pt x="66" y="80"/>
                  </a:cubicBezTo>
                  <a:cubicBezTo>
                    <a:pt x="65" y="79"/>
                    <a:pt x="70" y="78"/>
                    <a:pt x="70" y="76"/>
                  </a:cubicBezTo>
                  <a:cubicBezTo>
                    <a:pt x="70" y="74"/>
                    <a:pt x="67" y="74"/>
                    <a:pt x="66" y="72"/>
                  </a:cubicBezTo>
                  <a:cubicBezTo>
                    <a:pt x="65" y="70"/>
                    <a:pt x="68" y="69"/>
                    <a:pt x="67" y="68"/>
                  </a:cubicBezTo>
                  <a:cubicBezTo>
                    <a:pt x="67" y="68"/>
                    <a:pt x="64" y="67"/>
                    <a:pt x="64" y="66"/>
                  </a:cubicBezTo>
                  <a:cubicBezTo>
                    <a:pt x="63" y="65"/>
                    <a:pt x="66" y="65"/>
                    <a:pt x="65" y="64"/>
                  </a:cubicBezTo>
                  <a:cubicBezTo>
                    <a:pt x="65" y="63"/>
                    <a:pt x="63" y="60"/>
                    <a:pt x="64" y="58"/>
                  </a:cubicBezTo>
                  <a:cubicBezTo>
                    <a:pt x="66" y="56"/>
                    <a:pt x="69" y="58"/>
                    <a:pt x="67" y="54"/>
                  </a:cubicBezTo>
                  <a:cubicBezTo>
                    <a:pt x="64" y="50"/>
                    <a:pt x="61" y="44"/>
                    <a:pt x="60" y="43"/>
                  </a:cubicBezTo>
                  <a:cubicBezTo>
                    <a:pt x="59" y="41"/>
                    <a:pt x="61" y="39"/>
                    <a:pt x="62" y="38"/>
                  </a:cubicBezTo>
                  <a:cubicBezTo>
                    <a:pt x="63" y="38"/>
                    <a:pt x="67" y="34"/>
                    <a:pt x="67" y="33"/>
                  </a:cubicBezTo>
                  <a:cubicBezTo>
                    <a:pt x="67" y="32"/>
                    <a:pt x="62" y="28"/>
                    <a:pt x="61" y="27"/>
                  </a:cubicBezTo>
                  <a:cubicBezTo>
                    <a:pt x="60" y="27"/>
                    <a:pt x="58" y="27"/>
                    <a:pt x="57" y="25"/>
                  </a:cubicBezTo>
                  <a:cubicBezTo>
                    <a:pt x="56" y="23"/>
                    <a:pt x="54" y="22"/>
                    <a:pt x="56" y="21"/>
                  </a:cubicBezTo>
                  <a:cubicBezTo>
                    <a:pt x="57" y="19"/>
                    <a:pt x="57" y="18"/>
                    <a:pt x="57" y="17"/>
                  </a:cubicBezTo>
                  <a:cubicBezTo>
                    <a:pt x="57" y="15"/>
                    <a:pt x="59" y="17"/>
                    <a:pt x="59" y="15"/>
                  </a:cubicBezTo>
                  <a:cubicBezTo>
                    <a:pt x="60" y="14"/>
                    <a:pt x="60" y="13"/>
                    <a:pt x="61" y="12"/>
                  </a:cubicBezTo>
                  <a:cubicBezTo>
                    <a:pt x="61" y="10"/>
                    <a:pt x="61" y="9"/>
                    <a:pt x="61" y="8"/>
                  </a:cubicBezTo>
                  <a:cubicBezTo>
                    <a:pt x="61" y="6"/>
                    <a:pt x="55" y="5"/>
                    <a:pt x="53" y="3"/>
                  </a:cubicBezTo>
                  <a:cubicBezTo>
                    <a:pt x="52" y="0"/>
                    <a:pt x="48" y="1"/>
                    <a:pt x="47" y="3"/>
                  </a:cubicBezTo>
                  <a:cubicBezTo>
                    <a:pt x="46" y="4"/>
                    <a:pt x="40" y="2"/>
                    <a:pt x="40" y="4"/>
                  </a:cubicBezTo>
                  <a:cubicBezTo>
                    <a:pt x="40" y="6"/>
                    <a:pt x="35" y="7"/>
                    <a:pt x="35" y="9"/>
                  </a:cubicBezTo>
                  <a:cubicBezTo>
                    <a:pt x="35" y="12"/>
                    <a:pt x="38" y="16"/>
                    <a:pt x="34" y="16"/>
                  </a:cubicBezTo>
                  <a:cubicBezTo>
                    <a:pt x="30" y="15"/>
                    <a:pt x="33" y="17"/>
                    <a:pt x="31" y="20"/>
                  </a:cubicBezTo>
                  <a:cubicBezTo>
                    <a:pt x="29" y="23"/>
                    <a:pt x="29" y="18"/>
                    <a:pt x="27" y="19"/>
                  </a:cubicBezTo>
                  <a:cubicBezTo>
                    <a:pt x="24" y="19"/>
                    <a:pt x="22" y="17"/>
                    <a:pt x="21" y="18"/>
                  </a:cubicBezTo>
                  <a:cubicBezTo>
                    <a:pt x="20" y="20"/>
                    <a:pt x="16" y="19"/>
                    <a:pt x="13" y="18"/>
                  </a:cubicBezTo>
                  <a:cubicBezTo>
                    <a:pt x="9" y="17"/>
                    <a:pt x="8" y="12"/>
                    <a:pt x="5" y="12"/>
                  </a:cubicBezTo>
                  <a:cubicBezTo>
                    <a:pt x="3" y="12"/>
                    <a:pt x="1" y="13"/>
                    <a:pt x="0" y="16"/>
                  </a:cubicBezTo>
                  <a:cubicBezTo>
                    <a:pt x="3" y="17"/>
                    <a:pt x="4" y="20"/>
                    <a:pt x="8" y="21"/>
                  </a:cubicBezTo>
                  <a:cubicBezTo>
                    <a:pt x="12" y="23"/>
                    <a:pt x="19" y="25"/>
                    <a:pt x="19" y="28"/>
                  </a:cubicBezTo>
                  <a:cubicBezTo>
                    <a:pt x="18" y="30"/>
                    <a:pt x="17" y="34"/>
                    <a:pt x="19" y="35"/>
                  </a:cubicBezTo>
                  <a:cubicBezTo>
                    <a:pt x="21" y="36"/>
                    <a:pt x="19" y="40"/>
                    <a:pt x="21" y="41"/>
                  </a:cubicBezTo>
                  <a:cubicBezTo>
                    <a:pt x="23" y="43"/>
                    <a:pt x="22" y="48"/>
                    <a:pt x="20" y="48"/>
                  </a:cubicBezTo>
                  <a:cubicBezTo>
                    <a:pt x="19" y="48"/>
                    <a:pt x="21" y="51"/>
                    <a:pt x="22" y="52"/>
                  </a:cubicBezTo>
                  <a:cubicBezTo>
                    <a:pt x="22" y="52"/>
                    <a:pt x="23" y="54"/>
                    <a:pt x="23" y="55"/>
                  </a:cubicBezTo>
                  <a:cubicBezTo>
                    <a:pt x="25" y="56"/>
                    <a:pt x="27" y="57"/>
                    <a:pt x="29" y="58"/>
                  </a:cubicBezTo>
                  <a:cubicBezTo>
                    <a:pt x="32" y="59"/>
                    <a:pt x="31" y="61"/>
                    <a:pt x="31" y="63"/>
                  </a:cubicBezTo>
                  <a:cubicBezTo>
                    <a:pt x="31" y="66"/>
                    <a:pt x="32" y="67"/>
                    <a:pt x="30" y="66"/>
                  </a:cubicBezTo>
                  <a:cubicBezTo>
                    <a:pt x="28" y="65"/>
                    <a:pt x="27" y="66"/>
                    <a:pt x="26" y="69"/>
                  </a:cubicBezTo>
                  <a:cubicBezTo>
                    <a:pt x="25" y="73"/>
                    <a:pt x="21" y="76"/>
                    <a:pt x="18" y="77"/>
                  </a:cubicBezTo>
                  <a:cubicBezTo>
                    <a:pt x="16" y="77"/>
                    <a:pt x="16" y="79"/>
                    <a:pt x="14" y="80"/>
                  </a:cubicBezTo>
                  <a:cubicBezTo>
                    <a:pt x="12" y="81"/>
                    <a:pt x="10" y="82"/>
                    <a:pt x="10" y="84"/>
                  </a:cubicBezTo>
                  <a:cubicBezTo>
                    <a:pt x="10" y="86"/>
                    <a:pt x="7" y="87"/>
                    <a:pt x="5" y="87"/>
                  </a:cubicBezTo>
                  <a:cubicBezTo>
                    <a:pt x="3" y="87"/>
                    <a:pt x="3" y="90"/>
                    <a:pt x="2" y="91"/>
                  </a:cubicBezTo>
                  <a:cubicBezTo>
                    <a:pt x="0" y="92"/>
                    <a:pt x="0" y="94"/>
                    <a:pt x="2" y="96"/>
                  </a:cubicBezTo>
                  <a:cubicBezTo>
                    <a:pt x="3" y="97"/>
                    <a:pt x="2" y="99"/>
                    <a:pt x="3" y="101"/>
                  </a:cubicBezTo>
                  <a:cubicBezTo>
                    <a:pt x="3" y="102"/>
                    <a:pt x="6" y="105"/>
                    <a:pt x="4" y="109"/>
                  </a:cubicBezTo>
                  <a:cubicBezTo>
                    <a:pt x="2" y="113"/>
                    <a:pt x="1" y="117"/>
                    <a:pt x="2" y="117"/>
                  </a:cubicBezTo>
                  <a:cubicBezTo>
                    <a:pt x="3" y="116"/>
                    <a:pt x="7" y="120"/>
                    <a:pt x="9" y="119"/>
                  </a:cubicBezTo>
                  <a:cubicBezTo>
                    <a:pt x="11" y="119"/>
                    <a:pt x="11" y="122"/>
                    <a:pt x="13" y="122"/>
                  </a:cubicBezTo>
                  <a:cubicBezTo>
                    <a:pt x="15" y="121"/>
                    <a:pt x="15" y="124"/>
                    <a:pt x="21" y="123"/>
                  </a:cubicBezTo>
                  <a:cubicBezTo>
                    <a:pt x="27" y="123"/>
                    <a:pt x="40" y="118"/>
                    <a:pt x="44" y="118"/>
                  </a:cubicBezTo>
                  <a:cubicBezTo>
                    <a:pt x="47" y="118"/>
                    <a:pt x="49" y="118"/>
                    <a:pt x="51" y="117"/>
                  </a:cubicBezTo>
                  <a:cubicBezTo>
                    <a:pt x="52" y="116"/>
                    <a:pt x="53" y="114"/>
                    <a:pt x="55" y="113"/>
                  </a:cubicBezTo>
                  <a:cubicBezTo>
                    <a:pt x="58" y="110"/>
                    <a:pt x="64" y="108"/>
                    <a:pt x="66" y="10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2" name="Freeform 1279">
              <a:extLst>
                <a:ext uri="{FF2B5EF4-FFF2-40B4-BE49-F238E27FC236}">
                  <a16:creationId xmlns:a16="http://schemas.microsoft.com/office/drawing/2014/main" id="{321D2678-1BD8-AC2E-A9A6-E06A698416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62563" y="2736704"/>
              <a:ext cx="404779" cy="338120"/>
            </a:xfrm>
            <a:custGeom>
              <a:avLst/>
              <a:gdLst>
                <a:gd name="T0" fmla="*/ 107 w 108"/>
                <a:gd name="T1" fmla="*/ 76 h 90"/>
                <a:gd name="T2" fmla="*/ 102 w 108"/>
                <a:gd name="T3" fmla="*/ 80 h 90"/>
                <a:gd name="T4" fmla="*/ 105 w 108"/>
                <a:gd name="T5" fmla="*/ 90 h 90"/>
                <a:gd name="T6" fmla="*/ 107 w 108"/>
                <a:gd name="T7" fmla="*/ 76 h 90"/>
                <a:gd name="T8" fmla="*/ 95 w 108"/>
                <a:gd name="T9" fmla="*/ 20 h 90"/>
                <a:gd name="T10" fmla="*/ 91 w 108"/>
                <a:gd name="T11" fmla="*/ 19 h 90"/>
                <a:gd name="T12" fmla="*/ 86 w 108"/>
                <a:gd name="T13" fmla="*/ 17 h 90"/>
                <a:gd name="T14" fmla="*/ 78 w 108"/>
                <a:gd name="T15" fmla="*/ 16 h 90"/>
                <a:gd name="T16" fmla="*/ 75 w 108"/>
                <a:gd name="T17" fmla="*/ 13 h 90"/>
                <a:gd name="T18" fmla="*/ 73 w 108"/>
                <a:gd name="T19" fmla="*/ 10 h 90"/>
                <a:gd name="T20" fmla="*/ 69 w 108"/>
                <a:gd name="T21" fmla="*/ 11 h 90"/>
                <a:gd name="T22" fmla="*/ 67 w 108"/>
                <a:gd name="T23" fmla="*/ 9 h 90"/>
                <a:gd name="T24" fmla="*/ 63 w 108"/>
                <a:gd name="T25" fmla="*/ 6 h 90"/>
                <a:gd name="T26" fmla="*/ 59 w 108"/>
                <a:gd name="T27" fmla="*/ 4 h 90"/>
                <a:gd name="T28" fmla="*/ 56 w 108"/>
                <a:gd name="T29" fmla="*/ 1 h 90"/>
                <a:gd name="T30" fmla="*/ 55 w 108"/>
                <a:gd name="T31" fmla="*/ 0 h 90"/>
                <a:gd name="T32" fmla="*/ 54 w 108"/>
                <a:gd name="T33" fmla="*/ 0 h 90"/>
                <a:gd name="T34" fmla="*/ 49 w 108"/>
                <a:gd name="T35" fmla="*/ 6 h 90"/>
                <a:gd name="T36" fmla="*/ 41 w 108"/>
                <a:gd name="T37" fmla="*/ 12 h 90"/>
                <a:gd name="T38" fmla="*/ 37 w 108"/>
                <a:gd name="T39" fmla="*/ 17 h 90"/>
                <a:gd name="T40" fmla="*/ 27 w 108"/>
                <a:gd name="T41" fmla="*/ 14 h 90"/>
                <a:gd name="T42" fmla="*/ 23 w 108"/>
                <a:gd name="T43" fmla="*/ 17 h 90"/>
                <a:gd name="T44" fmla="*/ 24 w 108"/>
                <a:gd name="T45" fmla="*/ 24 h 90"/>
                <a:gd name="T46" fmla="*/ 18 w 108"/>
                <a:gd name="T47" fmla="*/ 24 h 90"/>
                <a:gd name="T48" fmla="*/ 13 w 108"/>
                <a:gd name="T49" fmla="*/ 22 h 90"/>
                <a:gd name="T50" fmla="*/ 6 w 108"/>
                <a:gd name="T51" fmla="*/ 23 h 90"/>
                <a:gd name="T52" fmla="*/ 1 w 108"/>
                <a:gd name="T53" fmla="*/ 26 h 90"/>
                <a:gd name="T54" fmla="*/ 2 w 108"/>
                <a:gd name="T55" fmla="*/ 31 h 90"/>
                <a:gd name="T56" fmla="*/ 12 w 108"/>
                <a:gd name="T57" fmla="*/ 34 h 90"/>
                <a:gd name="T58" fmla="*/ 19 w 108"/>
                <a:gd name="T59" fmla="*/ 36 h 90"/>
                <a:gd name="T60" fmla="*/ 21 w 108"/>
                <a:gd name="T61" fmla="*/ 39 h 90"/>
                <a:gd name="T62" fmla="*/ 27 w 108"/>
                <a:gd name="T63" fmla="*/ 45 h 90"/>
                <a:gd name="T64" fmla="*/ 29 w 108"/>
                <a:gd name="T65" fmla="*/ 51 h 90"/>
                <a:gd name="T66" fmla="*/ 28 w 108"/>
                <a:gd name="T67" fmla="*/ 60 h 90"/>
                <a:gd name="T68" fmla="*/ 24 w 108"/>
                <a:gd name="T69" fmla="*/ 73 h 90"/>
                <a:gd name="T70" fmla="*/ 24 w 108"/>
                <a:gd name="T71" fmla="*/ 73 h 90"/>
                <a:gd name="T72" fmla="*/ 28 w 108"/>
                <a:gd name="T73" fmla="*/ 75 h 90"/>
                <a:gd name="T74" fmla="*/ 35 w 108"/>
                <a:gd name="T75" fmla="*/ 79 h 90"/>
                <a:gd name="T76" fmla="*/ 41 w 108"/>
                <a:gd name="T77" fmla="*/ 78 h 90"/>
                <a:gd name="T78" fmla="*/ 44 w 108"/>
                <a:gd name="T79" fmla="*/ 79 h 90"/>
                <a:gd name="T80" fmla="*/ 53 w 108"/>
                <a:gd name="T81" fmla="*/ 81 h 90"/>
                <a:gd name="T82" fmla="*/ 61 w 108"/>
                <a:gd name="T83" fmla="*/ 82 h 90"/>
                <a:gd name="T84" fmla="*/ 60 w 108"/>
                <a:gd name="T85" fmla="*/ 80 h 90"/>
                <a:gd name="T86" fmla="*/ 66 w 108"/>
                <a:gd name="T87" fmla="*/ 72 h 90"/>
                <a:gd name="T88" fmla="*/ 80 w 108"/>
                <a:gd name="T89" fmla="*/ 75 h 90"/>
                <a:gd name="T90" fmla="*/ 88 w 108"/>
                <a:gd name="T91" fmla="*/ 72 h 90"/>
                <a:gd name="T92" fmla="*/ 93 w 108"/>
                <a:gd name="T93" fmla="*/ 69 h 90"/>
                <a:gd name="T94" fmla="*/ 94 w 108"/>
                <a:gd name="T95" fmla="*/ 67 h 90"/>
                <a:gd name="T96" fmla="*/ 90 w 108"/>
                <a:gd name="T97" fmla="*/ 66 h 90"/>
                <a:gd name="T98" fmla="*/ 89 w 108"/>
                <a:gd name="T99" fmla="*/ 62 h 90"/>
                <a:gd name="T100" fmla="*/ 87 w 108"/>
                <a:gd name="T101" fmla="*/ 58 h 90"/>
                <a:gd name="T102" fmla="*/ 88 w 108"/>
                <a:gd name="T103" fmla="*/ 57 h 90"/>
                <a:gd name="T104" fmla="*/ 90 w 108"/>
                <a:gd name="T105" fmla="*/ 54 h 90"/>
                <a:gd name="T106" fmla="*/ 89 w 108"/>
                <a:gd name="T107" fmla="*/ 50 h 90"/>
                <a:gd name="T108" fmla="*/ 87 w 108"/>
                <a:gd name="T109" fmla="*/ 46 h 90"/>
                <a:gd name="T110" fmla="*/ 84 w 108"/>
                <a:gd name="T111" fmla="*/ 46 h 90"/>
                <a:gd name="T112" fmla="*/ 83 w 108"/>
                <a:gd name="T113" fmla="*/ 44 h 90"/>
                <a:gd name="T114" fmla="*/ 88 w 108"/>
                <a:gd name="T115" fmla="*/ 38 h 90"/>
                <a:gd name="T116" fmla="*/ 92 w 108"/>
                <a:gd name="T117" fmla="*/ 35 h 90"/>
                <a:gd name="T118" fmla="*/ 93 w 108"/>
                <a:gd name="T119" fmla="*/ 29 h 90"/>
                <a:gd name="T120" fmla="*/ 96 w 108"/>
                <a:gd name="T121" fmla="*/ 23 h 90"/>
                <a:gd name="T122" fmla="*/ 95 w 108"/>
                <a:gd name="T123" fmla="*/ 2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8" h="90">
                  <a:moveTo>
                    <a:pt x="107" y="76"/>
                  </a:moveTo>
                  <a:cubicBezTo>
                    <a:pt x="105" y="76"/>
                    <a:pt x="105" y="78"/>
                    <a:pt x="102" y="80"/>
                  </a:cubicBezTo>
                  <a:cubicBezTo>
                    <a:pt x="99" y="82"/>
                    <a:pt x="102" y="90"/>
                    <a:pt x="105" y="90"/>
                  </a:cubicBezTo>
                  <a:cubicBezTo>
                    <a:pt x="108" y="89"/>
                    <a:pt x="108" y="76"/>
                    <a:pt x="107" y="76"/>
                  </a:cubicBezTo>
                  <a:moveTo>
                    <a:pt x="95" y="20"/>
                  </a:moveTo>
                  <a:cubicBezTo>
                    <a:pt x="94" y="21"/>
                    <a:pt x="93" y="19"/>
                    <a:pt x="91" y="19"/>
                  </a:cubicBezTo>
                  <a:cubicBezTo>
                    <a:pt x="89" y="19"/>
                    <a:pt x="87" y="18"/>
                    <a:pt x="86" y="17"/>
                  </a:cubicBezTo>
                  <a:cubicBezTo>
                    <a:pt x="85" y="16"/>
                    <a:pt x="80" y="15"/>
                    <a:pt x="78" y="16"/>
                  </a:cubicBezTo>
                  <a:cubicBezTo>
                    <a:pt x="77" y="16"/>
                    <a:pt x="76" y="13"/>
                    <a:pt x="75" y="13"/>
                  </a:cubicBezTo>
                  <a:cubicBezTo>
                    <a:pt x="73" y="13"/>
                    <a:pt x="73" y="11"/>
                    <a:pt x="73" y="10"/>
                  </a:cubicBezTo>
                  <a:cubicBezTo>
                    <a:pt x="73" y="8"/>
                    <a:pt x="71" y="11"/>
                    <a:pt x="69" y="11"/>
                  </a:cubicBezTo>
                  <a:cubicBezTo>
                    <a:pt x="68" y="12"/>
                    <a:pt x="67" y="10"/>
                    <a:pt x="67" y="9"/>
                  </a:cubicBezTo>
                  <a:cubicBezTo>
                    <a:pt x="67" y="8"/>
                    <a:pt x="64" y="7"/>
                    <a:pt x="63" y="6"/>
                  </a:cubicBezTo>
                  <a:cubicBezTo>
                    <a:pt x="61" y="5"/>
                    <a:pt x="59" y="3"/>
                    <a:pt x="59" y="4"/>
                  </a:cubicBezTo>
                  <a:cubicBezTo>
                    <a:pt x="58" y="5"/>
                    <a:pt x="56" y="2"/>
                    <a:pt x="56" y="1"/>
                  </a:cubicBezTo>
                  <a:cubicBezTo>
                    <a:pt x="56" y="0"/>
                    <a:pt x="56" y="0"/>
                    <a:pt x="55" y="0"/>
                  </a:cubicBezTo>
                  <a:cubicBezTo>
                    <a:pt x="55" y="0"/>
                    <a:pt x="54" y="0"/>
                    <a:pt x="54" y="0"/>
                  </a:cubicBezTo>
                  <a:cubicBezTo>
                    <a:pt x="51" y="0"/>
                    <a:pt x="49" y="2"/>
                    <a:pt x="49" y="6"/>
                  </a:cubicBezTo>
                  <a:cubicBezTo>
                    <a:pt x="50" y="11"/>
                    <a:pt x="46" y="11"/>
                    <a:pt x="41" y="12"/>
                  </a:cubicBezTo>
                  <a:cubicBezTo>
                    <a:pt x="37" y="12"/>
                    <a:pt x="39" y="15"/>
                    <a:pt x="37" y="17"/>
                  </a:cubicBezTo>
                  <a:cubicBezTo>
                    <a:pt x="35" y="18"/>
                    <a:pt x="28" y="16"/>
                    <a:pt x="27" y="14"/>
                  </a:cubicBezTo>
                  <a:cubicBezTo>
                    <a:pt x="26" y="11"/>
                    <a:pt x="21" y="14"/>
                    <a:pt x="23" y="17"/>
                  </a:cubicBezTo>
                  <a:cubicBezTo>
                    <a:pt x="26" y="19"/>
                    <a:pt x="26" y="23"/>
                    <a:pt x="24" y="24"/>
                  </a:cubicBezTo>
                  <a:cubicBezTo>
                    <a:pt x="23" y="25"/>
                    <a:pt x="20" y="23"/>
                    <a:pt x="18" y="24"/>
                  </a:cubicBezTo>
                  <a:cubicBezTo>
                    <a:pt x="16" y="25"/>
                    <a:pt x="16" y="23"/>
                    <a:pt x="13" y="22"/>
                  </a:cubicBezTo>
                  <a:cubicBezTo>
                    <a:pt x="11" y="21"/>
                    <a:pt x="10" y="23"/>
                    <a:pt x="6" y="23"/>
                  </a:cubicBezTo>
                  <a:cubicBezTo>
                    <a:pt x="2" y="22"/>
                    <a:pt x="0" y="24"/>
                    <a:pt x="1" y="26"/>
                  </a:cubicBezTo>
                  <a:cubicBezTo>
                    <a:pt x="3" y="28"/>
                    <a:pt x="1" y="29"/>
                    <a:pt x="2" y="31"/>
                  </a:cubicBezTo>
                  <a:cubicBezTo>
                    <a:pt x="3" y="32"/>
                    <a:pt x="8" y="32"/>
                    <a:pt x="12" y="34"/>
                  </a:cubicBezTo>
                  <a:cubicBezTo>
                    <a:pt x="16" y="36"/>
                    <a:pt x="17" y="34"/>
                    <a:pt x="19" y="36"/>
                  </a:cubicBezTo>
                  <a:cubicBezTo>
                    <a:pt x="20" y="37"/>
                    <a:pt x="21" y="36"/>
                    <a:pt x="21" y="39"/>
                  </a:cubicBezTo>
                  <a:cubicBezTo>
                    <a:pt x="21" y="42"/>
                    <a:pt x="23" y="44"/>
                    <a:pt x="27" y="45"/>
                  </a:cubicBezTo>
                  <a:cubicBezTo>
                    <a:pt x="30" y="46"/>
                    <a:pt x="28" y="49"/>
                    <a:pt x="29" y="51"/>
                  </a:cubicBezTo>
                  <a:cubicBezTo>
                    <a:pt x="30" y="53"/>
                    <a:pt x="27" y="57"/>
                    <a:pt x="28" y="60"/>
                  </a:cubicBezTo>
                  <a:cubicBezTo>
                    <a:pt x="28" y="63"/>
                    <a:pt x="26" y="72"/>
                    <a:pt x="24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4"/>
                    <a:pt x="27" y="75"/>
                    <a:pt x="28" y="75"/>
                  </a:cubicBezTo>
                  <a:cubicBezTo>
                    <a:pt x="29" y="77"/>
                    <a:pt x="33" y="78"/>
                    <a:pt x="35" y="79"/>
                  </a:cubicBezTo>
                  <a:cubicBezTo>
                    <a:pt x="37" y="80"/>
                    <a:pt x="41" y="80"/>
                    <a:pt x="41" y="78"/>
                  </a:cubicBezTo>
                  <a:cubicBezTo>
                    <a:pt x="41" y="77"/>
                    <a:pt x="43" y="78"/>
                    <a:pt x="44" y="79"/>
                  </a:cubicBezTo>
                  <a:cubicBezTo>
                    <a:pt x="46" y="81"/>
                    <a:pt x="51" y="81"/>
                    <a:pt x="53" y="81"/>
                  </a:cubicBezTo>
                  <a:cubicBezTo>
                    <a:pt x="55" y="82"/>
                    <a:pt x="58" y="81"/>
                    <a:pt x="61" y="82"/>
                  </a:cubicBezTo>
                  <a:cubicBezTo>
                    <a:pt x="61" y="81"/>
                    <a:pt x="60" y="80"/>
                    <a:pt x="60" y="80"/>
                  </a:cubicBezTo>
                  <a:cubicBezTo>
                    <a:pt x="59" y="75"/>
                    <a:pt x="63" y="73"/>
                    <a:pt x="66" y="72"/>
                  </a:cubicBezTo>
                  <a:cubicBezTo>
                    <a:pt x="70" y="72"/>
                    <a:pt x="78" y="74"/>
                    <a:pt x="80" y="75"/>
                  </a:cubicBezTo>
                  <a:cubicBezTo>
                    <a:pt x="82" y="77"/>
                    <a:pt x="85" y="76"/>
                    <a:pt x="88" y="72"/>
                  </a:cubicBezTo>
                  <a:cubicBezTo>
                    <a:pt x="90" y="70"/>
                    <a:pt x="92" y="70"/>
                    <a:pt x="93" y="69"/>
                  </a:cubicBezTo>
                  <a:cubicBezTo>
                    <a:pt x="93" y="69"/>
                    <a:pt x="94" y="68"/>
                    <a:pt x="94" y="67"/>
                  </a:cubicBezTo>
                  <a:cubicBezTo>
                    <a:pt x="94" y="66"/>
                    <a:pt x="92" y="66"/>
                    <a:pt x="90" y="66"/>
                  </a:cubicBezTo>
                  <a:cubicBezTo>
                    <a:pt x="89" y="66"/>
                    <a:pt x="88" y="64"/>
                    <a:pt x="89" y="62"/>
                  </a:cubicBezTo>
                  <a:cubicBezTo>
                    <a:pt x="90" y="60"/>
                    <a:pt x="88" y="60"/>
                    <a:pt x="87" y="58"/>
                  </a:cubicBezTo>
                  <a:cubicBezTo>
                    <a:pt x="85" y="57"/>
                    <a:pt x="87" y="57"/>
                    <a:pt x="88" y="57"/>
                  </a:cubicBezTo>
                  <a:cubicBezTo>
                    <a:pt x="89" y="56"/>
                    <a:pt x="90" y="54"/>
                    <a:pt x="90" y="54"/>
                  </a:cubicBezTo>
                  <a:cubicBezTo>
                    <a:pt x="89" y="53"/>
                    <a:pt x="88" y="52"/>
                    <a:pt x="89" y="50"/>
                  </a:cubicBezTo>
                  <a:cubicBezTo>
                    <a:pt x="89" y="48"/>
                    <a:pt x="87" y="48"/>
                    <a:pt x="87" y="46"/>
                  </a:cubicBezTo>
                  <a:cubicBezTo>
                    <a:pt x="87" y="45"/>
                    <a:pt x="86" y="44"/>
                    <a:pt x="84" y="46"/>
                  </a:cubicBezTo>
                  <a:cubicBezTo>
                    <a:pt x="83" y="48"/>
                    <a:pt x="82" y="47"/>
                    <a:pt x="83" y="44"/>
                  </a:cubicBezTo>
                  <a:cubicBezTo>
                    <a:pt x="84" y="41"/>
                    <a:pt x="88" y="39"/>
                    <a:pt x="88" y="38"/>
                  </a:cubicBezTo>
                  <a:cubicBezTo>
                    <a:pt x="88" y="36"/>
                    <a:pt x="90" y="35"/>
                    <a:pt x="92" y="35"/>
                  </a:cubicBezTo>
                  <a:cubicBezTo>
                    <a:pt x="93" y="35"/>
                    <a:pt x="93" y="31"/>
                    <a:pt x="93" y="29"/>
                  </a:cubicBezTo>
                  <a:cubicBezTo>
                    <a:pt x="94" y="27"/>
                    <a:pt x="94" y="25"/>
                    <a:pt x="96" y="23"/>
                  </a:cubicBezTo>
                  <a:cubicBezTo>
                    <a:pt x="98" y="21"/>
                    <a:pt x="96" y="20"/>
                    <a:pt x="95" y="2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3" name="Freeform 1281">
              <a:extLst>
                <a:ext uri="{FF2B5EF4-FFF2-40B4-BE49-F238E27FC236}">
                  <a16:creationId xmlns:a16="http://schemas.microsoft.com/office/drawing/2014/main" id="{AFC6A4D0-A8A9-1DF4-9530-499D772426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38748" y="2995452"/>
              <a:ext cx="355571" cy="255574"/>
            </a:xfrm>
            <a:custGeom>
              <a:avLst/>
              <a:gdLst>
                <a:gd name="T0" fmla="*/ 95 w 95"/>
                <a:gd name="T1" fmla="*/ 36 h 68"/>
                <a:gd name="T2" fmla="*/ 88 w 95"/>
                <a:gd name="T3" fmla="*/ 38 h 68"/>
                <a:gd name="T4" fmla="*/ 95 w 95"/>
                <a:gd name="T5" fmla="*/ 36 h 68"/>
                <a:gd name="T6" fmla="*/ 94 w 95"/>
                <a:gd name="T7" fmla="*/ 12 h 68"/>
                <a:gd name="T8" fmla="*/ 86 w 95"/>
                <a:gd name="T9" fmla="*/ 12 h 68"/>
                <a:gd name="T10" fmla="*/ 78 w 95"/>
                <a:gd name="T11" fmla="*/ 10 h 68"/>
                <a:gd name="T12" fmla="*/ 74 w 95"/>
                <a:gd name="T13" fmla="*/ 9 h 68"/>
                <a:gd name="T14" fmla="*/ 68 w 95"/>
                <a:gd name="T15" fmla="*/ 9 h 68"/>
                <a:gd name="T16" fmla="*/ 61 w 95"/>
                <a:gd name="T17" fmla="*/ 6 h 68"/>
                <a:gd name="T18" fmla="*/ 57 w 95"/>
                <a:gd name="T19" fmla="*/ 4 h 68"/>
                <a:gd name="T20" fmla="*/ 44 w 95"/>
                <a:gd name="T21" fmla="*/ 2 h 68"/>
                <a:gd name="T22" fmla="*/ 20 w 95"/>
                <a:gd name="T23" fmla="*/ 2 h 68"/>
                <a:gd name="T24" fmla="*/ 11 w 95"/>
                <a:gd name="T25" fmla="*/ 0 h 68"/>
                <a:gd name="T26" fmla="*/ 5 w 95"/>
                <a:gd name="T27" fmla="*/ 4 h 68"/>
                <a:gd name="T28" fmla="*/ 3 w 95"/>
                <a:gd name="T29" fmla="*/ 9 h 68"/>
                <a:gd name="T30" fmla="*/ 4 w 95"/>
                <a:gd name="T31" fmla="*/ 16 h 68"/>
                <a:gd name="T32" fmla="*/ 6 w 95"/>
                <a:gd name="T33" fmla="*/ 15 h 68"/>
                <a:gd name="T34" fmla="*/ 9 w 95"/>
                <a:gd name="T35" fmla="*/ 16 h 68"/>
                <a:gd name="T36" fmla="*/ 14 w 95"/>
                <a:gd name="T37" fmla="*/ 17 h 68"/>
                <a:gd name="T38" fmla="*/ 16 w 95"/>
                <a:gd name="T39" fmla="*/ 17 h 68"/>
                <a:gd name="T40" fmla="*/ 21 w 95"/>
                <a:gd name="T41" fmla="*/ 18 h 68"/>
                <a:gd name="T42" fmla="*/ 23 w 95"/>
                <a:gd name="T43" fmla="*/ 21 h 68"/>
                <a:gd name="T44" fmla="*/ 18 w 95"/>
                <a:gd name="T45" fmla="*/ 25 h 68"/>
                <a:gd name="T46" fmla="*/ 19 w 95"/>
                <a:gd name="T47" fmla="*/ 32 h 68"/>
                <a:gd name="T48" fmla="*/ 17 w 95"/>
                <a:gd name="T49" fmla="*/ 37 h 68"/>
                <a:gd name="T50" fmla="*/ 15 w 95"/>
                <a:gd name="T51" fmla="*/ 40 h 68"/>
                <a:gd name="T52" fmla="*/ 18 w 95"/>
                <a:gd name="T53" fmla="*/ 44 h 68"/>
                <a:gd name="T54" fmla="*/ 16 w 95"/>
                <a:gd name="T55" fmla="*/ 48 h 68"/>
                <a:gd name="T56" fmla="*/ 17 w 95"/>
                <a:gd name="T57" fmla="*/ 51 h 68"/>
                <a:gd name="T58" fmla="*/ 14 w 95"/>
                <a:gd name="T59" fmla="*/ 56 h 68"/>
                <a:gd name="T60" fmla="*/ 15 w 95"/>
                <a:gd name="T61" fmla="*/ 58 h 68"/>
                <a:gd name="T62" fmla="*/ 19 w 95"/>
                <a:gd name="T63" fmla="*/ 59 h 68"/>
                <a:gd name="T64" fmla="*/ 28 w 95"/>
                <a:gd name="T65" fmla="*/ 67 h 68"/>
                <a:gd name="T66" fmla="*/ 30 w 95"/>
                <a:gd name="T67" fmla="*/ 65 h 68"/>
                <a:gd name="T68" fmla="*/ 34 w 95"/>
                <a:gd name="T69" fmla="*/ 65 h 68"/>
                <a:gd name="T70" fmla="*/ 41 w 95"/>
                <a:gd name="T71" fmla="*/ 62 h 68"/>
                <a:gd name="T72" fmla="*/ 51 w 95"/>
                <a:gd name="T73" fmla="*/ 62 h 68"/>
                <a:gd name="T74" fmla="*/ 56 w 95"/>
                <a:gd name="T75" fmla="*/ 59 h 68"/>
                <a:gd name="T76" fmla="*/ 62 w 95"/>
                <a:gd name="T77" fmla="*/ 55 h 68"/>
                <a:gd name="T78" fmla="*/ 64 w 95"/>
                <a:gd name="T79" fmla="*/ 50 h 68"/>
                <a:gd name="T80" fmla="*/ 70 w 95"/>
                <a:gd name="T81" fmla="*/ 44 h 68"/>
                <a:gd name="T82" fmla="*/ 70 w 95"/>
                <a:gd name="T83" fmla="*/ 33 h 68"/>
                <a:gd name="T84" fmla="*/ 76 w 95"/>
                <a:gd name="T85" fmla="*/ 26 h 68"/>
                <a:gd name="T86" fmla="*/ 83 w 95"/>
                <a:gd name="T87" fmla="*/ 22 h 68"/>
                <a:gd name="T88" fmla="*/ 91 w 95"/>
                <a:gd name="T89" fmla="*/ 18 h 68"/>
                <a:gd name="T90" fmla="*/ 94 w 95"/>
                <a:gd name="T91" fmla="*/ 1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5" h="68">
                  <a:moveTo>
                    <a:pt x="95" y="36"/>
                  </a:moveTo>
                  <a:cubicBezTo>
                    <a:pt x="94" y="32"/>
                    <a:pt x="87" y="37"/>
                    <a:pt x="88" y="38"/>
                  </a:cubicBezTo>
                  <a:cubicBezTo>
                    <a:pt x="92" y="40"/>
                    <a:pt x="95" y="40"/>
                    <a:pt x="95" y="36"/>
                  </a:cubicBezTo>
                  <a:moveTo>
                    <a:pt x="94" y="12"/>
                  </a:moveTo>
                  <a:cubicBezTo>
                    <a:pt x="91" y="12"/>
                    <a:pt x="88" y="12"/>
                    <a:pt x="86" y="12"/>
                  </a:cubicBezTo>
                  <a:cubicBezTo>
                    <a:pt x="84" y="11"/>
                    <a:pt x="79" y="11"/>
                    <a:pt x="78" y="10"/>
                  </a:cubicBezTo>
                  <a:cubicBezTo>
                    <a:pt x="76" y="8"/>
                    <a:pt x="74" y="7"/>
                    <a:pt x="74" y="9"/>
                  </a:cubicBezTo>
                  <a:cubicBezTo>
                    <a:pt x="74" y="10"/>
                    <a:pt x="70" y="11"/>
                    <a:pt x="68" y="9"/>
                  </a:cubicBezTo>
                  <a:cubicBezTo>
                    <a:pt x="66" y="8"/>
                    <a:pt x="63" y="7"/>
                    <a:pt x="61" y="6"/>
                  </a:cubicBezTo>
                  <a:cubicBezTo>
                    <a:pt x="60" y="5"/>
                    <a:pt x="59" y="5"/>
                    <a:pt x="57" y="4"/>
                  </a:cubicBezTo>
                  <a:cubicBezTo>
                    <a:pt x="55" y="4"/>
                    <a:pt x="48" y="2"/>
                    <a:pt x="44" y="2"/>
                  </a:cubicBezTo>
                  <a:cubicBezTo>
                    <a:pt x="40" y="3"/>
                    <a:pt x="25" y="2"/>
                    <a:pt x="20" y="2"/>
                  </a:cubicBezTo>
                  <a:cubicBezTo>
                    <a:pt x="14" y="3"/>
                    <a:pt x="14" y="0"/>
                    <a:pt x="11" y="0"/>
                  </a:cubicBezTo>
                  <a:cubicBezTo>
                    <a:pt x="8" y="0"/>
                    <a:pt x="9" y="4"/>
                    <a:pt x="5" y="4"/>
                  </a:cubicBezTo>
                  <a:cubicBezTo>
                    <a:pt x="0" y="4"/>
                    <a:pt x="0" y="7"/>
                    <a:pt x="3" y="9"/>
                  </a:cubicBezTo>
                  <a:cubicBezTo>
                    <a:pt x="5" y="10"/>
                    <a:pt x="5" y="14"/>
                    <a:pt x="4" y="16"/>
                  </a:cubicBezTo>
                  <a:cubicBezTo>
                    <a:pt x="5" y="16"/>
                    <a:pt x="6" y="16"/>
                    <a:pt x="6" y="15"/>
                  </a:cubicBezTo>
                  <a:cubicBezTo>
                    <a:pt x="8" y="14"/>
                    <a:pt x="9" y="14"/>
                    <a:pt x="9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5" y="17"/>
                    <a:pt x="15" y="18"/>
                    <a:pt x="16" y="17"/>
                  </a:cubicBezTo>
                  <a:cubicBezTo>
                    <a:pt x="18" y="15"/>
                    <a:pt x="21" y="16"/>
                    <a:pt x="21" y="18"/>
                  </a:cubicBezTo>
                  <a:cubicBezTo>
                    <a:pt x="21" y="19"/>
                    <a:pt x="25" y="18"/>
                    <a:pt x="23" y="21"/>
                  </a:cubicBezTo>
                  <a:cubicBezTo>
                    <a:pt x="21" y="23"/>
                    <a:pt x="18" y="23"/>
                    <a:pt x="18" y="25"/>
                  </a:cubicBezTo>
                  <a:cubicBezTo>
                    <a:pt x="18" y="26"/>
                    <a:pt x="20" y="30"/>
                    <a:pt x="19" y="32"/>
                  </a:cubicBezTo>
                  <a:cubicBezTo>
                    <a:pt x="17" y="34"/>
                    <a:pt x="19" y="37"/>
                    <a:pt x="17" y="37"/>
                  </a:cubicBezTo>
                  <a:cubicBezTo>
                    <a:pt x="15" y="37"/>
                    <a:pt x="13" y="38"/>
                    <a:pt x="15" y="40"/>
                  </a:cubicBezTo>
                  <a:cubicBezTo>
                    <a:pt x="18" y="42"/>
                    <a:pt x="19" y="44"/>
                    <a:pt x="18" y="44"/>
                  </a:cubicBezTo>
                  <a:cubicBezTo>
                    <a:pt x="16" y="44"/>
                    <a:pt x="15" y="47"/>
                    <a:pt x="16" y="48"/>
                  </a:cubicBezTo>
                  <a:cubicBezTo>
                    <a:pt x="16" y="49"/>
                    <a:pt x="20" y="51"/>
                    <a:pt x="17" y="51"/>
                  </a:cubicBezTo>
                  <a:cubicBezTo>
                    <a:pt x="14" y="52"/>
                    <a:pt x="14" y="54"/>
                    <a:pt x="14" y="56"/>
                  </a:cubicBezTo>
                  <a:cubicBezTo>
                    <a:pt x="14" y="57"/>
                    <a:pt x="15" y="58"/>
                    <a:pt x="15" y="58"/>
                  </a:cubicBezTo>
                  <a:cubicBezTo>
                    <a:pt x="17" y="58"/>
                    <a:pt x="18" y="58"/>
                    <a:pt x="19" y="59"/>
                  </a:cubicBezTo>
                  <a:cubicBezTo>
                    <a:pt x="22" y="60"/>
                    <a:pt x="24" y="68"/>
                    <a:pt x="28" y="67"/>
                  </a:cubicBezTo>
                  <a:cubicBezTo>
                    <a:pt x="30" y="67"/>
                    <a:pt x="29" y="66"/>
                    <a:pt x="30" y="65"/>
                  </a:cubicBezTo>
                  <a:cubicBezTo>
                    <a:pt x="31" y="64"/>
                    <a:pt x="33" y="65"/>
                    <a:pt x="34" y="65"/>
                  </a:cubicBezTo>
                  <a:cubicBezTo>
                    <a:pt x="36" y="65"/>
                    <a:pt x="37" y="62"/>
                    <a:pt x="41" y="62"/>
                  </a:cubicBezTo>
                  <a:cubicBezTo>
                    <a:pt x="45" y="62"/>
                    <a:pt x="48" y="62"/>
                    <a:pt x="51" y="62"/>
                  </a:cubicBezTo>
                  <a:cubicBezTo>
                    <a:pt x="53" y="62"/>
                    <a:pt x="55" y="61"/>
                    <a:pt x="56" y="59"/>
                  </a:cubicBezTo>
                  <a:cubicBezTo>
                    <a:pt x="57" y="57"/>
                    <a:pt x="59" y="56"/>
                    <a:pt x="62" y="55"/>
                  </a:cubicBezTo>
                  <a:cubicBezTo>
                    <a:pt x="65" y="55"/>
                    <a:pt x="64" y="52"/>
                    <a:pt x="64" y="50"/>
                  </a:cubicBezTo>
                  <a:cubicBezTo>
                    <a:pt x="65" y="48"/>
                    <a:pt x="70" y="45"/>
                    <a:pt x="70" y="44"/>
                  </a:cubicBezTo>
                  <a:cubicBezTo>
                    <a:pt x="70" y="43"/>
                    <a:pt x="67" y="38"/>
                    <a:pt x="70" y="33"/>
                  </a:cubicBezTo>
                  <a:cubicBezTo>
                    <a:pt x="73" y="29"/>
                    <a:pt x="76" y="29"/>
                    <a:pt x="76" y="26"/>
                  </a:cubicBezTo>
                  <a:cubicBezTo>
                    <a:pt x="76" y="24"/>
                    <a:pt x="79" y="23"/>
                    <a:pt x="83" y="22"/>
                  </a:cubicBezTo>
                  <a:cubicBezTo>
                    <a:pt x="87" y="22"/>
                    <a:pt x="88" y="19"/>
                    <a:pt x="91" y="18"/>
                  </a:cubicBezTo>
                  <a:cubicBezTo>
                    <a:pt x="94" y="17"/>
                    <a:pt x="95" y="15"/>
                    <a:pt x="94" y="1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4" name="Freeform 1283">
              <a:extLst>
                <a:ext uri="{FF2B5EF4-FFF2-40B4-BE49-F238E27FC236}">
                  <a16:creationId xmlns:a16="http://schemas.microsoft.com/office/drawing/2014/main" id="{BB987F23-6627-F558-62D2-7E79221045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41956" y="3058948"/>
              <a:ext cx="179373" cy="222238"/>
            </a:xfrm>
            <a:custGeom>
              <a:avLst/>
              <a:gdLst>
                <a:gd name="T0" fmla="*/ 41 w 48"/>
                <a:gd name="T1" fmla="*/ 56 h 59"/>
                <a:gd name="T2" fmla="*/ 29 w 48"/>
                <a:gd name="T3" fmla="*/ 54 h 59"/>
                <a:gd name="T4" fmla="*/ 25 w 48"/>
                <a:gd name="T5" fmla="*/ 56 h 59"/>
                <a:gd name="T6" fmla="*/ 36 w 48"/>
                <a:gd name="T7" fmla="*/ 59 h 59"/>
                <a:gd name="T8" fmla="*/ 46 w 48"/>
                <a:gd name="T9" fmla="*/ 56 h 59"/>
                <a:gd name="T10" fmla="*/ 41 w 48"/>
                <a:gd name="T11" fmla="*/ 56 h 59"/>
                <a:gd name="T12" fmla="*/ 47 w 48"/>
                <a:gd name="T13" fmla="*/ 0 h 59"/>
                <a:gd name="T14" fmla="*/ 44 w 48"/>
                <a:gd name="T15" fmla="*/ 2 h 59"/>
                <a:gd name="T16" fmla="*/ 41 w 48"/>
                <a:gd name="T17" fmla="*/ 4 h 59"/>
                <a:gd name="T18" fmla="*/ 33 w 48"/>
                <a:gd name="T19" fmla="*/ 2 h 59"/>
                <a:gd name="T20" fmla="*/ 23 w 48"/>
                <a:gd name="T21" fmla="*/ 2 h 59"/>
                <a:gd name="T22" fmla="*/ 23 w 48"/>
                <a:gd name="T23" fmla="*/ 3 h 59"/>
                <a:gd name="T24" fmla="*/ 16 w 48"/>
                <a:gd name="T25" fmla="*/ 6 h 59"/>
                <a:gd name="T26" fmla="*/ 12 w 48"/>
                <a:gd name="T27" fmla="*/ 8 h 59"/>
                <a:gd name="T28" fmla="*/ 7 w 48"/>
                <a:gd name="T29" fmla="*/ 9 h 59"/>
                <a:gd name="T30" fmla="*/ 4 w 48"/>
                <a:gd name="T31" fmla="*/ 13 h 59"/>
                <a:gd name="T32" fmla="*/ 3 w 48"/>
                <a:gd name="T33" fmla="*/ 16 h 59"/>
                <a:gd name="T34" fmla="*/ 0 w 48"/>
                <a:gd name="T35" fmla="*/ 20 h 59"/>
                <a:gd name="T36" fmla="*/ 1 w 48"/>
                <a:gd name="T37" fmla="*/ 20 h 59"/>
                <a:gd name="T38" fmla="*/ 5 w 48"/>
                <a:gd name="T39" fmla="*/ 26 h 59"/>
                <a:gd name="T40" fmla="*/ 10 w 48"/>
                <a:gd name="T41" fmla="*/ 28 h 59"/>
                <a:gd name="T42" fmla="*/ 17 w 48"/>
                <a:gd name="T43" fmla="*/ 30 h 59"/>
                <a:gd name="T44" fmla="*/ 9 w 48"/>
                <a:gd name="T45" fmla="*/ 31 h 59"/>
                <a:gd name="T46" fmla="*/ 10 w 48"/>
                <a:gd name="T47" fmla="*/ 37 h 59"/>
                <a:gd name="T48" fmla="*/ 14 w 48"/>
                <a:gd name="T49" fmla="*/ 43 h 59"/>
                <a:gd name="T50" fmla="*/ 21 w 48"/>
                <a:gd name="T51" fmla="*/ 46 h 59"/>
                <a:gd name="T52" fmla="*/ 20 w 48"/>
                <a:gd name="T53" fmla="*/ 38 h 59"/>
                <a:gd name="T54" fmla="*/ 25 w 48"/>
                <a:gd name="T55" fmla="*/ 38 h 59"/>
                <a:gd name="T56" fmla="*/ 22 w 48"/>
                <a:gd name="T57" fmla="*/ 35 h 59"/>
                <a:gd name="T58" fmla="*/ 24 w 48"/>
                <a:gd name="T59" fmla="*/ 34 h 59"/>
                <a:gd name="T60" fmla="*/ 30 w 48"/>
                <a:gd name="T61" fmla="*/ 33 h 59"/>
                <a:gd name="T62" fmla="*/ 27 w 48"/>
                <a:gd name="T63" fmla="*/ 27 h 59"/>
                <a:gd name="T64" fmla="*/ 21 w 48"/>
                <a:gd name="T65" fmla="*/ 27 h 59"/>
                <a:gd name="T66" fmla="*/ 24 w 48"/>
                <a:gd name="T67" fmla="*/ 23 h 59"/>
                <a:gd name="T68" fmla="*/ 17 w 48"/>
                <a:gd name="T69" fmla="*/ 15 h 59"/>
                <a:gd name="T70" fmla="*/ 21 w 48"/>
                <a:gd name="T71" fmla="*/ 13 h 59"/>
                <a:gd name="T72" fmla="*/ 27 w 48"/>
                <a:gd name="T73" fmla="*/ 14 h 59"/>
                <a:gd name="T74" fmla="*/ 29 w 48"/>
                <a:gd name="T75" fmla="*/ 8 h 59"/>
                <a:gd name="T76" fmla="*/ 33 w 48"/>
                <a:gd name="T77" fmla="*/ 10 h 59"/>
                <a:gd name="T78" fmla="*/ 39 w 48"/>
                <a:gd name="T79" fmla="*/ 7 h 59"/>
                <a:gd name="T80" fmla="*/ 44 w 48"/>
                <a:gd name="T81" fmla="*/ 9 h 59"/>
                <a:gd name="T82" fmla="*/ 46 w 48"/>
                <a:gd name="T83" fmla="*/ 7 h 59"/>
                <a:gd name="T84" fmla="*/ 48 w 48"/>
                <a:gd name="T85" fmla="*/ 3 h 59"/>
                <a:gd name="T86" fmla="*/ 47 w 48"/>
                <a:gd name="T8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8" h="59">
                  <a:moveTo>
                    <a:pt x="41" y="56"/>
                  </a:moveTo>
                  <a:cubicBezTo>
                    <a:pt x="39" y="55"/>
                    <a:pt x="31" y="56"/>
                    <a:pt x="29" y="54"/>
                  </a:cubicBezTo>
                  <a:cubicBezTo>
                    <a:pt x="27" y="52"/>
                    <a:pt x="23" y="56"/>
                    <a:pt x="25" y="56"/>
                  </a:cubicBezTo>
                  <a:cubicBezTo>
                    <a:pt x="27" y="57"/>
                    <a:pt x="31" y="59"/>
                    <a:pt x="36" y="59"/>
                  </a:cubicBezTo>
                  <a:cubicBezTo>
                    <a:pt x="40" y="59"/>
                    <a:pt x="46" y="57"/>
                    <a:pt x="46" y="56"/>
                  </a:cubicBezTo>
                  <a:cubicBezTo>
                    <a:pt x="46" y="55"/>
                    <a:pt x="43" y="57"/>
                    <a:pt x="41" y="56"/>
                  </a:cubicBezTo>
                  <a:moveTo>
                    <a:pt x="47" y="0"/>
                  </a:moveTo>
                  <a:cubicBezTo>
                    <a:pt x="46" y="0"/>
                    <a:pt x="43" y="1"/>
                    <a:pt x="44" y="2"/>
                  </a:cubicBezTo>
                  <a:cubicBezTo>
                    <a:pt x="44" y="3"/>
                    <a:pt x="43" y="4"/>
                    <a:pt x="41" y="4"/>
                  </a:cubicBezTo>
                  <a:cubicBezTo>
                    <a:pt x="41" y="4"/>
                    <a:pt x="35" y="3"/>
                    <a:pt x="33" y="2"/>
                  </a:cubicBezTo>
                  <a:cubicBezTo>
                    <a:pt x="31" y="2"/>
                    <a:pt x="26" y="2"/>
                    <a:pt x="23" y="2"/>
                  </a:cubicBezTo>
                  <a:cubicBezTo>
                    <a:pt x="23" y="2"/>
                    <a:pt x="23" y="3"/>
                    <a:pt x="23" y="3"/>
                  </a:cubicBezTo>
                  <a:cubicBezTo>
                    <a:pt x="22" y="4"/>
                    <a:pt x="17" y="6"/>
                    <a:pt x="16" y="6"/>
                  </a:cubicBezTo>
                  <a:cubicBezTo>
                    <a:pt x="15" y="5"/>
                    <a:pt x="14" y="8"/>
                    <a:pt x="12" y="8"/>
                  </a:cubicBezTo>
                  <a:cubicBezTo>
                    <a:pt x="10" y="8"/>
                    <a:pt x="7" y="8"/>
                    <a:pt x="7" y="9"/>
                  </a:cubicBezTo>
                  <a:cubicBezTo>
                    <a:pt x="7" y="9"/>
                    <a:pt x="6" y="12"/>
                    <a:pt x="4" y="13"/>
                  </a:cubicBezTo>
                  <a:cubicBezTo>
                    <a:pt x="3" y="14"/>
                    <a:pt x="4" y="15"/>
                    <a:pt x="3" y="16"/>
                  </a:cubicBezTo>
                  <a:cubicBezTo>
                    <a:pt x="2" y="16"/>
                    <a:pt x="1" y="18"/>
                    <a:pt x="0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3" y="21"/>
                    <a:pt x="5" y="24"/>
                    <a:pt x="5" y="26"/>
                  </a:cubicBezTo>
                  <a:cubicBezTo>
                    <a:pt x="4" y="29"/>
                    <a:pt x="8" y="30"/>
                    <a:pt x="10" y="28"/>
                  </a:cubicBezTo>
                  <a:cubicBezTo>
                    <a:pt x="12" y="26"/>
                    <a:pt x="17" y="29"/>
                    <a:pt x="17" y="30"/>
                  </a:cubicBezTo>
                  <a:cubicBezTo>
                    <a:pt x="17" y="32"/>
                    <a:pt x="12" y="29"/>
                    <a:pt x="9" y="31"/>
                  </a:cubicBezTo>
                  <a:cubicBezTo>
                    <a:pt x="6" y="33"/>
                    <a:pt x="11" y="35"/>
                    <a:pt x="10" y="37"/>
                  </a:cubicBezTo>
                  <a:cubicBezTo>
                    <a:pt x="10" y="40"/>
                    <a:pt x="12" y="43"/>
                    <a:pt x="14" y="43"/>
                  </a:cubicBezTo>
                  <a:cubicBezTo>
                    <a:pt x="17" y="42"/>
                    <a:pt x="20" y="47"/>
                    <a:pt x="21" y="46"/>
                  </a:cubicBezTo>
                  <a:cubicBezTo>
                    <a:pt x="23" y="45"/>
                    <a:pt x="19" y="39"/>
                    <a:pt x="20" y="38"/>
                  </a:cubicBezTo>
                  <a:cubicBezTo>
                    <a:pt x="20" y="38"/>
                    <a:pt x="24" y="40"/>
                    <a:pt x="25" y="38"/>
                  </a:cubicBezTo>
                  <a:cubicBezTo>
                    <a:pt x="27" y="36"/>
                    <a:pt x="24" y="35"/>
                    <a:pt x="22" y="35"/>
                  </a:cubicBezTo>
                  <a:cubicBezTo>
                    <a:pt x="19" y="35"/>
                    <a:pt x="22" y="32"/>
                    <a:pt x="24" y="34"/>
                  </a:cubicBezTo>
                  <a:cubicBezTo>
                    <a:pt x="27" y="35"/>
                    <a:pt x="28" y="33"/>
                    <a:pt x="30" y="33"/>
                  </a:cubicBezTo>
                  <a:cubicBezTo>
                    <a:pt x="31" y="33"/>
                    <a:pt x="31" y="28"/>
                    <a:pt x="27" y="27"/>
                  </a:cubicBezTo>
                  <a:cubicBezTo>
                    <a:pt x="23" y="26"/>
                    <a:pt x="24" y="30"/>
                    <a:pt x="21" y="27"/>
                  </a:cubicBezTo>
                  <a:cubicBezTo>
                    <a:pt x="18" y="25"/>
                    <a:pt x="24" y="26"/>
                    <a:pt x="24" y="23"/>
                  </a:cubicBezTo>
                  <a:cubicBezTo>
                    <a:pt x="24" y="21"/>
                    <a:pt x="19" y="18"/>
                    <a:pt x="17" y="15"/>
                  </a:cubicBezTo>
                  <a:cubicBezTo>
                    <a:pt x="15" y="12"/>
                    <a:pt x="20" y="11"/>
                    <a:pt x="21" y="13"/>
                  </a:cubicBezTo>
                  <a:cubicBezTo>
                    <a:pt x="22" y="15"/>
                    <a:pt x="25" y="15"/>
                    <a:pt x="27" y="14"/>
                  </a:cubicBezTo>
                  <a:cubicBezTo>
                    <a:pt x="29" y="13"/>
                    <a:pt x="25" y="9"/>
                    <a:pt x="29" y="8"/>
                  </a:cubicBezTo>
                  <a:cubicBezTo>
                    <a:pt x="32" y="7"/>
                    <a:pt x="32" y="9"/>
                    <a:pt x="33" y="10"/>
                  </a:cubicBezTo>
                  <a:cubicBezTo>
                    <a:pt x="34" y="10"/>
                    <a:pt x="35" y="7"/>
                    <a:pt x="39" y="7"/>
                  </a:cubicBezTo>
                  <a:cubicBezTo>
                    <a:pt x="41" y="7"/>
                    <a:pt x="42" y="8"/>
                    <a:pt x="44" y="9"/>
                  </a:cubicBezTo>
                  <a:cubicBezTo>
                    <a:pt x="45" y="8"/>
                    <a:pt x="46" y="8"/>
                    <a:pt x="46" y="7"/>
                  </a:cubicBezTo>
                  <a:cubicBezTo>
                    <a:pt x="46" y="6"/>
                    <a:pt x="48" y="5"/>
                    <a:pt x="48" y="3"/>
                  </a:cubicBezTo>
                  <a:cubicBezTo>
                    <a:pt x="48" y="2"/>
                    <a:pt x="48" y="1"/>
                    <a:pt x="47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5" name="Freeform 1285">
              <a:extLst>
                <a:ext uri="{FF2B5EF4-FFF2-40B4-BE49-F238E27FC236}">
                  <a16:creationId xmlns:a16="http://schemas.microsoft.com/office/drawing/2014/main" id="{B02FD4E8-2A2C-2E14-6BDA-8CA9F2995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7368" y="3246263"/>
              <a:ext cx="74607" cy="53972"/>
            </a:xfrm>
            <a:custGeom>
              <a:avLst/>
              <a:gdLst>
                <a:gd name="T0" fmla="*/ 13 w 20"/>
                <a:gd name="T1" fmla="*/ 9 h 14"/>
                <a:gd name="T2" fmla="*/ 17 w 20"/>
                <a:gd name="T3" fmla="*/ 4 h 14"/>
                <a:gd name="T4" fmla="*/ 17 w 20"/>
                <a:gd name="T5" fmla="*/ 2 h 14"/>
                <a:gd name="T6" fmla="*/ 6 w 20"/>
                <a:gd name="T7" fmla="*/ 5 h 14"/>
                <a:gd name="T8" fmla="*/ 3 w 20"/>
                <a:gd name="T9" fmla="*/ 11 h 14"/>
                <a:gd name="T10" fmla="*/ 13 w 20"/>
                <a:gd name="T1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4">
                  <a:moveTo>
                    <a:pt x="13" y="9"/>
                  </a:moveTo>
                  <a:cubicBezTo>
                    <a:pt x="13" y="7"/>
                    <a:pt x="15" y="5"/>
                    <a:pt x="17" y="4"/>
                  </a:cubicBezTo>
                  <a:cubicBezTo>
                    <a:pt x="20" y="2"/>
                    <a:pt x="19" y="0"/>
                    <a:pt x="17" y="2"/>
                  </a:cubicBezTo>
                  <a:cubicBezTo>
                    <a:pt x="16" y="4"/>
                    <a:pt x="12" y="5"/>
                    <a:pt x="6" y="5"/>
                  </a:cubicBezTo>
                  <a:cubicBezTo>
                    <a:pt x="1" y="6"/>
                    <a:pt x="0" y="9"/>
                    <a:pt x="3" y="11"/>
                  </a:cubicBezTo>
                  <a:cubicBezTo>
                    <a:pt x="7" y="14"/>
                    <a:pt x="14" y="10"/>
                    <a:pt x="13" y="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7" name="Freeform 1287">
              <a:extLst>
                <a:ext uri="{FF2B5EF4-FFF2-40B4-BE49-F238E27FC236}">
                  <a16:creationId xmlns:a16="http://schemas.microsoft.com/office/drawing/2014/main" id="{D0E4FA91-82CF-DA27-85E1-8CD7CD977F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72083" y="2358899"/>
              <a:ext cx="280965" cy="423840"/>
            </a:xfrm>
            <a:custGeom>
              <a:avLst/>
              <a:gdLst>
                <a:gd name="T0" fmla="*/ 52 w 75"/>
                <a:gd name="T1" fmla="*/ 1 h 113"/>
                <a:gd name="T2" fmla="*/ 9 w 75"/>
                <a:gd name="T3" fmla="*/ 32 h 113"/>
                <a:gd name="T4" fmla="*/ 9 w 75"/>
                <a:gd name="T5" fmla="*/ 32 h 113"/>
                <a:gd name="T6" fmla="*/ 67 w 75"/>
                <a:gd name="T7" fmla="*/ 83 h 113"/>
                <a:gd name="T8" fmla="*/ 63 w 75"/>
                <a:gd name="T9" fmla="*/ 79 h 113"/>
                <a:gd name="T10" fmla="*/ 55 w 75"/>
                <a:gd name="T11" fmla="*/ 66 h 113"/>
                <a:gd name="T12" fmla="*/ 45 w 75"/>
                <a:gd name="T13" fmla="*/ 53 h 113"/>
                <a:gd name="T14" fmla="*/ 41 w 75"/>
                <a:gd name="T15" fmla="*/ 47 h 113"/>
                <a:gd name="T16" fmla="*/ 33 w 75"/>
                <a:gd name="T17" fmla="*/ 34 h 113"/>
                <a:gd name="T18" fmla="*/ 36 w 75"/>
                <a:gd name="T19" fmla="*/ 25 h 113"/>
                <a:gd name="T20" fmla="*/ 34 w 75"/>
                <a:gd name="T21" fmla="*/ 24 h 113"/>
                <a:gd name="T22" fmla="*/ 21 w 75"/>
                <a:gd name="T23" fmla="*/ 30 h 113"/>
                <a:gd name="T24" fmla="*/ 16 w 75"/>
                <a:gd name="T25" fmla="*/ 37 h 113"/>
                <a:gd name="T26" fmla="*/ 17 w 75"/>
                <a:gd name="T27" fmla="*/ 40 h 113"/>
                <a:gd name="T28" fmla="*/ 18 w 75"/>
                <a:gd name="T29" fmla="*/ 50 h 113"/>
                <a:gd name="T30" fmla="*/ 17 w 75"/>
                <a:gd name="T31" fmla="*/ 52 h 113"/>
                <a:gd name="T32" fmla="*/ 25 w 75"/>
                <a:gd name="T33" fmla="*/ 51 h 113"/>
                <a:gd name="T34" fmla="*/ 23 w 75"/>
                <a:gd name="T35" fmla="*/ 63 h 113"/>
                <a:gd name="T36" fmla="*/ 35 w 75"/>
                <a:gd name="T37" fmla="*/ 65 h 113"/>
                <a:gd name="T38" fmla="*/ 38 w 75"/>
                <a:gd name="T39" fmla="*/ 72 h 113"/>
                <a:gd name="T40" fmla="*/ 30 w 75"/>
                <a:gd name="T41" fmla="*/ 79 h 113"/>
                <a:gd name="T42" fmla="*/ 26 w 75"/>
                <a:gd name="T43" fmla="*/ 85 h 113"/>
                <a:gd name="T44" fmla="*/ 23 w 75"/>
                <a:gd name="T45" fmla="*/ 93 h 113"/>
                <a:gd name="T46" fmla="*/ 30 w 75"/>
                <a:gd name="T47" fmla="*/ 97 h 113"/>
                <a:gd name="T48" fmla="*/ 39 w 75"/>
                <a:gd name="T49" fmla="*/ 100 h 113"/>
                <a:gd name="T50" fmla="*/ 21 w 75"/>
                <a:gd name="T51" fmla="*/ 112 h 113"/>
                <a:gd name="T52" fmla="*/ 32 w 75"/>
                <a:gd name="T53" fmla="*/ 110 h 113"/>
                <a:gd name="T54" fmla="*/ 41 w 75"/>
                <a:gd name="T55" fmla="*/ 106 h 113"/>
                <a:gd name="T56" fmla="*/ 52 w 75"/>
                <a:gd name="T57" fmla="*/ 106 h 113"/>
                <a:gd name="T58" fmla="*/ 71 w 75"/>
                <a:gd name="T59" fmla="*/ 100 h 113"/>
                <a:gd name="T60" fmla="*/ 68 w 75"/>
                <a:gd name="T61" fmla="*/ 94 h 113"/>
                <a:gd name="T62" fmla="*/ 14 w 75"/>
                <a:gd name="T63" fmla="*/ 60 h 113"/>
                <a:gd name="T64" fmla="*/ 3 w 75"/>
                <a:gd name="T65" fmla="*/ 66 h 113"/>
                <a:gd name="T66" fmla="*/ 6 w 75"/>
                <a:gd name="T67" fmla="*/ 71 h 113"/>
                <a:gd name="T68" fmla="*/ 13 w 75"/>
                <a:gd name="T69" fmla="*/ 72 h 113"/>
                <a:gd name="T70" fmla="*/ 14 w 75"/>
                <a:gd name="T71" fmla="*/ 6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5" h="113">
                  <a:moveTo>
                    <a:pt x="51" y="9"/>
                  </a:moveTo>
                  <a:cubicBezTo>
                    <a:pt x="53" y="7"/>
                    <a:pt x="55" y="0"/>
                    <a:pt x="52" y="1"/>
                  </a:cubicBezTo>
                  <a:cubicBezTo>
                    <a:pt x="49" y="1"/>
                    <a:pt x="50" y="10"/>
                    <a:pt x="51" y="9"/>
                  </a:cubicBezTo>
                  <a:moveTo>
                    <a:pt x="9" y="32"/>
                  </a:moveTo>
                  <a:cubicBezTo>
                    <a:pt x="12" y="32"/>
                    <a:pt x="15" y="27"/>
                    <a:pt x="13" y="26"/>
                  </a:cubicBezTo>
                  <a:cubicBezTo>
                    <a:pt x="12" y="25"/>
                    <a:pt x="6" y="33"/>
                    <a:pt x="9" y="32"/>
                  </a:cubicBezTo>
                  <a:moveTo>
                    <a:pt x="74" y="87"/>
                  </a:moveTo>
                  <a:cubicBezTo>
                    <a:pt x="75" y="84"/>
                    <a:pt x="67" y="82"/>
                    <a:pt x="67" y="83"/>
                  </a:cubicBezTo>
                  <a:cubicBezTo>
                    <a:pt x="66" y="85"/>
                    <a:pt x="64" y="85"/>
                    <a:pt x="63" y="83"/>
                  </a:cubicBezTo>
                  <a:cubicBezTo>
                    <a:pt x="62" y="81"/>
                    <a:pt x="64" y="79"/>
                    <a:pt x="63" y="79"/>
                  </a:cubicBezTo>
                  <a:cubicBezTo>
                    <a:pt x="62" y="79"/>
                    <a:pt x="60" y="76"/>
                    <a:pt x="60" y="75"/>
                  </a:cubicBezTo>
                  <a:cubicBezTo>
                    <a:pt x="61" y="74"/>
                    <a:pt x="59" y="67"/>
                    <a:pt x="55" y="66"/>
                  </a:cubicBezTo>
                  <a:cubicBezTo>
                    <a:pt x="51" y="65"/>
                    <a:pt x="51" y="60"/>
                    <a:pt x="50" y="57"/>
                  </a:cubicBezTo>
                  <a:cubicBezTo>
                    <a:pt x="49" y="54"/>
                    <a:pt x="47" y="56"/>
                    <a:pt x="45" y="53"/>
                  </a:cubicBezTo>
                  <a:cubicBezTo>
                    <a:pt x="43" y="51"/>
                    <a:pt x="40" y="52"/>
                    <a:pt x="38" y="52"/>
                  </a:cubicBezTo>
                  <a:cubicBezTo>
                    <a:pt x="37" y="52"/>
                    <a:pt x="38" y="49"/>
                    <a:pt x="41" y="47"/>
                  </a:cubicBezTo>
                  <a:cubicBezTo>
                    <a:pt x="44" y="46"/>
                    <a:pt x="47" y="36"/>
                    <a:pt x="47" y="35"/>
                  </a:cubicBezTo>
                  <a:cubicBezTo>
                    <a:pt x="47" y="33"/>
                    <a:pt x="35" y="33"/>
                    <a:pt x="33" y="34"/>
                  </a:cubicBezTo>
                  <a:cubicBezTo>
                    <a:pt x="31" y="35"/>
                    <a:pt x="29" y="32"/>
                    <a:pt x="30" y="31"/>
                  </a:cubicBezTo>
                  <a:cubicBezTo>
                    <a:pt x="32" y="31"/>
                    <a:pt x="36" y="27"/>
                    <a:pt x="36" y="25"/>
                  </a:cubicBezTo>
                  <a:cubicBezTo>
                    <a:pt x="36" y="24"/>
                    <a:pt x="39" y="22"/>
                    <a:pt x="37" y="21"/>
                  </a:cubicBezTo>
                  <a:cubicBezTo>
                    <a:pt x="36" y="20"/>
                    <a:pt x="35" y="23"/>
                    <a:pt x="34" y="24"/>
                  </a:cubicBezTo>
                  <a:cubicBezTo>
                    <a:pt x="32" y="25"/>
                    <a:pt x="29" y="25"/>
                    <a:pt x="26" y="24"/>
                  </a:cubicBezTo>
                  <a:cubicBezTo>
                    <a:pt x="22" y="23"/>
                    <a:pt x="21" y="28"/>
                    <a:pt x="21" y="30"/>
                  </a:cubicBezTo>
                  <a:cubicBezTo>
                    <a:pt x="21" y="32"/>
                    <a:pt x="17" y="34"/>
                    <a:pt x="18" y="35"/>
                  </a:cubicBezTo>
                  <a:cubicBezTo>
                    <a:pt x="19" y="37"/>
                    <a:pt x="17" y="38"/>
                    <a:pt x="16" y="37"/>
                  </a:cubicBezTo>
                  <a:cubicBezTo>
                    <a:pt x="15" y="36"/>
                    <a:pt x="14" y="34"/>
                    <a:pt x="12" y="36"/>
                  </a:cubicBezTo>
                  <a:cubicBezTo>
                    <a:pt x="9" y="38"/>
                    <a:pt x="14" y="40"/>
                    <a:pt x="17" y="40"/>
                  </a:cubicBezTo>
                  <a:cubicBezTo>
                    <a:pt x="20" y="40"/>
                    <a:pt x="15" y="43"/>
                    <a:pt x="14" y="46"/>
                  </a:cubicBezTo>
                  <a:cubicBezTo>
                    <a:pt x="14" y="49"/>
                    <a:pt x="18" y="47"/>
                    <a:pt x="18" y="50"/>
                  </a:cubicBezTo>
                  <a:cubicBezTo>
                    <a:pt x="18" y="52"/>
                    <a:pt x="12" y="52"/>
                    <a:pt x="12" y="54"/>
                  </a:cubicBezTo>
                  <a:cubicBezTo>
                    <a:pt x="12" y="56"/>
                    <a:pt x="16" y="53"/>
                    <a:pt x="17" y="52"/>
                  </a:cubicBezTo>
                  <a:cubicBezTo>
                    <a:pt x="19" y="51"/>
                    <a:pt x="16" y="57"/>
                    <a:pt x="20" y="57"/>
                  </a:cubicBezTo>
                  <a:cubicBezTo>
                    <a:pt x="24" y="56"/>
                    <a:pt x="23" y="51"/>
                    <a:pt x="25" y="51"/>
                  </a:cubicBezTo>
                  <a:cubicBezTo>
                    <a:pt x="26" y="51"/>
                    <a:pt x="24" y="54"/>
                    <a:pt x="25" y="56"/>
                  </a:cubicBezTo>
                  <a:cubicBezTo>
                    <a:pt x="26" y="58"/>
                    <a:pt x="22" y="62"/>
                    <a:pt x="23" y="63"/>
                  </a:cubicBezTo>
                  <a:cubicBezTo>
                    <a:pt x="23" y="65"/>
                    <a:pt x="31" y="65"/>
                    <a:pt x="33" y="62"/>
                  </a:cubicBezTo>
                  <a:cubicBezTo>
                    <a:pt x="36" y="60"/>
                    <a:pt x="37" y="63"/>
                    <a:pt x="35" y="65"/>
                  </a:cubicBezTo>
                  <a:cubicBezTo>
                    <a:pt x="33" y="67"/>
                    <a:pt x="34" y="68"/>
                    <a:pt x="36" y="69"/>
                  </a:cubicBezTo>
                  <a:cubicBezTo>
                    <a:pt x="39" y="70"/>
                    <a:pt x="39" y="70"/>
                    <a:pt x="38" y="72"/>
                  </a:cubicBezTo>
                  <a:cubicBezTo>
                    <a:pt x="37" y="74"/>
                    <a:pt x="38" y="77"/>
                    <a:pt x="38" y="79"/>
                  </a:cubicBezTo>
                  <a:cubicBezTo>
                    <a:pt x="37" y="80"/>
                    <a:pt x="30" y="80"/>
                    <a:pt x="30" y="79"/>
                  </a:cubicBezTo>
                  <a:cubicBezTo>
                    <a:pt x="30" y="78"/>
                    <a:pt x="27" y="79"/>
                    <a:pt x="28" y="80"/>
                  </a:cubicBezTo>
                  <a:cubicBezTo>
                    <a:pt x="29" y="82"/>
                    <a:pt x="25" y="83"/>
                    <a:pt x="26" y="85"/>
                  </a:cubicBezTo>
                  <a:cubicBezTo>
                    <a:pt x="26" y="86"/>
                    <a:pt x="30" y="86"/>
                    <a:pt x="30" y="88"/>
                  </a:cubicBezTo>
                  <a:cubicBezTo>
                    <a:pt x="30" y="89"/>
                    <a:pt x="27" y="91"/>
                    <a:pt x="23" y="93"/>
                  </a:cubicBezTo>
                  <a:cubicBezTo>
                    <a:pt x="19" y="94"/>
                    <a:pt x="24" y="97"/>
                    <a:pt x="26" y="96"/>
                  </a:cubicBezTo>
                  <a:cubicBezTo>
                    <a:pt x="28" y="94"/>
                    <a:pt x="27" y="97"/>
                    <a:pt x="30" y="97"/>
                  </a:cubicBezTo>
                  <a:cubicBezTo>
                    <a:pt x="33" y="97"/>
                    <a:pt x="35" y="99"/>
                    <a:pt x="38" y="98"/>
                  </a:cubicBezTo>
                  <a:cubicBezTo>
                    <a:pt x="41" y="97"/>
                    <a:pt x="41" y="98"/>
                    <a:pt x="39" y="100"/>
                  </a:cubicBezTo>
                  <a:cubicBezTo>
                    <a:pt x="36" y="101"/>
                    <a:pt x="33" y="99"/>
                    <a:pt x="30" y="101"/>
                  </a:cubicBezTo>
                  <a:cubicBezTo>
                    <a:pt x="28" y="102"/>
                    <a:pt x="19" y="110"/>
                    <a:pt x="21" y="112"/>
                  </a:cubicBezTo>
                  <a:cubicBezTo>
                    <a:pt x="22" y="113"/>
                    <a:pt x="23" y="111"/>
                    <a:pt x="26" y="109"/>
                  </a:cubicBezTo>
                  <a:cubicBezTo>
                    <a:pt x="30" y="108"/>
                    <a:pt x="30" y="110"/>
                    <a:pt x="32" y="110"/>
                  </a:cubicBezTo>
                  <a:cubicBezTo>
                    <a:pt x="34" y="111"/>
                    <a:pt x="34" y="107"/>
                    <a:pt x="35" y="107"/>
                  </a:cubicBezTo>
                  <a:cubicBezTo>
                    <a:pt x="37" y="107"/>
                    <a:pt x="38" y="106"/>
                    <a:pt x="41" y="106"/>
                  </a:cubicBezTo>
                  <a:cubicBezTo>
                    <a:pt x="43" y="107"/>
                    <a:pt x="45" y="106"/>
                    <a:pt x="46" y="105"/>
                  </a:cubicBezTo>
                  <a:cubicBezTo>
                    <a:pt x="48" y="104"/>
                    <a:pt x="51" y="107"/>
                    <a:pt x="52" y="106"/>
                  </a:cubicBezTo>
                  <a:cubicBezTo>
                    <a:pt x="53" y="105"/>
                    <a:pt x="58" y="104"/>
                    <a:pt x="61" y="104"/>
                  </a:cubicBezTo>
                  <a:cubicBezTo>
                    <a:pt x="63" y="105"/>
                    <a:pt x="69" y="102"/>
                    <a:pt x="71" y="100"/>
                  </a:cubicBezTo>
                  <a:cubicBezTo>
                    <a:pt x="73" y="99"/>
                    <a:pt x="70" y="98"/>
                    <a:pt x="68" y="99"/>
                  </a:cubicBezTo>
                  <a:cubicBezTo>
                    <a:pt x="66" y="99"/>
                    <a:pt x="66" y="97"/>
                    <a:pt x="68" y="94"/>
                  </a:cubicBezTo>
                  <a:cubicBezTo>
                    <a:pt x="71" y="92"/>
                    <a:pt x="74" y="91"/>
                    <a:pt x="74" y="87"/>
                  </a:cubicBezTo>
                  <a:moveTo>
                    <a:pt x="14" y="60"/>
                  </a:moveTo>
                  <a:cubicBezTo>
                    <a:pt x="12" y="58"/>
                    <a:pt x="8" y="62"/>
                    <a:pt x="5" y="62"/>
                  </a:cubicBezTo>
                  <a:cubicBezTo>
                    <a:pt x="5" y="64"/>
                    <a:pt x="4" y="65"/>
                    <a:pt x="3" y="66"/>
                  </a:cubicBezTo>
                  <a:cubicBezTo>
                    <a:pt x="2" y="67"/>
                    <a:pt x="0" y="70"/>
                    <a:pt x="2" y="70"/>
                  </a:cubicBezTo>
                  <a:cubicBezTo>
                    <a:pt x="3" y="70"/>
                    <a:pt x="6" y="73"/>
                    <a:pt x="6" y="71"/>
                  </a:cubicBezTo>
                  <a:cubicBezTo>
                    <a:pt x="7" y="69"/>
                    <a:pt x="8" y="67"/>
                    <a:pt x="10" y="70"/>
                  </a:cubicBezTo>
                  <a:cubicBezTo>
                    <a:pt x="11" y="71"/>
                    <a:pt x="12" y="71"/>
                    <a:pt x="13" y="72"/>
                  </a:cubicBezTo>
                  <a:cubicBezTo>
                    <a:pt x="13" y="71"/>
                    <a:pt x="17" y="70"/>
                    <a:pt x="19" y="68"/>
                  </a:cubicBezTo>
                  <a:cubicBezTo>
                    <a:pt x="21" y="66"/>
                    <a:pt x="18" y="63"/>
                    <a:pt x="14" y="6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8" name="Freeform 1289">
              <a:extLst>
                <a:ext uri="{FF2B5EF4-FFF2-40B4-BE49-F238E27FC236}">
                  <a16:creationId xmlns:a16="http://schemas.microsoft.com/office/drawing/2014/main" id="{52BC9126-AF6B-A6A5-6934-1C2A59B3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18134" y="2477955"/>
              <a:ext cx="134927" cy="131757"/>
            </a:xfrm>
            <a:custGeom>
              <a:avLst/>
              <a:gdLst>
                <a:gd name="T0" fmla="*/ 35 w 36"/>
                <a:gd name="T1" fmla="*/ 20 h 35"/>
                <a:gd name="T2" fmla="*/ 33 w 36"/>
                <a:gd name="T3" fmla="*/ 22 h 35"/>
                <a:gd name="T4" fmla="*/ 30 w 36"/>
                <a:gd name="T5" fmla="*/ 20 h 35"/>
                <a:gd name="T6" fmla="*/ 25 w 36"/>
                <a:gd name="T7" fmla="*/ 22 h 35"/>
                <a:gd name="T8" fmla="*/ 28 w 36"/>
                <a:gd name="T9" fmla="*/ 29 h 35"/>
                <a:gd name="T10" fmla="*/ 26 w 36"/>
                <a:gd name="T11" fmla="*/ 31 h 35"/>
                <a:gd name="T12" fmla="*/ 28 w 36"/>
                <a:gd name="T13" fmla="*/ 34 h 35"/>
                <a:gd name="T14" fmla="*/ 33 w 36"/>
                <a:gd name="T15" fmla="*/ 28 h 35"/>
                <a:gd name="T16" fmla="*/ 35 w 36"/>
                <a:gd name="T17" fmla="*/ 20 h 35"/>
                <a:gd name="T18" fmla="*/ 18 w 36"/>
                <a:gd name="T19" fmla="*/ 13 h 35"/>
                <a:gd name="T20" fmla="*/ 18 w 36"/>
                <a:gd name="T21" fmla="*/ 8 h 35"/>
                <a:gd name="T22" fmla="*/ 19 w 36"/>
                <a:gd name="T23" fmla="*/ 2 h 35"/>
                <a:gd name="T24" fmla="*/ 14 w 36"/>
                <a:gd name="T25" fmla="*/ 5 h 35"/>
                <a:gd name="T26" fmla="*/ 9 w 36"/>
                <a:gd name="T27" fmla="*/ 7 h 35"/>
                <a:gd name="T28" fmla="*/ 9 w 36"/>
                <a:gd name="T29" fmla="*/ 10 h 35"/>
                <a:gd name="T30" fmla="*/ 5 w 36"/>
                <a:gd name="T31" fmla="*/ 8 h 35"/>
                <a:gd name="T32" fmla="*/ 1 w 36"/>
                <a:gd name="T33" fmla="*/ 13 h 35"/>
                <a:gd name="T34" fmla="*/ 1 w 36"/>
                <a:gd name="T35" fmla="*/ 22 h 35"/>
                <a:gd name="T36" fmla="*/ 4 w 36"/>
                <a:gd name="T37" fmla="*/ 29 h 35"/>
                <a:gd name="T38" fmla="*/ 5 w 36"/>
                <a:gd name="T39" fmla="*/ 32 h 35"/>
                <a:gd name="T40" fmla="*/ 12 w 36"/>
                <a:gd name="T41" fmla="*/ 33 h 35"/>
                <a:gd name="T42" fmla="*/ 15 w 36"/>
                <a:gd name="T43" fmla="*/ 32 h 35"/>
                <a:gd name="T44" fmla="*/ 12 w 36"/>
                <a:gd name="T45" fmla="*/ 28 h 35"/>
                <a:gd name="T46" fmla="*/ 16 w 36"/>
                <a:gd name="T47" fmla="*/ 29 h 35"/>
                <a:gd name="T48" fmla="*/ 21 w 36"/>
                <a:gd name="T49" fmla="*/ 29 h 35"/>
                <a:gd name="T50" fmla="*/ 19 w 36"/>
                <a:gd name="T51" fmla="*/ 24 h 35"/>
                <a:gd name="T52" fmla="*/ 15 w 36"/>
                <a:gd name="T53" fmla="*/ 24 h 35"/>
                <a:gd name="T54" fmla="*/ 17 w 36"/>
                <a:gd name="T55" fmla="*/ 19 h 35"/>
                <a:gd name="T56" fmla="*/ 22 w 36"/>
                <a:gd name="T57" fmla="*/ 17 h 35"/>
                <a:gd name="T58" fmla="*/ 18 w 36"/>
                <a:gd name="T59" fmla="*/ 1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" h="35">
                  <a:moveTo>
                    <a:pt x="35" y="20"/>
                  </a:moveTo>
                  <a:cubicBezTo>
                    <a:pt x="34" y="19"/>
                    <a:pt x="34" y="22"/>
                    <a:pt x="33" y="22"/>
                  </a:cubicBezTo>
                  <a:cubicBezTo>
                    <a:pt x="32" y="22"/>
                    <a:pt x="30" y="18"/>
                    <a:pt x="30" y="20"/>
                  </a:cubicBezTo>
                  <a:cubicBezTo>
                    <a:pt x="30" y="22"/>
                    <a:pt x="27" y="19"/>
                    <a:pt x="25" y="22"/>
                  </a:cubicBezTo>
                  <a:cubicBezTo>
                    <a:pt x="23" y="25"/>
                    <a:pt x="26" y="28"/>
                    <a:pt x="28" y="29"/>
                  </a:cubicBezTo>
                  <a:cubicBezTo>
                    <a:pt x="30" y="30"/>
                    <a:pt x="28" y="31"/>
                    <a:pt x="26" y="31"/>
                  </a:cubicBezTo>
                  <a:cubicBezTo>
                    <a:pt x="24" y="31"/>
                    <a:pt x="25" y="34"/>
                    <a:pt x="28" y="34"/>
                  </a:cubicBezTo>
                  <a:cubicBezTo>
                    <a:pt x="31" y="35"/>
                    <a:pt x="34" y="29"/>
                    <a:pt x="33" y="28"/>
                  </a:cubicBezTo>
                  <a:cubicBezTo>
                    <a:pt x="33" y="27"/>
                    <a:pt x="36" y="21"/>
                    <a:pt x="35" y="20"/>
                  </a:cubicBezTo>
                  <a:moveTo>
                    <a:pt x="18" y="13"/>
                  </a:moveTo>
                  <a:cubicBezTo>
                    <a:pt x="17" y="13"/>
                    <a:pt x="17" y="9"/>
                    <a:pt x="18" y="8"/>
                  </a:cubicBezTo>
                  <a:cubicBezTo>
                    <a:pt x="19" y="7"/>
                    <a:pt x="20" y="3"/>
                    <a:pt x="19" y="2"/>
                  </a:cubicBezTo>
                  <a:cubicBezTo>
                    <a:pt x="18" y="0"/>
                    <a:pt x="14" y="2"/>
                    <a:pt x="14" y="5"/>
                  </a:cubicBezTo>
                  <a:cubicBezTo>
                    <a:pt x="13" y="8"/>
                    <a:pt x="10" y="6"/>
                    <a:pt x="9" y="7"/>
                  </a:cubicBezTo>
                  <a:cubicBezTo>
                    <a:pt x="8" y="8"/>
                    <a:pt x="11" y="9"/>
                    <a:pt x="9" y="10"/>
                  </a:cubicBezTo>
                  <a:cubicBezTo>
                    <a:pt x="8" y="12"/>
                    <a:pt x="7" y="8"/>
                    <a:pt x="5" y="8"/>
                  </a:cubicBezTo>
                  <a:cubicBezTo>
                    <a:pt x="3" y="8"/>
                    <a:pt x="3" y="12"/>
                    <a:pt x="1" y="13"/>
                  </a:cubicBezTo>
                  <a:cubicBezTo>
                    <a:pt x="0" y="15"/>
                    <a:pt x="1" y="19"/>
                    <a:pt x="1" y="22"/>
                  </a:cubicBezTo>
                  <a:cubicBezTo>
                    <a:pt x="2" y="25"/>
                    <a:pt x="5" y="26"/>
                    <a:pt x="4" y="29"/>
                  </a:cubicBezTo>
                  <a:cubicBezTo>
                    <a:pt x="4" y="30"/>
                    <a:pt x="5" y="31"/>
                    <a:pt x="5" y="32"/>
                  </a:cubicBezTo>
                  <a:cubicBezTo>
                    <a:pt x="8" y="32"/>
                    <a:pt x="11" y="32"/>
                    <a:pt x="12" y="33"/>
                  </a:cubicBezTo>
                  <a:cubicBezTo>
                    <a:pt x="13" y="33"/>
                    <a:pt x="14" y="33"/>
                    <a:pt x="15" y="32"/>
                  </a:cubicBezTo>
                  <a:cubicBezTo>
                    <a:pt x="14" y="31"/>
                    <a:pt x="12" y="30"/>
                    <a:pt x="12" y="28"/>
                  </a:cubicBezTo>
                  <a:cubicBezTo>
                    <a:pt x="12" y="27"/>
                    <a:pt x="14" y="28"/>
                    <a:pt x="16" y="29"/>
                  </a:cubicBezTo>
                  <a:cubicBezTo>
                    <a:pt x="17" y="31"/>
                    <a:pt x="21" y="31"/>
                    <a:pt x="21" y="29"/>
                  </a:cubicBezTo>
                  <a:cubicBezTo>
                    <a:pt x="21" y="28"/>
                    <a:pt x="21" y="23"/>
                    <a:pt x="19" y="24"/>
                  </a:cubicBezTo>
                  <a:cubicBezTo>
                    <a:pt x="16" y="26"/>
                    <a:pt x="16" y="25"/>
                    <a:pt x="15" y="24"/>
                  </a:cubicBezTo>
                  <a:cubicBezTo>
                    <a:pt x="14" y="23"/>
                    <a:pt x="17" y="21"/>
                    <a:pt x="17" y="19"/>
                  </a:cubicBezTo>
                  <a:cubicBezTo>
                    <a:pt x="18" y="18"/>
                    <a:pt x="21" y="18"/>
                    <a:pt x="22" y="17"/>
                  </a:cubicBezTo>
                  <a:cubicBezTo>
                    <a:pt x="22" y="15"/>
                    <a:pt x="19" y="14"/>
                    <a:pt x="18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0" name="Freeform 1292">
              <a:extLst>
                <a:ext uri="{FF2B5EF4-FFF2-40B4-BE49-F238E27FC236}">
                  <a16:creationId xmlns:a16="http://schemas.microsoft.com/office/drawing/2014/main" id="{CB5D49F1-AFEA-627D-87B3-506F328280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08614" y="1976332"/>
              <a:ext cx="344460" cy="603217"/>
            </a:xfrm>
            <a:custGeom>
              <a:avLst/>
              <a:gdLst>
                <a:gd name="T0" fmla="*/ 49 w 92"/>
                <a:gd name="T1" fmla="*/ 144 h 161"/>
                <a:gd name="T2" fmla="*/ 91 w 92"/>
                <a:gd name="T3" fmla="*/ 38 h 161"/>
                <a:gd name="T4" fmla="*/ 90 w 92"/>
                <a:gd name="T5" fmla="*/ 28 h 161"/>
                <a:gd name="T6" fmla="*/ 88 w 92"/>
                <a:gd name="T7" fmla="*/ 15 h 161"/>
                <a:gd name="T8" fmla="*/ 69 w 92"/>
                <a:gd name="T9" fmla="*/ 2 h 161"/>
                <a:gd name="T10" fmla="*/ 60 w 92"/>
                <a:gd name="T11" fmla="*/ 9 h 161"/>
                <a:gd name="T12" fmla="*/ 50 w 92"/>
                <a:gd name="T13" fmla="*/ 13 h 161"/>
                <a:gd name="T14" fmla="*/ 39 w 92"/>
                <a:gd name="T15" fmla="*/ 19 h 161"/>
                <a:gd name="T16" fmla="*/ 35 w 92"/>
                <a:gd name="T17" fmla="*/ 28 h 161"/>
                <a:gd name="T18" fmla="*/ 30 w 92"/>
                <a:gd name="T19" fmla="*/ 38 h 161"/>
                <a:gd name="T20" fmla="*/ 24 w 92"/>
                <a:gd name="T21" fmla="*/ 46 h 161"/>
                <a:gd name="T22" fmla="*/ 21 w 92"/>
                <a:gd name="T23" fmla="*/ 59 h 161"/>
                <a:gd name="T24" fmla="*/ 16 w 92"/>
                <a:gd name="T25" fmla="*/ 64 h 161"/>
                <a:gd name="T26" fmla="*/ 8 w 92"/>
                <a:gd name="T27" fmla="*/ 76 h 161"/>
                <a:gd name="T28" fmla="*/ 7 w 92"/>
                <a:gd name="T29" fmla="*/ 91 h 161"/>
                <a:gd name="T30" fmla="*/ 9 w 92"/>
                <a:gd name="T31" fmla="*/ 100 h 161"/>
                <a:gd name="T32" fmla="*/ 10 w 92"/>
                <a:gd name="T33" fmla="*/ 110 h 161"/>
                <a:gd name="T34" fmla="*/ 4 w 92"/>
                <a:gd name="T35" fmla="*/ 118 h 161"/>
                <a:gd name="T36" fmla="*/ 0 w 92"/>
                <a:gd name="T37" fmla="*/ 122 h 161"/>
                <a:gd name="T38" fmla="*/ 3 w 92"/>
                <a:gd name="T39" fmla="*/ 131 h 161"/>
                <a:gd name="T40" fmla="*/ 10 w 92"/>
                <a:gd name="T41" fmla="*/ 145 h 161"/>
                <a:gd name="T42" fmla="*/ 13 w 92"/>
                <a:gd name="T43" fmla="*/ 154 h 161"/>
                <a:gd name="T44" fmla="*/ 19 w 92"/>
                <a:gd name="T45" fmla="*/ 160 h 161"/>
                <a:gd name="T46" fmla="*/ 24 w 92"/>
                <a:gd name="T47" fmla="*/ 153 h 161"/>
                <a:gd name="T48" fmla="*/ 35 w 92"/>
                <a:gd name="T49" fmla="*/ 149 h 161"/>
                <a:gd name="T50" fmla="*/ 41 w 92"/>
                <a:gd name="T51" fmla="*/ 143 h 161"/>
                <a:gd name="T52" fmla="*/ 39 w 92"/>
                <a:gd name="T53" fmla="*/ 139 h 161"/>
                <a:gd name="T54" fmla="*/ 44 w 92"/>
                <a:gd name="T55" fmla="*/ 124 h 161"/>
                <a:gd name="T56" fmla="*/ 55 w 92"/>
                <a:gd name="T57" fmla="*/ 112 h 161"/>
                <a:gd name="T58" fmla="*/ 43 w 92"/>
                <a:gd name="T59" fmla="*/ 102 h 161"/>
                <a:gd name="T60" fmla="*/ 45 w 92"/>
                <a:gd name="T61" fmla="*/ 87 h 161"/>
                <a:gd name="T62" fmla="*/ 50 w 92"/>
                <a:gd name="T63" fmla="*/ 78 h 161"/>
                <a:gd name="T64" fmla="*/ 62 w 92"/>
                <a:gd name="T65" fmla="*/ 68 h 161"/>
                <a:gd name="T66" fmla="*/ 73 w 92"/>
                <a:gd name="T67" fmla="*/ 52 h 161"/>
                <a:gd name="T68" fmla="*/ 81 w 92"/>
                <a:gd name="T69" fmla="*/ 43 h 161"/>
                <a:gd name="T70" fmla="*/ 92 w 92"/>
                <a:gd name="T71" fmla="*/ 42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2" h="161">
                  <a:moveTo>
                    <a:pt x="54" y="134"/>
                  </a:moveTo>
                  <a:cubicBezTo>
                    <a:pt x="50" y="134"/>
                    <a:pt x="48" y="143"/>
                    <a:pt x="49" y="144"/>
                  </a:cubicBezTo>
                  <a:cubicBezTo>
                    <a:pt x="50" y="145"/>
                    <a:pt x="59" y="134"/>
                    <a:pt x="54" y="134"/>
                  </a:cubicBezTo>
                  <a:moveTo>
                    <a:pt x="91" y="38"/>
                  </a:moveTo>
                  <a:cubicBezTo>
                    <a:pt x="90" y="37"/>
                    <a:pt x="88" y="35"/>
                    <a:pt x="90" y="35"/>
                  </a:cubicBezTo>
                  <a:cubicBezTo>
                    <a:pt x="92" y="35"/>
                    <a:pt x="92" y="29"/>
                    <a:pt x="90" y="28"/>
                  </a:cubicBezTo>
                  <a:cubicBezTo>
                    <a:pt x="88" y="27"/>
                    <a:pt x="90" y="23"/>
                    <a:pt x="89" y="22"/>
                  </a:cubicBezTo>
                  <a:cubicBezTo>
                    <a:pt x="87" y="21"/>
                    <a:pt x="88" y="17"/>
                    <a:pt x="88" y="15"/>
                  </a:cubicBezTo>
                  <a:cubicBezTo>
                    <a:pt x="89" y="12"/>
                    <a:pt x="82" y="10"/>
                    <a:pt x="78" y="8"/>
                  </a:cubicBezTo>
                  <a:cubicBezTo>
                    <a:pt x="74" y="7"/>
                    <a:pt x="72" y="4"/>
                    <a:pt x="69" y="2"/>
                  </a:cubicBezTo>
                  <a:cubicBezTo>
                    <a:pt x="66" y="0"/>
                    <a:pt x="65" y="5"/>
                    <a:pt x="65" y="8"/>
                  </a:cubicBezTo>
                  <a:cubicBezTo>
                    <a:pt x="65" y="10"/>
                    <a:pt x="62" y="11"/>
                    <a:pt x="60" y="9"/>
                  </a:cubicBezTo>
                  <a:cubicBezTo>
                    <a:pt x="58" y="7"/>
                    <a:pt x="55" y="9"/>
                    <a:pt x="52" y="8"/>
                  </a:cubicBezTo>
                  <a:cubicBezTo>
                    <a:pt x="49" y="6"/>
                    <a:pt x="50" y="11"/>
                    <a:pt x="50" y="13"/>
                  </a:cubicBezTo>
                  <a:cubicBezTo>
                    <a:pt x="50" y="15"/>
                    <a:pt x="47" y="15"/>
                    <a:pt x="45" y="15"/>
                  </a:cubicBezTo>
                  <a:cubicBezTo>
                    <a:pt x="43" y="15"/>
                    <a:pt x="39" y="17"/>
                    <a:pt x="39" y="19"/>
                  </a:cubicBezTo>
                  <a:cubicBezTo>
                    <a:pt x="39" y="22"/>
                    <a:pt x="36" y="23"/>
                    <a:pt x="37" y="24"/>
                  </a:cubicBezTo>
                  <a:cubicBezTo>
                    <a:pt x="38" y="26"/>
                    <a:pt x="37" y="27"/>
                    <a:pt x="35" y="28"/>
                  </a:cubicBezTo>
                  <a:cubicBezTo>
                    <a:pt x="34" y="29"/>
                    <a:pt x="32" y="33"/>
                    <a:pt x="31" y="34"/>
                  </a:cubicBezTo>
                  <a:cubicBezTo>
                    <a:pt x="30" y="35"/>
                    <a:pt x="32" y="37"/>
                    <a:pt x="30" y="38"/>
                  </a:cubicBezTo>
                  <a:cubicBezTo>
                    <a:pt x="28" y="40"/>
                    <a:pt x="25" y="38"/>
                    <a:pt x="24" y="40"/>
                  </a:cubicBezTo>
                  <a:cubicBezTo>
                    <a:pt x="23" y="41"/>
                    <a:pt x="24" y="43"/>
                    <a:pt x="24" y="46"/>
                  </a:cubicBezTo>
                  <a:cubicBezTo>
                    <a:pt x="24" y="49"/>
                    <a:pt x="21" y="53"/>
                    <a:pt x="19" y="56"/>
                  </a:cubicBezTo>
                  <a:cubicBezTo>
                    <a:pt x="17" y="58"/>
                    <a:pt x="20" y="59"/>
                    <a:pt x="21" y="59"/>
                  </a:cubicBezTo>
                  <a:cubicBezTo>
                    <a:pt x="22" y="60"/>
                    <a:pt x="22" y="62"/>
                    <a:pt x="21" y="64"/>
                  </a:cubicBezTo>
                  <a:cubicBezTo>
                    <a:pt x="20" y="66"/>
                    <a:pt x="17" y="64"/>
                    <a:pt x="16" y="64"/>
                  </a:cubicBezTo>
                  <a:cubicBezTo>
                    <a:pt x="14" y="64"/>
                    <a:pt x="11" y="65"/>
                    <a:pt x="8" y="69"/>
                  </a:cubicBezTo>
                  <a:cubicBezTo>
                    <a:pt x="6" y="72"/>
                    <a:pt x="7" y="75"/>
                    <a:pt x="8" y="76"/>
                  </a:cubicBezTo>
                  <a:cubicBezTo>
                    <a:pt x="8" y="78"/>
                    <a:pt x="6" y="80"/>
                    <a:pt x="8" y="84"/>
                  </a:cubicBezTo>
                  <a:cubicBezTo>
                    <a:pt x="9" y="87"/>
                    <a:pt x="7" y="88"/>
                    <a:pt x="7" y="91"/>
                  </a:cubicBezTo>
                  <a:cubicBezTo>
                    <a:pt x="8" y="93"/>
                    <a:pt x="12" y="93"/>
                    <a:pt x="12" y="96"/>
                  </a:cubicBezTo>
                  <a:cubicBezTo>
                    <a:pt x="13" y="99"/>
                    <a:pt x="11" y="100"/>
                    <a:pt x="9" y="100"/>
                  </a:cubicBezTo>
                  <a:cubicBezTo>
                    <a:pt x="8" y="100"/>
                    <a:pt x="8" y="103"/>
                    <a:pt x="10" y="103"/>
                  </a:cubicBezTo>
                  <a:cubicBezTo>
                    <a:pt x="11" y="104"/>
                    <a:pt x="11" y="109"/>
                    <a:pt x="10" y="110"/>
                  </a:cubicBezTo>
                  <a:cubicBezTo>
                    <a:pt x="9" y="112"/>
                    <a:pt x="5" y="110"/>
                    <a:pt x="5" y="112"/>
                  </a:cubicBezTo>
                  <a:cubicBezTo>
                    <a:pt x="6" y="114"/>
                    <a:pt x="4" y="116"/>
                    <a:pt x="4" y="118"/>
                  </a:cubicBezTo>
                  <a:cubicBezTo>
                    <a:pt x="4" y="119"/>
                    <a:pt x="4" y="124"/>
                    <a:pt x="2" y="123"/>
                  </a:cubicBezTo>
                  <a:cubicBezTo>
                    <a:pt x="2" y="122"/>
                    <a:pt x="1" y="122"/>
                    <a:pt x="0" y="122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6"/>
                    <a:pt x="1" y="129"/>
                    <a:pt x="3" y="131"/>
                  </a:cubicBezTo>
                  <a:cubicBezTo>
                    <a:pt x="6" y="133"/>
                    <a:pt x="4" y="135"/>
                    <a:pt x="6" y="138"/>
                  </a:cubicBezTo>
                  <a:cubicBezTo>
                    <a:pt x="8" y="141"/>
                    <a:pt x="7" y="143"/>
                    <a:pt x="10" y="145"/>
                  </a:cubicBezTo>
                  <a:cubicBezTo>
                    <a:pt x="12" y="147"/>
                    <a:pt x="12" y="148"/>
                    <a:pt x="11" y="150"/>
                  </a:cubicBezTo>
                  <a:cubicBezTo>
                    <a:pt x="10" y="153"/>
                    <a:pt x="13" y="152"/>
                    <a:pt x="13" y="154"/>
                  </a:cubicBezTo>
                  <a:cubicBezTo>
                    <a:pt x="13" y="155"/>
                    <a:pt x="13" y="158"/>
                    <a:pt x="13" y="160"/>
                  </a:cubicBezTo>
                  <a:cubicBezTo>
                    <a:pt x="14" y="161"/>
                    <a:pt x="16" y="160"/>
                    <a:pt x="19" y="160"/>
                  </a:cubicBezTo>
                  <a:cubicBezTo>
                    <a:pt x="23" y="160"/>
                    <a:pt x="22" y="158"/>
                    <a:pt x="22" y="155"/>
                  </a:cubicBezTo>
                  <a:cubicBezTo>
                    <a:pt x="22" y="153"/>
                    <a:pt x="24" y="154"/>
                    <a:pt x="24" y="153"/>
                  </a:cubicBezTo>
                  <a:cubicBezTo>
                    <a:pt x="25" y="152"/>
                    <a:pt x="28" y="151"/>
                    <a:pt x="30" y="153"/>
                  </a:cubicBezTo>
                  <a:cubicBezTo>
                    <a:pt x="33" y="154"/>
                    <a:pt x="34" y="152"/>
                    <a:pt x="35" y="149"/>
                  </a:cubicBezTo>
                  <a:cubicBezTo>
                    <a:pt x="35" y="147"/>
                    <a:pt x="37" y="150"/>
                    <a:pt x="37" y="150"/>
                  </a:cubicBezTo>
                  <a:cubicBezTo>
                    <a:pt x="38" y="151"/>
                    <a:pt x="40" y="146"/>
                    <a:pt x="41" y="143"/>
                  </a:cubicBezTo>
                  <a:cubicBezTo>
                    <a:pt x="43" y="140"/>
                    <a:pt x="41" y="141"/>
                    <a:pt x="39" y="144"/>
                  </a:cubicBezTo>
                  <a:cubicBezTo>
                    <a:pt x="36" y="147"/>
                    <a:pt x="38" y="141"/>
                    <a:pt x="39" y="139"/>
                  </a:cubicBezTo>
                  <a:cubicBezTo>
                    <a:pt x="40" y="136"/>
                    <a:pt x="40" y="130"/>
                    <a:pt x="40" y="128"/>
                  </a:cubicBezTo>
                  <a:cubicBezTo>
                    <a:pt x="40" y="127"/>
                    <a:pt x="41" y="124"/>
                    <a:pt x="44" y="124"/>
                  </a:cubicBezTo>
                  <a:cubicBezTo>
                    <a:pt x="47" y="123"/>
                    <a:pt x="51" y="119"/>
                    <a:pt x="51" y="118"/>
                  </a:cubicBezTo>
                  <a:cubicBezTo>
                    <a:pt x="50" y="116"/>
                    <a:pt x="55" y="113"/>
                    <a:pt x="55" y="112"/>
                  </a:cubicBezTo>
                  <a:cubicBezTo>
                    <a:pt x="55" y="110"/>
                    <a:pt x="50" y="105"/>
                    <a:pt x="48" y="104"/>
                  </a:cubicBezTo>
                  <a:cubicBezTo>
                    <a:pt x="46" y="103"/>
                    <a:pt x="43" y="104"/>
                    <a:pt x="43" y="102"/>
                  </a:cubicBezTo>
                  <a:cubicBezTo>
                    <a:pt x="43" y="101"/>
                    <a:pt x="42" y="96"/>
                    <a:pt x="42" y="94"/>
                  </a:cubicBezTo>
                  <a:cubicBezTo>
                    <a:pt x="42" y="92"/>
                    <a:pt x="45" y="89"/>
                    <a:pt x="45" y="87"/>
                  </a:cubicBezTo>
                  <a:cubicBezTo>
                    <a:pt x="45" y="85"/>
                    <a:pt x="45" y="82"/>
                    <a:pt x="47" y="81"/>
                  </a:cubicBezTo>
                  <a:cubicBezTo>
                    <a:pt x="49" y="80"/>
                    <a:pt x="48" y="79"/>
                    <a:pt x="50" y="78"/>
                  </a:cubicBezTo>
                  <a:cubicBezTo>
                    <a:pt x="53" y="77"/>
                    <a:pt x="52" y="73"/>
                    <a:pt x="55" y="72"/>
                  </a:cubicBezTo>
                  <a:cubicBezTo>
                    <a:pt x="58" y="71"/>
                    <a:pt x="59" y="70"/>
                    <a:pt x="62" y="68"/>
                  </a:cubicBezTo>
                  <a:cubicBezTo>
                    <a:pt x="66" y="66"/>
                    <a:pt x="73" y="62"/>
                    <a:pt x="74" y="60"/>
                  </a:cubicBezTo>
                  <a:cubicBezTo>
                    <a:pt x="75" y="57"/>
                    <a:pt x="70" y="55"/>
                    <a:pt x="73" y="52"/>
                  </a:cubicBezTo>
                  <a:cubicBezTo>
                    <a:pt x="76" y="50"/>
                    <a:pt x="74" y="47"/>
                    <a:pt x="76" y="46"/>
                  </a:cubicBezTo>
                  <a:cubicBezTo>
                    <a:pt x="78" y="46"/>
                    <a:pt x="79" y="44"/>
                    <a:pt x="81" y="43"/>
                  </a:cubicBezTo>
                  <a:cubicBezTo>
                    <a:pt x="82" y="41"/>
                    <a:pt x="84" y="43"/>
                    <a:pt x="88" y="42"/>
                  </a:cubicBezTo>
                  <a:cubicBezTo>
                    <a:pt x="90" y="42"/>
                    <a:pt x="91" y="42"/>
                    <a:pt x="92" y="42"/>
                  </a:cubicBezTo>
                  <a:cubicBezTo>
                    <a:pt x="92" y="40"/>
                    <a:pt x="92" y="39"/>
                    <a:pt x="91" y="3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1" name="Freeform 1294">
              <a:extLst>
                <a:ext uri="{FF2B5EF4-FFF2-40B4-BE49-F238E27FC236}">
                  <a16:creationId xmlns:a16="http://schemas.microsoft.com/office/drawing/2014/main" id="{2CCF7D70-9D05-BD54-EB1D-CD27981DAD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89578" y="2403347"/>
              <a:ext cx="176198" cy="85721"/>
            </a:xfrm>
            <a:custGeom>
              <a:avLst/>
              <a:gdLst>
                <a:gd name="T0" fmla="*/ 8 w 47"/>
                <a:gd name="T1" fmla="*/ 8 h 23"/>
                <a:gd name="T2" fmla="*/ 3 w 47"/>
                <a:gd name="T3" fmla="*/ 9 h 23"/>
                <a:gd name="T4" fmla="*/ 8 w 47"/>
                <a:gd name="T5" fmla="*/ 8 h 23"/>
                <a:gd name="T6" fmla="*/ 5 w 47"/>
                <a:gd name="T7" fmla="*/ 11 h 23"/>
                <a:gd name="T8" fmla="*/ 2 w 47"/>
                <a:gd name="T9" fmla="*/ 18 h 23"/>
                <a:gd name="T10" fmla="*/ 10 w 47"/>
                <a:gd name="T11" fmla="*/ 13 h 23"/>
                <a:gd name="T12" fmla="*/ 5 w 47"/>
                <a:gd name="T13" fmla="*/ 11 h 23"/>
                <a:gd name="T14" fmla="*/ 44 w 47"/>
                <a:gd name="T15" fmla="*/ 6 h 23"/>
                <a:gd name="T16" fmla="*/ 45 w 47"/>
                <a:gd name="T17" fmla="*/ 1 h 23"/>
                <a:gd name="T18" fmla="*/ 44 w 47"/>
                <a:gd name="T19" fmla="*/ 2 h 23"/>
                <a:gd name="T20" fmla="*/ 30 w 47"/>
                <a:gd name="T21" fmla="*/ 0 h 23"/>
                <a:gd name="T22" fmla="*/ 16 w 47"/>
                <a:gd name="T23" fmla="*/ 3 h 23"/>
                <a:gd name="T24" fmla="*/ 11 w 47"/>
                <a:gd name="T25" fmla="*/ 8 h 23"/>
                <a:gd name="T26" fmla="*/ 13 w 47"/>
                <a:gd name="T27" fmla="*/ 12 h 23"/>
                <a:gd name="T28" fmla="*/ 17 w 47"/>
                <a:gd name="T29" fmla="*/ 15 h 23"/>
                <a:gd name="T30" fmla="*/ 19 w 47"/>
                <a:gd name="T31" fmla="*/ 18 h 23"/>
                <a:gd name="T32" fmla="*/ 19 w 47"/>
                <a:gd name="T33" fmla="*/ 18 h 23"/>
                <a:gd name="T34" fmla="*/ 27 w 47"/>
                <a:gd name="T35" fmla="*/ 18 h 23"/>
                <a:gd name="T36" fmla="*/ 34 w 47"/>
                <a:gd name="T37" fmla="*/ 23 h 23"/>
                <a:gd name="T38" fmla="*/ 41 w 47"/>
                <a:gd name="T39" fmla="*/ 23 h 23"/>
                <a:gd name="T40" fmla="*/ 42 w 47"/>
                <a:gd name="T41" fmla="*/ 21 h 23"/>
                <a:gd name="T42" fmla="*/ 44 w 47"/>
                <a:gd name="T43" fmla="*/ 18 h 23"/>
                <a:gd name="T44" fmla="*/ 42 w 47"/>
                <a:gd name="T45" fmla="*/ 14 h 23"/>
                <a:gd name="T46" fmla="*/ 41 w 47"/>
                <a:gd name="T47" fmla="*/ 10 h 23"/>
                <a:gd name="T48" fmla="*/ 44 w 47"/>
                <a:gd name="T49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7" h="23">
                  <a:moveTo>
                    <a:pt x="8" y="8"/>
                  </a:moveTo>
                  <a:cubicBezTo>
                    <a:pt x="9" y="7"/>
                    <a:pt x="2" y="7"/>
                    <a:pt x="3" y="9"/>
                  </a:cubicBezTo>
                  <a:cubicBezTo>
                    <a:pt x="5" y="10"/>
                    <a:pt x="7" y="10"/>
                    <a:pt x="8" y="8"/>
                  </a:cubicBezTo>
                  <a:moveTo>
                    <a:pt x="5" y="11"/>
                  </a:moveTo>
                  <a:cubicBezTo>
                    <a:pt x="1" y="13"/>
                    <a:pt x="0" y="18"/>
                    <a:pt x="2" y="18"/>
                  </a:cubicBezTo>
                  <a:cubicBezTo>
                    <a:pt x="4" y="18"/>
                    <a:pt x="8" y="14"/>
                    <a:pt x="10" y="13"/>
                  </a:cubicBezTo>
                  <a:cubicBezTo>
                    <a:pt x="11" y="12"/>
                    <a:pt x="9" y="10"/>
                    <a:pt x="5" y="11"/>
                  </a:cubicBezTo>
                  <a:moveTo>
                    <a:pt x="44" y="6"/>
                  </a:moveTo>
                  <a:cubicBezTo>
                    <a:pt x="45" y="4"/>
                    <a:pt x="47" y="4"/>
                    <a:pt x="45" y="1"/>
                  </a:cubicBezTo>
                  <a:cubicBezTo>
                    <a:pt x="45" y="1"/>
                    <a:pt x="45" y="2"/>
                    <a:pt x="44" y="2"/>
                  </a:cubicBezTo>
                  <a:cubicBezTo>
                    <a:pt x="41" y="3"/>
                    <a:pt x="34" y="0"/>
                    <a:pt x="30" y="0"/>
                  </a:cubicBezTo>
                  <a:cubicBezTo>
                    <a:pt x="26" y="1"/>
                    <a:pt x="18" y="1"/>
                    <a:pt x="16" y="3"/>
                  </a:cubicBezTo>
                  <a:cubicBezTo>
                    <a:pt x="14" y="5"/>
                    <a:pt x="9" y="6"/>
                    <a:pt x="11" y="8"/>
                  </a:cubicBezTo>
                  <a:cubicBezTo>
                    <a:pt x="13" y="9"/>
                    <a:pt x="11" y="10"/>
                    <a:pt x="13" y="12"/>
                  </a:cubicBezTo>
                  <a:cubicBezTo>
                    <a:pt x="14" y="15"/>
                    <a:pt x="15" y="15"/>
                    <a:pt x="17" y="15"/>
                  </a:cubicBezTo>
                  <a:cubicBezTo>
                    <a:pt x="19" y="15"/>
                    <a:pt x="21" y="16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22" y="18"/>
                    <a:pt x="26" y="18"/>
                    <a:pt x="27" y="18"/>
                  </a:cubicBezTo>
                  <a:cubicBezTo>
                    <a:pt x="28" y="19"/>
                    <a:pt x="33" y="23"/>
                    <a:pt x="34" y="23"/>
                  </a:cubicBezTo>
                  <a:cubicBezTo>
                    <a:pt x="35" y="22"/>
                    <a:pt x="39" y="23"/>
                    <a:pt x="41" y="23"/>
                  </a:cubicBezTo>
                  <a:cubicBezTo>
                    <a:pt x="41" y="22"/>
                    <a:pt x="41" y="21"/>
                    <a:pt x="42" y="21"/>
                  </a:cubicBezTo>
                  <a:cubicBezTo>
                    <a:pt x="43" y="20"/>
                    <a:pt x="45" y="20"/>
                    <a:pt x="44" y="18"/>
                  </a:cubicBezTo>
                  <a:cubicBezTo>
                    <a:pt x="42" y="17"/>
                    <a:pt x="42" y="16"/>
                    <a:pt x="42" y="14"/>
                  </a:cubicBezTo>
                  <a:cubicBezTo>
                    <a:pt x="42" y="12"/>
                    <a:pt x="41" y="11"/>
                    <a:pt x="41" y="10"/>
                  </a:cubicBezTo>
                  <a:cubicBezTo>
                    <a:pt x="42" y="9"/>
                    <a:pt x="43" y="8"/>
                    <a:pt x="44" y="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2" name="Freeform 1296">
              <a:extLst>
                <a:ext uri="{FF2B5EF4-FFF2-40B4-BE49-F238E27FC236}">
                  <a16:creationId xmlns:a16="http://schemas.microsoft.com/office/drawing/2014/main" id="{22B8C37B-9E39-EA9A-AB2C-28C6DE1525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32415" y="1341366"/>
              <a:ext cx="715903" cy="1128652"/>
            </a:xfrm>
            <a:custGeom>
              <a:avLst/>
              <a:gdLst>
                <a:gd name="T0" fmla="*/ 109 w 191"/>
                <a:gd name="T1" fmla="*/ 18 h 301"/>
                <a:gd name="T2" fmla="*/ 153 w 191"/>
                <a:gd name="T3" fmla="*/ 17 h 301"/>
                <a:gd name="T4" fmla="*/ 134 w 191"/>
                <a:gd name="T5" fmla="*/ 7 h 301"/>
                <a:gd name="T6" fmla="*/ 116 w 191"/>
                <a:gd name="T7" fmla="*/ 6 h 301"/>
                <a:gd name="T8" fmla="*/ 104 w 191"/>
                <a:gd name="T9" fmla="*/ 7 h 301"/>
                <a:gd name="T10" fmla="*/ 47 w 191"/>
                <a:gd name="T11" fmla="*/ 35 h 301"/>
                <a:gd name="T12" fmla="*/ 47 w 191"/>
                <a:gd name="T13" fmla="*/ 35 h 301"/>
                <a:gd name="T14" fmla="*/ 67 w 191"/>
                <a:gd name="T15" fmla="*/ 38 h 301"/>
                <a:gd name="T16" fmla="*/ 82 w 191"/>
                <a:gd name="T17" fmla="*/ 33 h 301"/>
                <a:gd name="T18" fmla="*/ 71 w 191"/>
                <a:gd name="T19" fmla="*/ 46 h 301"/>
                <a:gd name="T20" fmla="*/ 65 w 191"/>
                <a:gd name="T21" fmla="*/ 51 h 301"/>
                <a:gd name="T22" fmla="*/ 82 w 191"/>
                <a:gd name="T23" fmla="*/ 64 h 301"/>
                <a:gd name="T24" fmla="*/ 102 w 191"/>
                <a:gd name="T25" fmla="*/ 41 h 301"/>
                <a:gd name="T26" fmla="*/ 116 w 191"/>
                <a:gd name="T27" fmla="*/ 39 h 301"/>
                <a:gd name="T28" fmla="*/ 128 w 191"/>
                <a:gd name="T29" fmla="*/ 54 h 301"/>
                <a:gd name="T30" fmla="*/ 133 w 191"/>
                <a:gd name="T31" fmla="*/ 42 h 301"/>
                <a:gd name="T32" fmla="*/ 120 w 191"/>
                <a:gd name="T33" fmla="*/ 29 h 301"/>
                <a:gd name="T34" fmla="*/ 102 w 191"/>
                <a:gd name="T35" fmla="*/ 23 h 301"/>
                <a:gd name="T36" fmla="*/ 87 w 191"/>
                <a:gd name="T37" fmla="*/ 12 h 301"/>
                <a:gd name="T38" fmla="*/ 85 w 191"/>
                <a:gd name="T39" fmla="*/ 26 h 301"/>
                <a:gd name="T40" fmla="*/ 67 w 191"/>
                <a:gd name="T41" fmla="*/ 21 h 301"/>
                <a:gd name="T42" fmla="*/ 57 w 191"/>
                <a:gd name="T43" fmla="*/ 13 h 301"/>
                <a:gd name="T44" fmla="*/ 53 w 191"/>
                <a:gd name="T45" fmla="*/ 22 h 301"/>
                <a:gd name="T46" fmla="*/ 181 w 191"/>
                <a:gd name="T47" fmla="*/ 158 h 301"/>
                <a:gd name="T48" fmla="*/ 181 w 191"/>
                <a:gd name="T49" fmla="*/ 149 h 301"/>
                <a:gd name="T50" fmla="*/ 171 w 191"/>
                <a:gd name="T51" fmla="*/ 147 h 301"/>
                <a:gd name="T52" fmla="*/ 159 w 191"/>
                <a:gd name="T53" fmla="*/ 147 h 301"/>
                <a:gd name="T54" fmla="*/ 153 w 191"/>
                <a:gd name="T55" fmla="*/ 146 h 301"/>
                <a:gd name="T56" fmla="*/ 142 w 191"/>
                <a:gd name="T57" fmla="*/ 149 h 301"/>
                <a:gd name="T58" fmla="*/ 132 w 191"/>
                <a:gd name="T59" fmla="*/ 158 h 301"/>
                <a:gd name="T60" fmla="*/ 133 w 191"/>
                <a:gd name="T61" fmla="*/ 148 h 301"/>
                <a:gd name="T62" fmla="*/ 119 w 191"/>
                <a:gd name="T63" fmla="*/ 155 h 301"/>
                <a:gd name="T64" fmla="*/ 114 w 191"/>
                <a:gd name="T65" fmla="*/ 158 h 301"/>
                <a:gd name="T66" fmla="*/ 108 w 191"/>
                <a:gd name="T67" fmla="*/ 156 h 301"/>
                <a:gd name="T68" fmla="*/ 98 w 191"/>
                <a:gd name="T69" fmla="*/ 164 h 301"/>
                <a:gd name="T70" fmla="*/ 91 w 191"/>
                <a:gd name="T71" fmla="*/ 170 h 301"/>
                <a:gd name="T72" fmla="*/ 85 w 191"/>
                <a:gd name="T73" fmla="*/ 173 h 301"/>
                <a:gd name="T74" fmla="*/ 73 w 191"/>
                <a:gd name="T75" fmla="*/ 176 h 301"/>
                <a:gd name="T76" fmla="*/ 69 w 191"/>
                <a:gd name="T77" fmla="*/ 182 h 301"/>
                <a:gd name="T78" fmla="*/ 84 w 191"/>
                <a:gd name="T79" fmla="*/ 182 h 301"/>
                <a:gd name="T80" fmla="*/ 73 w 191"/>
                <a:gd name="T81" fmla="*/ 191 h 301"/>
                <a:gd name="T82" fmla="*/ 57 w 191"/>
                <a:gd name="T83" fmla="*/ 208 h 301"/>
                <a:gd name="T84" fmla="*/ 46 w 191"/>
                <a:gd name="T85" fmla="*/ 222 h 301"/>
                <a:gd name="T86" fmla="*/ 37 w 191"/>
                <a:gd name="T87" fmla="*/ 235 h 301"/>
                <a:gd name="T88" fmla="*/ 24 w 191"/>
                <a:gd name="T89" fmla="*/ 244 h 301"/>
                <a:gd name="T90" fmla="*/ 11 w 191"/>
                <a:gd name="T91" fmla="*/ 253 h 301"/>
                <a:gd name="T92" fmla="*/ 4 w 191"/>
                <a:gd name="T93" fmla="*/ 264 h 301"/>
                <a:gd name="T94" fmla="*/ 2 w 191"/>
                <a:gd name="T95" fmla="*/ 277 h 301"/>
                <a:gd name="T96" fmla="*/ 9 w 191"/>
                <a:gd name="T97" fmla="*/ 282 h 301"/>
                <a:gd name="T98" fmla="*/ 7 w 191"/>
                <a:gd name="T99" fmla="*/ 287 h 301"/>
                <a:gd name="T100" fmla="*/ 13 w 191"/>
                <a:gd name="T101" fmla="*/ 299 h 301"/>
                <a:gd name="T102" fmla="*/ 43 w 191"/>
                <a:gd name="T103" fmla="*/ 284 h 301"/>
                <a:gd name="T104" fmla="*/ 51 w 191"/>
                <a:gd name="T105" fmla="*/ 287 h 301"/>
                <a:gd name="T106" fmla="*/ 57 w 191"/>
                <a:gd name="T107" fmla="*/ 269 h 301"/>
                <a:gd name="T108" fmla="*/ 55 w 191"/>
                <a:gd name="T109" fmla="*/ 246 h 301"/>
                <a:gd name="T110" fmla="*/ 68 w 191"/>
                <a:gd name="T111" fmla="*/ 229 h 301"/>
                <a:gd name="T112" fmla="*/ 77 w 191"/>
                <a:gd name="T113" fmla="*/ 207 h 301"/>
                <a:gd name="T114" fmla="*/ 86 w 191"/>
                <a:gd name="T115" fmla="*/ 189 h 301"/>
                <a:gd name="T116" fmla="*/ 107 w 191"/>
                <a:gd name="T117" fmla="*/ 179 h 301"/>
                <a:gd name="T118" fmla="*/ 121 w 191"/>
                <a:gd name="T119" fmla="*/ 168 h 301"/>
                <a:gd name="T120" fmla="*/ 147 w 191"/>
                <a:gd name="T121" fmla="*/ 176 h 301"/>
                <a:gd name="T122" fmla="*/ 164 w 191"/>
                <a:gd name="T123" fmla="*/ 159 h 301"/>
                <a:gd name="T124" fmla="*/ 181 w 191"/>
                <a:gd name="T125" fmla="*/ 167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" h="301">
                  <a:moveTo>
                    <a:pt x="99" y="9"/>
                  </a:moveTo>
                  <a:cubicBezTo>
                    <a:pt x="100" y="10"/>
                    <a:pt x="96" y="10"/>
                    <a:pt x="98" y="12"/>
                  </a:cubicBezTo>
                  <a:cubicBezTo>
                    <a:pt x="103" y="17"/>
                    <a:pt x="122" y="11"/>
                    <a:pt x="125" y="13"/>
                  </a:cubicBezTo>
                  <a:cubicBezTo>
                    <a:pt x="127" y="14"/>
                    <a:pt x="108" y="16"/>
                    <a:pt x="109" y="18"/>
                  </a:cubicBezTo>
                  <a:cubicBezTo>
                    <a:pt x="110" y="20"/>
                    <a:pt x="125" y="21"/>
                    <a:pt x="127" y="20"/>
                  </a:cubicBezTo>
                  <a:cubicBezTo>
                    <a:pt x="128" y="19"/>
                    <a:pt x="130" y="23"/>
                    <a:pt x="135" y="23"/>
                  </a:cubicBezTo>
                  <a:cubicBezTo>
                    <a:pt x="140" y="23"/>
                    <a:pt x="140" y="21"/>
                    <a:pt x="144" y="21"/>
                  </a:cubicBezTo>
                  <a:cubicBezTo>
                    <a:pt x="147" y="21"/>
                    <a:pt x="153" y="19"/>
                    <a:pt x="153" y="17"/>
                  </a:cubicBezTo>
                  <a:cubicBezTo>
                    <a:pt x="153" y="15"/>
                    <a:pt x="164" y="12"/>
                    <a:pt x="163" y="8"/>
                  </a:cubicBezTo>
                  <a:cubicBezTo>
                    <a:pt x="162" y="5"/>
                    <a:pt x="152" y="7"/>
                    <a:pt x="149" y="6"/>
                  </a:cubicBezTo>
                  <a:cubicBezTo>
                    <a:pt x="146" y="4"/>
                    <a:pt x="139" y="2"/>
                    <a:pt x="138" y="5"/>
                  </a:cubicBezTo>
                  <a:cubicBezTo>
                    <a:pt x="137" y="7"/>
                    <a:pt x="135" y="8"/>
                    <a:pt x="134" y="7"/>
                  </a:cubicBezTo>
                  <a:cubicBezTo>
                    <a:pt x="133" y="6"/>
                    <a:pt x="134" y="0"/>
                    <a:pt x="129" y="2"/>
                  </a:cubicBezTo>
                  <a:cubicBezTo>
                    <a:pt x="125" y="3"/>
                    <a:pt x="129" y="8"/>
                    <a:pt x="128" y="9"/>
                  </a:cubicBezTo>
                  <a:cubicBezTo>
                    <a:pt x="127" y="10"/>
                    <a:pt x="123" y="8"/>
                    <a:pt x="122" y="6"/>
                  </a:cubicBezTo>
                  <a:cubicBezTo>
                    <a:pt x="122" y="4"/>
                    <a:pt x="117" y="8"/>
                    <a:pt x="116" y="6"/>
                  </a:cubicBezTo>
                  <a:cubicBezTo>
                    <a:pt x="116" y="3"/>
                    <a:pt x="110" y="1"/>
                    <a:pt x="108" y="1"/>
                  </a:cubicBezTo>
                  <a:cubicBezTo>
                    <a:pt x="107" y="1"/>
                    <a:pt x="110" y="3"/>
                    <a:pt x="109" y="4"/>
                  </a:cubicBezTo>
                  <a:cubicBezTo>
                    <a:pt x="108" y="6"/>
                    <a:pt x="105" y="3"/>
                    <a:pt x="103" y="3"/>
                  </a:cubicBezTo>
                  <a:cubicBezTo>
                    <a:pt x="102" y="3"/>
                    <a:pt x="104" y="6"/>
                    <a:pt x="104" y="7"/>
                  </a:cubicBezTo>
                  <a:cubicBezTo>
                    <a:pt x="103" y="8"/>
                    <a:pt x="100" y="3"/>
                    <a:pt x="98" y="3"/>
                  </a:cubicBezTo>
                  <a:cubicBezTo>
                    <a:pt x="96" y="3"/>
                    <a:pt x="96" y="6"/>
                    <a:pt x="95" y="6"/>
                  </a:cubicBezTo>
                  <a:cubicBezTo>
                    <a:pt x="93" y="6"/>
                    <a:pt x="97" y="8"/>
                    <a:pt x="99" y="9"/>
                  </a:cubicBezTo>
                  <a:moveTo>
                    <a:pt x="47" y="35"/>
                  </a:moveTo>
                  <a:cubicBezTo>
                    <a:pt x="49" y="36"/>
                    <a:pt x="50" y="39"/>
                    <a:pt x="52" y="39"/>
                  </a:cubicBezTo>
                  <a:cubicBezTo>
                    <a:pt x="53" y="39"/>
                    <a:pt x="49" y="35"/>
                    <a:pt x="47" y="33"/>
                  </a:cubicBezTo>
                  <a:cubicBezTo>
                    <a:pt x="45" y="30"/>
                    <a:pt x="45" y="28"/>
                    <a:pt x="42" y="29"/>
                  </a:cubicBezTo>
                  <a:cubicBezTo>
                    <a:pt x="39" y="30"/>
                    <a:pt x="45" y="35"/>
                    <a:pt x="47" y="35"/>
                  </a:cubicBezTo>
                  <a:moveTo>
                    <a:pt x="53" y="22"/>
                  </a:moveTo>
                  <a:cubicBezTo>
                    <a:pt x="57" y="23"/>
                    <a:pt x="50" y="26"/>
                    <a:pt x="49" y="29"/>
                  </a:cubicBezTo>
                  <a:cubicBezTo>
                    <a:pt x="48" y="32"/>
                    <a:pt x="54" y="35"/>
                    <a:pt x="57" y="37"/>
                  </a:cubicBezTo>
                  <a:cubicBezTo>
                    <a:pt x="59" y="40"/>
                    <a:pt x="65" y="39"/>
                    <a:pt x="67" y="38"/>
                  </a:cubicBezTo>
                  <a:cubicBezTo>
                    <a:pt x="69" y="37"/>
                    <a:pt x="68" y="32"/>
                    <a:pt x="71" y="32"/>
                  </a:cubicBezTo>
                  <a:cubicBezTo>
                    <a:pt x="74" y="33"/>
                    <a:pt x="72" y="30"/>
                    <a:pt x="75" y="29"/>
                  </a:cubicBezTo>
                  <a:cubicBezTo>
                    <a:pt x="77" y="28"/>
                    <a:pt x="77" y="31"/>
                    <a:pt x="75" y="34"/>
                  </a:cubicBezTo>
                  <a:cubicBezTo>
                    <a:pt x="73" y="36"/>
                    <a:pt x="79" y="36"/>
                    <a:pt x="82" y="33"/>
                  </a:cubicBezTo>
                  <a:cubicBezTo>
                    <a:pt x="85" y="30"/>
                    <a:pt x="85" y="33"/>
                    <a:pt x="85" y="35"/>
                  </a:cubicBezTo>
                  <a:cubicBezTo>
                    <a:pt x="84" y="38"/>
                    <a:pt x="78" y="36"/>
                    <a:pt x="76" y="39"/>
                  </a:cubicBezTo>
                  <a:cubicBezTo>
                    <a:pt x="74" y="42"/>
                    <a:pt x="67" y="40"/>
                    <a:pt x="64" y="43"/>
                  </a:cubicBezTo>
                  <a:cubicBezTo>
                    <a:pt x="61" y="47"/>
                    <a:pt x="67" y="47"/>
                    <a:pt x="71" y="46"/>
                  </a:cubicBezTo>
                  <a:cubicBezTo>
                    <a:pt x="75" y="45"/>
                    <a:pt x="83" y="45"/>
                    <a:pt x="86" y="45"/>
                  </a:cubicBezTo>
                  <a:cubicBezTo>
                    <a:pt x="89" y="46"/>
                    <a:pt x="84" y="47"/>
                    <a:pt x="79" y="47"/>
                  </a:cubicBezTo>
                  <a:cubicBezTo>
                    <a:pt x="74" y="47"/>
                    <a:pt x="72" y="48"/>
                    <a:pt x="73" y="50"/>
                  </a:cubicBezTo>
                  <a:cubicBezTo>
                    <a:pt x="73" y="51"/>
                    <a:pt x="66" y="48"/>
                    <a:pt x="65" y="51"/>
                  </a:cubicBezTo>
                  <a:cubicBezTo>
                    <a:pt x="65" y="54"/>
                    <a:pt x="72" y="55"/>
                    <a:pt x="73" y="57"/>
                  </a:cubicBezTo>
                  <a:cubicBezTo>
                    <a:pt x="74" y="59"/>
                    <a:pt x="78" y="57"/>
                    <a:pt x="80" y="58"/>
                  </a:cubicBezTo>
                  <a:cubicBezTo>
                    <a:pt x="82" y="58"/>
                    <a:pt x="77" y="60"/>
                    <a:pt x="76" y="61"/>
                  </a:cubicBezTo>
                  <a:cubicBezTo>
                    <a:pt x="76" y="61"/>
                    <a:pt x="81" y="63"/>
                    <a:pt x="82" y="64"/>
                  </a:cubicBezTo>
                  <a:cubicBezTo>
                    <a:pt x="83" y="66"/>
                    <a:pt x="88" y="65"/>
                    <a:pt x="87" y="63"/>
                  </a:cubicBezTo>
                  <a:cubicBezTo>
                    <a:pt x="87" y="60"/>
                    <a:pt x="91" y="51"/>
                    <a:pt x="96" y="50"/>
                  </a:cubicBezTo>
                  <a:cubicBezTo>
                    <a:pt x="101" y="48"/>
                    <a:pt x="98" y="46"/>
                    <a:pt x="99" y="43"/>
                  </a:cubicBezTo>
                  <a:cubicBezTo>
                    <a:pt x="99" y="41"/>
                    <a:pt x="103" y="43"/>
                    <a:pt x="102" y="41"/>
                  </a:cubicBezTo>
                  <a:cubicBezTo>
                    <a:pt x="101" y="38"/>
                    <a:pt x="102" y="37"/>
                    <a:pt x="105" y="34"/>
                  </a:cubicBezTo>
                  <a:cubicBezTo>
                    <a:pt x="108" y="31"/>
                    <a:pt x="110" y="34"/>
                    <a:pt x="113" y="32"/>
                  </a:cubicBezTo>
                  <a:cubicBezTo>
                    <a:pt x="117" y="30"/>
                    <a:pt x="119" y="33"/>
                    <a:pt x="115" y="33"/>
                  </a:cubicBezTo>
                  <a:cubicBezTo>
                    <a:pt x="111" y="34"/>
                    <a:pt x="113" y="38"/>
                    <a:pt x="116" y="39"/>
                  </a:cubicBezTo>
                  <a:cubicBezTo>
                    <a:pt x="119" y="40"/>
                    <a:pt x="116" y="41"/>
                    <a:pt x="119" y="42"/>
                  </a:cubicBezTo>
                  <a:cubicBezTo>
                    <a:pt x="121" y="42"/>
                    <a:pt x="120" y="45"/>
                    <a:pt x="117" y="49"/>
                  </a:cubicBezTo>
                  <a:cubicBezTo>
                    <a:pt x="114" y="52"/>
                    <a:pt x="118" y="52"/>
                    <a:pt x="124" y="50"/>
                  </a:cubicBezTo>
                  <a:cubicBezTo>
                    <a:pt x="131" y="48"/>
                    <a:pt x="127" y="52"/>
                    <a:pt x="128" y="54"/>
                  </a:cubicBezTo>
                  <a:cubicBezTo>
                    <a:pt x="130" y="56"/>
                    <a:pt x="135" y="52"/>
                    <a:pt x="138" y="49"/>
                  </a:cubicBezTo>
                  <a:cubicBezTo>
                    <a:pt x="140" y="46"/>
                    <a:pt x="144" y="47"/>
                    <a:pt x="144" y="45"/>
                  </a:cubicBezTo>
                  <a:cubicBezTo>
                    <a:pt x="144" y="43"/>
                    <a:pt x="141" y="43"/>
                    <a:pt x="139" y="44"/>
                  </a:cubicBezTo>
                  <a:cubicBezTo>
                    <a:pt x="137" y="45"/>
                    <a:pt x="131" y="44"/>
                    <a:pt x="133" y="42"/>
                  </a:cubicBezTo>
                  <a:cubicBezTo>
                    <a:pt x="135" y="41"/>
                    <a:pt x="135" y="39"/>
                    <a:pt x="132" y="39"/>
                  </a:cubicBezTo>
                  <a:cubicBezTo>
                    <a:pt x="129" y="40"/>
                    <a:pt x="123" y="38"/>
                    <a:pt x="126" y="37"/>
                  </a:cubicBezTo>
                  <a:cubicBezTo>
                    <a:pt x="128" y="36"/>
                    <a:pt x="124" y="33"/>
                    <a:pt x="122" y="33"/>
                  </a:cubicBezTo>
                  <a:cubicBezTo>
                    <a:pt x="120" y="33"/>
                    <a:pt x="120" y="31"/>
                    <a:pt x="120" y="29"/>
                  </a:cubicBezTo>
                  <a:cubicBezTo>
                    <a:pt x="120" y="27"/>
                    <a:pt x="114" y="26"/>
                    <a:pt x="115" y="26"/>
                  </a:cubicBezTo>
                  <a:cubicBezTo>
                    <a:pt x="116" y="25"/>
                    <a:pt x="112" y="24"/>
                    <a:pt x="111" y="25"/>
                  </a:cubicBezTo>
                  <a:cubicBezTo>
                    <a:pt x="110" y="26"/>
                    <a:pt x="108" y="26"/>
                    <a:pt x="108" y="24"/>
                  </a:cubicBezTo>
                  <a:cubicBezTo>
                    <a:pt x="108" y="22"/>
                    <a:pt x="104" y="22"/>
                    <a:pt x="102" y="23"/>
                  </a:cubicBezTo>
                  <a:cubicBezTo>
                    <a:pt x="100" y="23"/>
                    <a:pt x="101" y="18"/>
                    <a:pt x="99" y="17"/>
                  </a:cubicBezTo>
                  <a:cubicBezTo>
                    <a:pt x="97" y="15"/>
                    <a:pt x="94" y="20"/>
                    <a:pt x="93" y="20"/>
                  </a:cubicBezTo>
                  <a:cubicBezTo>
                    <a:pt x="91" y="19"/>
                    <a:pt x="94" y="16"/>
                    <a:pt x="95" y="14"/>
                  </a:cubicBezTo>
                  <a:cubicBezTo>
                    <a:pt x="95" y="12"/>
                    <a:pt x="88" y="10"/>
                    <a:pt x="87" y="12"/>
                  </a:cubicBezTo>
                  <a:cubicBezTo>
                    <a:pt x="86" y="14"/>
                    <a:pt x="85" y="9"/>
                    <a:pt x="83" y="8"/>
                  </a:cubicBezTo>
                  <a:cubicBezTo>
                    <a:pt x="81" y="8"/>
                    <a:pt x="83" y="12"/>
                    <a:pt x="81" y="12"/>
                  </a:cubicBezTo>
                  <a:cubicBezTo>
                    <a:pt x="80" y="12"/>
                    <a:pt x="78" y="14"/>
                    <a:pt x="80" y="15"/>
                  </a:cubicBezTo>
                  <a:cubicBezTo>
                    <a:pt x="83" y="17"/>
                    <a:pt x="85" y="25"/>
                    <a:pt x="85" y="26"/>
                  </a:cubicBezTo>
                  <a:cubicBezTo>
                    <a:pt x="84" y="28"/>
                    <a:pt x="77" y="21"/>
                    <a:pt x="77" y="17"/>
                  </a:cubicBezTo>
                  <a:cubicBezTo>
                    <a:pt x="76" y="14"/>
                    <a:pt x="72" y="11"/>
                    <a:pt x="72" y="13"/>
                  </a:cubicBezTo>
                  <a:cubicBezTo>
                    <a:pt x="71" y="16"/>
                    <a:pt x="68" y="17"/>
                    <a:pt x="69" y="19"/>
                  </a:cubicBezTo>
                  <a:cubicBezTo>
                    <a:pt x="69" y="22"/>
                    <a:pt x="67" y="22"/>
                    <a:pt x="67" y="21"/>
                  </a:cubicBezTo>
                  <a:cubicBezTo>
                    <a:pt x="67" y="19"/>
                    <a:pt x="63" y="16"/>
                    <a:pt x="61" y="16"/>
                  </a:cubicBezTo>
                  <a:cubicBezTo>
                    <a:pt x="60" y="16"/>
                    <a:pt x="65" y="15"/>
                    <a:pt x="67" y="14"/>
                  </a:cubicBezTo>
                  <a:cubicBezTo>
                    <a:pt x="70" y="13"/>
                    <a:pt x="65" y="11"/>
                    <a:pt x="63" y="12"/>
                  </a:cubicBezTo>
                  <a:cubicBezTo>
                    <a:pt x="61" y="14"/>
                    <a:pt x="58" y="12"/>
                    <a:pt x="57" y="13"/>
                  </a:cubicBezTo>
                  <a:cubicBezTo>
                    <a:pt x="56" y="15"/>
                    <a:pt x="54" y="13"/>
                    <a:pt x="52" y="13"/>
                  </a:cubicBezTo>
                  <a:cubicBezTo>
                    <a:pt x="49" y="12"/>
                    <a:pt x="47" y="16"/>
                    <a:pt x="46" y="15"/>
                  </a:cubicBezTo>
                  <a:cubicBezTo>
                    <a:pt x="44" y="15"/>
                    <a:pt x="43" y="19"/>
                    <a:pt x="46" y="23"/>
                  </a:cubicBezTo>
                  <a:cubicBezTo>
                    <a:pt x="48" y="27"/>
                    <a:pt x="50" y="21"/>
                    <a:pt x="53" y="22"/>
                  </a:cubicBezTo>
                  <a:moveTo>
                    <a:pt x="185" y="161"/>
                  </a:moveTo>
                  <a:cubicBezTo>
                    <a:pt x="185" y="163"/>
                    <a:pt x="182" y="163"/>
                    <a:pt x="182" y="161"/>
                  </a:cubicBezTo>
                  <a:cubicBezTo>
                    <a:pt x="182" y="159"/>
                    <a:pt x="177" y="158"/>
                    <a:pt x="177" y="157"/>
                  </a:cubicBezTo>
                  <a:cubicBezTo>
                    <a:pt x="177" y="157"/>
                    <a:pt x="179" y="157"/>
                    <a:pt x="181" y="158"/>
                  </a:cubicBezTo>
                  <a:cubicBezTo>
                    <a:pt x="182" y="159"/>
                    <a:pt x="184" y="158"/>
                    <a:pt x="186" y="156"/>
                  </a:cubicBezTo>
                  <a:cubicBezTo>
                    <a:pt x="188" y="154"/>
                    <a:pt x="190" y="156"/>
                    <a:pt x="191" y="154"/>
                  </a:cubicBezTo>
                  <a:cubicBezTo>
                    <a:pt x="191" y="153"/>
                    <a:pt x="187" y="152"/>
                    <a:pt x="187" y="151"/>
                  </a:cubicBezTo>
                  <a:cubicBezTo>
                    <a:pt x="186" y="150"/>
                    <a:pt x="184" y="148"/>
                    <a:pt x="181" y="149"/>
                  </a:cubicBezTo>
                  <a:cubicBezTo>
                    <a:pt x="179" y="149"/>
                    <a:pt x="179" y="148"/>
                    <a:pt x="177" y="147"/>
                  </a:cubicBezTo>
                  <a:cubicBezTo>
                    <a:pt x="176" y="146"/>
                    <a:pt x="172" y="148"/>
                    <a:pt x="172" y="151"/>
                  </a:cubicBezTo>
                  <a:cubicBezTo>
                    <a:pt x="172" y="154"/>
                    <a:pt x="169" y="153"/>
                    <a:pt x="170" y="151"/>
                  </a:cubicBezTo>
                  <a:cubicBezTo>
                    <a:pt x="171" y="150"/>
                    <a:pt x="168" y="148"/>
                    <a:pt x="171" y="147"/>
                  </a:cubicBezTo>
                  <a:cubicBezTo>
                    <a:pt x="173" y="147"/>
                    <a:pt x="172" y="143"/>
                    <a:pt x="168" y="143"/>
                  </a:cubicBezTo>
                  <a:cubicBezTo>
                    <a:pt x="164" y="143"/>
                    <a:pt x="162" y="146"/>
                    <a:pt x="163" y="147"/>
                  </a:cubicBezTo>
                  <a:cubicBezTo>
                    <a:pt x="164" y="148"/>
                    <a:pt x="160" y="153"/>
                    <a:pt x="159" y="153"/>
                  </a:cubicBezTo>
                  <a:cubicBezTo>
                    <a:pt x="157" y="153"/>
                    <a:pt x="159" y="149"/>
                    <a:pt x="159" y="147"/>
                  </a:cubicBezTo>
                  <a:cubicBezTo>
                    <a:pt x="159" y="145"/>
                    <a:pt x="157" y="146"/>
                    <a:pt x="154" y="149"/>
                  </a:cubicBezTo>
                  <a:cubicBezTo>
                    <a:pt x="151" y="153"/>
                    <a:pt x="149" y="156"/>
                    <a:pt x="147" y="156"/>
                  </a:cubicBezTo>
                  <a:cubicBezTo>
                    <a:pt x="145" y="157"/>
                    <a:pt x="146" y="153"/>
                    <a:pt x="148" y="152"/>
                  </a:cubicBezTo>
                  <a:cubicBezTo>
                    <a:pt x="151" y="150"/>
                    <a:pt x="151" y="146"/>
                    <a:pt x="153" y="146"/>
                  </a:cubicBezTo>
                  <a:cubicBezTo>
                    <a:pt x="155" y="146"/>
                    <a:pt x="155" y="144"/>
                    <a:pt x="152" y="143"/>
                  </a:cubicBezTo>
                  <a:cubicBezTo>
                    <a:pt x="150" y="143"/>
                    <a:pt x="149" y="146"/>
                    <a:pt x="148" y="146"/>
                  </a:cubicBezTo>
                  <a:cubicBezTo>
                    <a:pt x="147" y="147"/>
                    <a:pt x="143" y="145"/>
                    <a:pt x="143" y="146"/>
                  </a:cubicBezTo>
                  <a:cubicBezTo>
                    <a:pt x="143" y="147"/>
                    <a:pt x="141" y="147"/>
                    <a:pt x="142" y="149"/>
                  </a:cubicBezTo>
                  <a:cubicBezTo>
                    <a:pt x="143" y="150"/>
                    <a:pt x="141" y="152"/>
                    <a:pt x="140" y="150"/>
                  </a:cubicBezTo>
                  <a:cubicBezTo>
                    <a:pt x="139" y="148"/>
                    <a:pt x="136" y="149"/>
                    <a:pt x="135" y="151"/>
                  </a:cubicBezTo>
                  <a:cubicBezTo>
                    <a:pt x="134" y="154"/>
                    <a:pt x="132" y="153"/>
                    <a:pt x="133" y="154"/>
                  </a:cubicBezTo>
                  <a:cubicBezTo>
                    <a:pt x="135" y="155"/>
                    <a:pt x="134" y="158"/>
                    <a:pt x="132" y="158"/>
                  </a:cubicBezTo>
                  <a:cubicBezTo>
                    <a:pt x="131" y="159"/>
                    <a:pt x="131" y="153"/>
                    <a:pt x="130" y="154"/>
                  </a:cubicBezTo>
                  <a:cubicBezTo>
                    <a:pt x="128" y="154"/>
                    <a:pt x="129" y="151"/>
                    <a:pt x="131" y="151"/>
                  </a:cubicBezTo>
                  <a:cubicBezTo>
                    <a:pt x="133" y="151"/>
                    <a:pt x="135" y="148"/>
                    <a:pt x="135" y="147"/>
                  </a:cubicBezTo>
                  <a:cubicBezTo>
                    <a:pt x="135" y="146"/>
                    <a:pt x="133" y="146"/>
                    <a:pt x="133" y="148"/>
                  </a:cubicBezTo>
                  <a:cubicBezTo>
                    <a:pt x="133" y="149"/>
                    <a:pt x="129" y="149"/>
                    <a:pt x="127" y="149"/>
                  </a:cubicBezTo>
                  <a:cubicBezTo>
                    <a:pt x="124" y="149"/>
                    <a:pt x="124" y="152"/>
                    <a:pt x="127" y="154"/>
                  </a:cubicBezTo>
                  <a:cubicBezTo>
                    <a:pt x="130" y="156"/>
                    <a:pt x="126" y="157"/>
                    <a:pt x="125" y="155"/>
                  </a:cubicBezTo>
                  <a:cubicBezTo>
                    <a:pt x="123" y="154"/>
                    <a:pt x="121" y="155"/>
                    <a:pt x="119" y="155"/>
                  </a:cubicBezTo>
                  <a:cubicBezTo>
                    <a:pt x="118" y="156"/>
                    <a:pt x="123" y="158"/>
                    <a:pt x="124" y="159"/>
                  </a:cubicBezTo>
                  <a:cubicBezTo>
                    <a:pt x="124" y="160"/>
                    <a:pt x="121" y="158"/>
                    <a:pt x="120" y="159"/>
                  </a:cubicBezTo>
                  <a:cubicBezTo>
                    <a:pt x="119" y="159"/>
                    <a:pt x="116" y="158"/>
                    <a:pt x="116" y="156"/>
                  </a:cubicBezTo>
                  <a:cubicBezTo>
                    <a:pt x="116" y="154"/>
                    <a:pt x="111" y="157"/>
                    <a:pt x="114" y="158"/>
                  </a:cubicBezTo>
                  <a:cubicBezTo>
                    <a:pt x="116" y="158"/>
                    <a:pt x="115" y="160"/>
                    <a:pt x="115" y="163"/>
                  </a:cubicBezTo>
                  <a:cubicBezTo>
                    <a:pt x="115" y="165"/>
                    <a:pt x="112" y="163"/>
                    <a:pt x="113" y="161"/>
                  </a:cubicBezTo>
                  <a:cubicBezTo>
                    <a:pt x="114" y="159"/>
                    <a:pt x="111" y="159"/>
                    <a:pt x="109" y="161"/>
                  </a:cubicBezTo>
                  <a:cubicBezTo>
                    <a:pt x="107" y="162"/>
                    <a:pt x="109" y="158"/>
                    <a:pt x="108" y="156"/>
                  </a:cubicBezTo>
                  <a:cubicBezTo>
                    <a:pt x="107" y="155"/>
                    <a:pt x="105" y="156"/>
                    <a:pt x="103" y="157"/>
                  </a:cubicBezTo>
                  <a:cubicBezTo>
                    <a:pt x="101" y="157"/>
                    <a:pt x="100" y="157"/>
                    <a:pt x="101" y="159"/>
                  </a:cubicBezTo>
                  <a:cubicBezTo>
                    <a:pt x="103" y="160"/>
                    <a:pt x="102" y="163"/>
                    <a:pt x="100" y="162"/>
                  </a:cubicBezTo>
                  <a:cubicBezTo>
                    <a:pt x="99" y="162"/>
                    <a:pt x="98" y="162"/>
                    <a:pt x="98" y="164"/>
                  </a:cubicBezTo>
                  <a:cubicBezTo>
                    <a:pt x="98" y="166"/>
                    <a:pt x="96" y="166"/>
                    <a:pt x="95" y="164"/>
                  </a:cubicBezTo>
                  <a:cubicBezTo>
                    <a:pt x="95" y="163"/>
                    <a:pt x="92" y="163"/>
                    <a:pt x="90" y="165"/>
                  </a:cubicBezTo>
                  <a:cubicBezTo>
                    <a:pt x="89" y="167"/>
                    <a:pt x="86" y="168"/>
                    <a:pt x="87" y="170"/>
                  </a:cubicBezTo>
                  <a:cubicBezTo>
                    <a:pt x="87" y="172"/>
                    <a:pt x="89" y="169"/>
                    <a:pt x="91" y="170"/>
                  </a:cubicBezTo>
                  <a:cubicBezTo>
                    <a:pt x="93" y="170"/>
                    <a:pt x="91" y="171"/>
                    <a:pt x="92" y="172"/>
                  </a:cubicBezTo>
                  <a:cubicBezTo>
                    <a:pt x="93" y="173"/>
                    <a:pt x="93" y="176"/>
                    <a:pt x="92" y="174"/>
                  </a:cubicBezTo>
                  <a:cubicBezTo>
                    <a:pt x="90" y="173"/>
                    <a:pt x="88" y="172"/>
                    <a:pt x="88" y="175"/>
                  </a:cubicBezTo>
                  <a:cubicBezTo>
                    <a:pt x="88" y="177"/>
                    <a:pt x="86" y="174"/>
                    <a:pt x="85" y="173"/>
                  </a:cubicBezTo>
                  <a:cubicBezTo>
                    <a:pt x="83" y="171"/>
                    <a:pt x="82" y="176"/>
                    <a:pt x="81" y="175"/>
                  </a:cubicBezTo>
                  <a:cubicBezTo>
                    <a:pt x="79" y="174"/>
                    <a:pt x="83" y="170"/>
                    <a:pt x="82" y="169"/>
                  </a:cubicBezTo>
                  <a:cubicBezTo>
                    <a:pt x="81" y="167"/>
                    <a:pt x="80" y="170"/>
                    <a:pt x="78" y="172"/>
                  </a:cubicBezTo>
                  <a:cubicBezTo>
                    <a:pt x="75" y="175"/>
                    <a:pt x="72" y="174"/>
                    <a:pt x="73" y="176"/>
                  </a:cubicBezTo>
                  <a:cubicBezTo>
                    <a:pt x="74" y="177"/>
                    <a:pt x="71" y="178"/>
                    <a:pt x="70" y="180"/>
                  </a:cubicBezTo>
                  <a:cubicBezTo>
                    <a:pt x="69" y="182"/>
                    <a:pt x="64" y="182"/>
                    <a:pt x="61" y="185"/>
                  </a:cubicBezTo>
                  <a:cubicBezTo>
                    <a:pt x="58" y="187"/>
                    <a:pt x="62" y="187"/>
                    <a:pt x="64" y="185"/>
                  </a:cubicBezTo>
                  <a:cubicBezTo>
                    <a:pt x="65" y="183"/>
                    <a:pt x="66" y="184"/>
                    <a:pt x="69" y="182"/>
                  </a:cubicBezTo>
                  <a:cubicBezTo>
                    <a:pt x="72" y="180"/>
                    <a:pt x="75" y="179"/>
                    <a:pt x="76" y="179"/>
                  </a:cubicBezTo>
                  <a:cubicBezTo>
                    <a:pt x="77" y="180"/>
                    <a:pt x="79" y="181"/>
                    <a:pt x="81" y="179"/>
                  </a:cubicBezTo>
                  <a:cubicBezTo>
                    <a:pt x="82" y="177"/>
                    <a:pt x="84" y="177"/>
                    <a:pt x="85" y="178"/>
                  </a:cubicBezTo>
                  <a:cubicBezTo>
                    <a:pt x="87" y="180"/>
                    <a:pt x="83" y="181"/>
                    <a:pt x="84" y="182"/>
                  </a:cubicBezTo>
                  <a:cubicBezTo>
                    <a:pt x="86" y="184"/>
                    <a:pt x="82" y="185"/>
                    <a:pt x="82" y="184"/>
                  </a:cubicBezTo>
                  <a:cubicBezTo>
                    <a:pt x="82" y="182"/>
                    <a:pt x="80" y="181"/>
                    <a:pt x="79" y="182"/>
                  </a:cubicBezTo>
                  <a:cubicBezTo>
                    <a:pt x="79" y="184"/>
                    <a:pt x="77" y="185"/>
                    <a:pt x="76" y="185"/>
                  </a:cubicBezTo>
                  <a:cubicBezTo>
                    <a:pt x="75" y="185"/>
                    <a:pt x="73" y="188"/>
                    <a:pt x="73" y="191"/>
                  </a:cubicBezTo>
                  <a:cubicBezTo>
                    <a:pt x="73" y="193"/>
                    <a:pt x="71" y="191"/>
                    <a:pt x="70" y="193"/>
                  </a:cubicBezTo>
                  <a:cubicBezTo>
                    <a:pt x="70" y="195"/>
                    <a:pt x="67" y="199"/>
                    <a:pt x="64" y="202"/>
                  </a:cubicBezTo>
                  <a:cubicBezTo>
                    <a:pt x="61" y="205"/>
                    <a:pt x="63" y="206"/>
                    <a:pt x="62" y="207"/>
                  </a:cubicBezTo>
                  <a:cubicBezTo>
                    <a:pt x="61" y="209"/>
                    <a:pt x="58" y="208"/>
                    <a:pt x="57" y="208"/>
                  </a:cubicBezTo>
                  <a:cubicBezTo>
                    <a:pt x="55" y="209"/>
                    <a:pt x="57" y="214"/>
                    <a:pt x="56" y="215"/>
                  </a:cubicBezTo>
                  <a:cubicBezTo>
                    <a:pt x="54" y="217"/>
                    <a:pt x="56" y="219"/>
                    <a:pt x="56" y="220"/>
                  </a:cubicBezTo>
                  <a:cubicBezTo>
                    <a:pt x="56" y="222"/>
                    <a:pt x="51" y="219"/>
                    <a:pt x="51" y="221"/>
                  </a:cubicBezTo>
                  <a:cubicBezTo>
                    <a:pt x="51" y="222"/>
                    <a:pt x="47" y="222"/>
                    <a:pt x="46" y="222"/>
                  </a:cubicBezTo>
                  <a:cubicBezTo>
                    <a:pt x="45" y="223"/>
                    <a:pt x="48" y="226"/>
                    <a:pt x="50" y="227"/>
                  </a:cubicBezTo>
                  <a:cubicBezTo>
                    <a:pt x="52" y="229"/>
                    <a:pt x="48" y="230"/>
                    <a:pt x="48" y="228"/>
                  </a:cubicBezTo>
                  <a:cubicBezTo>
                    <a:pt x="47" y="226"/>
                    <a:pt x="45" y="229"/>
                    <a:pt x="41" y="231"/>
                  </a:cubicBezTo>
                  <a:cubicBezTo>
                    <a:pt x="38" y="232"/>
                    <a:pt x="39" y="235"/>
                    <a:pt x="37" y="235"/>
                  </a:cubicBezTo>
                  <a:cubicBezTo>
                    <a:pt x="34" y="235"/>
                    <a:pt x="35" y="240"/>
                    <a:pt x="33" y="241"/>
                  </a:cubicBezTo>
                  <a:cubicBezTo>
                    <a:pt x="31" y="242"/>
                    <a:pt x="32" y="238"/>
                    <a:pt x="29" y="238"/>
                  </a:cubicBezTo>
                  <a:cubicBezTo>
                    <a:pt x="26" y="238"/>
                    <a:pt x="27" y="240"/>
                    <a:pt x="28" y="242"/>
                  </a:cubicBezTo>
                  <a:cubicBezTo>
                    <a:pt x="30" y="244"/>
                    <a:pt x="26" y="242"/>
                    <a:pt x="24" y="244"/>
                  </a:cubicBezTo>
                  <a:cubicBezTo>
                    <a:pt x="23" y="246"/>
                    <a:pt x="18" y="245"/>
                    <a:pt x="17" y="247"/>
                  </a:cubicBezTo>
                  <a:cubicBezTo>
                    <a:pt x="16" y="249"/>
                    <a:pt x="20" y="249"/>
                    <a:pt x="21" y="250"/>
                  </a:cubicBezTo>
                  <a:cubicBezTo>
                    <a:pt x="22" y="251"/>
                    <a:pt x="17" y="250"/>
                    <a:pt x="15" y="250"/>
                  </a:cubicBezTo>
                  <a:cubicBezTo>
                    <a:pt x="12" y="249"/>
                    <a:pt x="13" y="253"/>
                    <a:pt x="11" y="253"/>
                  </a:cubicBezTo>
                  <a:cubicBezTo>
                    <a:pt x="9" y="252"/>
                    <a:pt x="6" y="254"/>
                    <a:pt x="7" y="256"/>
                  </a:cubicBezTo>
                  <a:cubicBezTo>
                    <a:pt x="9" y="257"/>
                    <a:pt x="6" y="258"/>
                    <a:pt x="5" y="257"/>
                  </a:cubicBezTo>
                  <a:cubicBezTo>
                    <a:pt x="3" y="256"/>
                    <a:pt x="2" y="258"/>
                    <a:pt x="1" y="260"/>
                  </a:cubicBezTo>
                  <a:cubicBezTo>
                    <a:pt x="1" y="262"/>
                    <a:pt x="4" y="263"/>
                    <a:pt x="4" y="264"/>
                  </a:cubicBezTo>
                  <a:cubicBezTo>
                    <a:pt x="4" y="265"/>
                    <a:pt x="1" y="266"/>
                    <a:pt x="3" y="266"/>
                  </a:cubicBezTo>
                  <a:cubicBezTo>
                    <a:pt x="5" y="267"/>
                    <a:pt x="4" y="269"/>
                    <a:pt x="3" y="269"/>
                  </a:cubicBezTo>
                  <a:cubicBezTo>
                    <a:pt x="1" y="270"/>
                    <a:pt x="1" y="271"/>
                    <a:pt x="3" y="273"/>
                  </a:cubicBezTo>
                  <a:cubicBezTo>
                    <a:pt x="4" y="274"/>
                    <a:pt x="0" y="275"/>
                    <a:pt x="2" y="277"/>
                  </a:cubicBezTo>
                  <a:cubicBezTo>
                    <a:pt x="4" y="280"/>
                    <a:pt x="5" y="276"/>
                    <a:pt x="6" y="278"/>
                  </a:cubicBezTo>
                  <a:cubicBezTo>
                    <a:pt x="7" y="280"/>
                    <a:pt x="9" y="278"/>
                    <a:pt x="11" y="276"/>
                  </a:cubicBezTo>
                  <a:cubicBezTo>
                    <a:pt x="13" y="274"/>
                    <a:pt x="14" y="279"/>
                    <a:pt x="12" y="279"/>
                  </a:cubicBezTo>
                  <a:cubicBezTo>
                    <a:pt x="10" y="278"/>
                    <a:pt x="8" y="280"/>
                    <a:pt x="9" y="282"/>
                  </a:cubicBezTo>
                  <a:cubicBezTo>
                    <a:pt x="9" y="284"/>
                    <a:pt x="5" y="283"/>
                    <a:pt x="6" y="281"/>
                  </a:cubicBezTo>
                  <a:cubicBezTo>
                    <a:pt x="6" y="278"/>
                    <a:pt x="2" y="281"/>
                    <a:pt x="3" y="283"/>
                  </a:cubicBezTo>
                  <a:cubicBezTo>
                    <a:pt x="5" y="285"/>
                    <a:pt x="3" y="286"/>
                    <a:pt x="3" y="287"/>
                  </a:cubicBezTo>
                  <a:cubicBezTo>
                    <a:pt x="3" y="289"/>
                    <a:pt x="5" y="289"/>
                    <a:pt x="7" y="287"/>
                  </a:cubicBezTo>
                  <a:cubicBezTo>
                    <a:pt x="8" y="285"/>
                    <a:pt x="10" y="285"/>
                    <a:pt x="11" y="287"/>
                  </a:cubicBezTo>
                  <a:cubicBezTo>
                    <a:pt x="11" y="289"/>
                    <a:pt x="9" y="288"/>
                    <a:pt x="9" y="290"/>
                  </a:cubicBezTo>
                  <a:cubicBezTo>
                    <a:pt x="9" y="293"/>
                    <a:pt x="7" y="290"/>
                    <a:pt x="6" y="292"/>
                  </a:cubicBezTo>
                  <a:cubicBezTo>
                    <a:pt x="4" y="294"/>
                    <a:pt x="11" y="298"/>
                    <a:pt x="13" y="299"/>
                  </a:cubicBezTo>
                  <a:cubicBezTo>
                    <a:pt x="16" y="299"/>
                    <a:pt x="18" y="301"/>
                    <a:pt x="22" y="301"/>
                  </a:cubicBezTo>
                  <a:cubicBezTo>
                    <a:pt x="26" y="300"/>
                    <a:pt x="35" y="292"/>
                    <a:pt x="36" y="291"/>
                  </a:cubicBezTo>
                  <a:cubicBezTo>
                    <a:pt x="37" y="289"/>
                    <a:pt x="39" y="291"/>
                    <a:pt x="41" y="290"/>
                  </a:cubicBezTo>
                  <a:cubicBezTo>
                    <a:pt x="42" y="288"/>
                    <a:pt x="41" y="285"/>
                    <a:pt x="43" y="284"/>
                  </a:cubicBezTo>
                  <a:cubicBezTo>
                    <a:pt x="44" y="284"/>
                    <a:pt x="45" y="288"/>
                    <a:pt x="46" y="288"/>
                  </a:cubicBezTo>
                  <a:cubicBezTo>
                    <a:pt x="47" y="289"/>
                    <a:pt x="47" y="289"/>
                    <a:pt x="47" y="292"/>
                  </a:cubicBezTo>
                  <a:cubicBezTo>
                    <a:pt x="48" y="292"/>
                    <a:pt x="49" y="292"/>
                    <a:pt x="50" y="292"/>
                  </a:cubicBezTo>
                  <a:cubicBezTo>
                    <a:pt x="51" y="293"/>
                    <a:pt x="51" y="288"/>
                    <a:pt x="51" y="287"/>
                  </a:cubicBezTo>
                  <a:cubicBezTo>
                    <a:pt x="51" y="286"/>
                    <a:pt x="53" y="283"/>
                    <a:pt x="52" y="281"/>
                  </a:cubicBezTo>
                  <a:cubicBezTo>
                    <a:pt x="52" y="279"/>
                    <a:pt x="57" y="281"/>
                    <a:pt x="57" y="279"/>
                  </a:cubicBezTo>
                  <a:cubicBezTo>
                    <a:pt x="58" y="278"/>
                    <a:pt x="58" y="273"/>
                    <a:pt x="57" y="272"/>
                  </a:cubicBezTo>
                  <a:cubicBezTo>
                    <a:pt x="56" y="272"/>
                    <a:pt x="55" y="269"/>
                    <a:pt x="57" y="269"/>
                  </a:cubicBezTo>
                  <a:cubicBezTo>
                    <a:pt x="58" y="269"/>
                    <a:pt x="60" y="268"/>
                    <a:pt x="59" y="265"/>
                  </a:cubicBezTo>
                  <a:cubicBezTo>
                    <a:pt x="59" y="262"/>
                    <a:pt x="55" y="263"/>
                    <a:pt x="55" y="260"/>
                  </a:cubicBezTo>
                  <a:cubicBezTo>
                    <a:pt x="54" y="257"/>
                    <a:pt x="57" y="256"/>
                    <a:pt x="55" y="253"/>
                  </a:cubicBezTo>
                  <a:cubicBezTo>
                    <a:pt x="53" y="249"/>
                    <a:pt x="56" y="247"/>
                    <a:pt x="55" y="246"/>
                  </a:cubicBezTo>
                  <a:cubicBezTo>
                    <a:pt x="54" y="244"/>
                    <a:pt x="54" y="242"/>
                    <a:pt x="56" y="238"/>
                  </a:cubicBezTo>
                  <a:cubicBezTo>
                    <a:pt x="58" y="235"/>
                    <a:pt x="62" y="233"/>
                    <a:pt x="63" y="233"/>
                  </a:cubicBezTo>
                  <a:cubicBezTo>
                    <a:pt x="64" y="234"/>
                    <a:pt x="67" y="235"/>
                    <a:pt x="68" y="233"/>
                  </a:cubicBezTo>
                  <a:cubicBezTo>
                    <a:pt x="69" y="231"/>
                    <a:pt x="69" y="229"/>
                    <a:pt x="68" y="229"/>
                  </a:cubicBezTo>
                  <a:cubicBezTo>
                    <a:pt x="67" y="228"/>
                    <a:pt x="64" y="228"/>
                    <a:pt x="66" y="225"/>
                  </a:cubicBezTo>
                  <a:cubicBezTo>
                    <a:pt x="68" y="222"/>
                    <a:pt x="71" y="219"/>
                    <a:pt x="71" y="216"/>
                  </a:cubicBezTo>
                  <a:cubicBezTo>
                    <a:pt x="71" y="212"/>
                    <a:pt x="70" y="210"/>
                    <a:pt x="71" y="209"/>
                  </a:cubicBezTo>
                  <a:cubicBezTo>
                    <a:pt x="72" y="208"/>
                    <a:pt x="75" y="209"/>
                    <a:pt x="77" y="207"/>
                  </a:cubicBezTo>
                  <a:cubicBezTo>
                    <a:pt x="79" y="206"/>
                    <a:pt x="77" y="204"/>
                    <a:pt x="78" y="203"/>
                  </a:cubicBezTo>
                  <a:cubicBezTo>
                    <a:pt x="79" y="202"/>
                    <a:pt x="81" y="199"/>
                    <a:pt x="82" y="198"/>
                  </a:cubicBezTo>
                  <a:cubicBezTo>
                    <a:pt x="84" y="197"/>
                    <a:pt x="85" y="195"/>
                    <a:pt x="84" y="194"/>
                  </a:cubicBezTo>
                  <a:cubicBezTo>
                    <a:pt x="83" y="192"/>
                    <a:pt x="86" y="191"/>
                    <a:pt x="86" y="189"/>
                  </a:cubicBezTo>
                  <a:cubicBezTo>
                    <a:pt x="86" y="186"/>
                    <a:pt x="90" y="184"/>
                    <a:pt x="92" y="184"/>
                  </a:cubicBezTo>
                  <a:cubicBezTo>
                    <a:pt x="94" y="184"/>
                    <a:pt x="97" y="184"/>
                    <a:pt x="97" y="182"/>
                  </a:cubicBezTo>
                  <a:cubicBezTo>
                    <a:pt x="97" y="180"/>
                    <a:pt x="96" y="176"/>
                    <a:pt x="99" y="177"/>
                  </a:cubicBezTo>
                  <a:cubicBezTo>
                    <a:pt x="102" y="179"/>
                    <a:pt x="105" y="177"/>
                    <a:pt x="107" y="179"/>
                  </a:cubicBezTo>
                  <a:cubicBezTo>
                    <a:pt x="109" y="180"/>
                    <a:pt x="112" y="180"/>
                    <a:pt x="112" y="177"/>
                  </a:cubicBezTo>
                  <a:cubicBezTo>
                    <a:pt x="112" y="174"/>
                    <a:pt x="113" y="170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8" y="170"/>
                    <a:pt x="119" y="168"/>
                    <a:pt x="121" y="168"/>
                  </a:cubicBezTo>
                  <a:cubicBezTo>
                    <a:pt x="124" y="169"/>
                    <a:pt x="126" y="174"/>
                    <a:pt x="129" y="174"/>
                  </a:cubicBezTo>
                  <a:cubicBezTo>
                    <a:pt x="133" y="175"/>
                    <a:pt x="136" y="176"/>
                    <a:pt x="137" y="175"/>
                  </a:cubicBezTo>
                  <a:cubicBezTo>
                    <a:pt x="138" y="173"/>
                    <a:pt x="141" y="176"/>
                    <a:pt x="143" y="175"/>
                  </a:cubicBezTo>
                  <a:cubicBezTo>
                    <a:pt x="145" y="174"/>
                    <a:pt x="145" y="179"/>
                    <a:pt x="147" y="176"/>
                  </a:cubicBezTo>
                  <a:cubicBezTo>
                    <a:pt x="149" y="173"/>
                    <a:pt x="147" y="172"/>
                    <a:pt x="150" y="172"/>
                  </a:cubicBezTo>
                  <a:cubicBezTo>
                    <a:pt x="154" y="172"/>
                    <a:pt x="152" y="168"/>
                    <a:pt x="152" y="166"/>
                  </a:cubicBezTo>
                  <a:cubicBezTo>
                    <a:pt x="152" y="163"/>
                    <a:pt x="156" y="163"/>
                    <a:pt x="156" y="161"/>
                  </a:cubicBezTo>
                  <a:cubicBezTo>
                    <a:pt x="156" y="159"/>
                    <a:pt x="163" y="160"/>
                    <a:pt x="164" y="159"/>
                  </a:cubicBezTo>
                  <a:cubicBezTo>
                    <a:pt x="165" y="158"/>
                    <a:pt x="168" y="157"/>
                    <a:pt x="170" y="159"/>
                  </a:cubicBezTo>
                  <a:cubicBezTo>
                    <a:pt x="171" y="161"/>
                    <a:pt x="177" y="162"/>
                    <a:pt x="177" y="164"/>
                  </a:cubicBezTo>
                  <a:cubicBezTo>
                    <a:pt x="177" y="165"/>
                    <a:pt x="177" y="167"/>
                    <a:pt x="177" y="168"/>
                  </a:cubicBezTo>
                  <a:cubicBezTo>
                    <a:pt x="178" y="167"/>
                    <a:pt x="179" y="167"/>
                    <a:pt x="181" y="167"/>
                  </a:cubicBezTo>
                  <a:cubicBezTo>
                    <a:pt x="183" y="167"/>
                    <a:pt x="185" y="163"/>
                    <a:pt x="187" y="164"/>
                  </a:cubicBezTo>
                  <a:cubicBezTo>
                    <a:pt x="188" y="164"/>
                    <a:pt x="190" y="164"/>
                    <a:pt x="191" y="161"/>
                  </a:cubicBezTo>
                  <a:cubicBezTo>
                    <a:pt x="189" y="160"/>
                    <a:pt x="185" y="160"/>
                    <a:pt x="185" y="16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3" name="Freeform 1298">
              <a:extLst>
                <a:ext uri="{FF2B5EF4-FFF2-40B4-BE49-F238E27FC236}">
                  <a16:creationId xmlns:a16="http://schemas.microsoft.com/office/drawing/2014/main" id="{BF1F3C58-AD31-6DEF-9C94-FD8A86945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3060" y="2887508"/>
              <a:ext cx="93656" cy="52386"/>
            </a:xfrm>
            <a:custGeom>
              <a:avLst/>
              <a:gdLst>
                <a:gd name="T0" fmla="*/ 0 w 25"/>
                <a:gd name="T1" fmla="*/ 13 h 14"/>
                <a:gd name="T2" fmla="*/ 5 w 25"/>
                <a:gd name="T3" fmla="*/ 12 h 14"/>
                <a:gd name="T4" fmla="*/ 6 w 25"/>
                <a:gd name="T5" fmla="*/ 14 h 14"/>
                <a:gd name="T6" fmla="*/ 11 w 25"/>
                <a:gd name="T7" fmla="*/ 13 h 14"/>
                <a:gd name="T8" fmla="*/ 16 w 25"/>
                <a:gd name="T9" fmla="*/ 13 h 14"/>
                <a:gd name="T10" fmla="*/ 19 w 25"/>
                <a:gd name="T11" fmla="*/ 10 h 14"/>
                <a:gd name="T12" fmla="*/ 21 w 25"/>
                <a:gd name="T13" fmla="*/ 6 h 14"/>
                <a:gd name="T14" fmla="*/ 25 w 25"/>
                <a:gd name="T15" fmla="*/ 3 h 14"/>
                <a:gd name="T16" fmla="*/ 24 w 25"/>
                <a:gd name="T17" fmla="*/ 0 h 14"/>
                <a:gd name="T18" fmla="*/ 18 w 25"/>
                <a:gd name="T19" fmla="*/ 2 h 14"/>
                <a:gd name="T20" fmla="*/ 12 w 25"/>
                <a:gd name="T21" fmla="*/ 4 h 14"/>
                <a:gd name="T22" fmla="*/ 3 w 25"/>
                <a:gd name="T23" fmla="*/ 3 h 14"/>
                <a:gd name="T24" fmla="*/ 0 w 25"/>
                <a:gd name="T25" fmla="*/ 2 h 14"/>
                <a:gd name="T26" fmla="*/ 0 w 25"/>
                <a:gd name="T27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14">
                  <a:moveTo>
                    <a:pt x="0" y="13"/>
                  </a:moveTo>
                  <a:cubicBezTo>
                    <a:pt x="2" y="12"/>
                    <a:pt x="4" y="12"/>
                    <a:pt x="5" y="12"/>
                  </a:cubicBezTo>
                  <a:cubicBezTo>
                    <a:pt x="6" y="12"/>
                    <a:pt x="6" y="13"/>
                    <a:pt x="6" y="14"/>
                  </a:cubicBezTo>
                  <a:cubicBezTo>
                    <a:pt x="8" y="14"/>
                    <a:pt x="11" y="14"/>
                    <a:pt x="11" y="13"/>
                  </a:cubicBezTo>
                  <a:cubicBezTo>
                    <a:pt x="13" y="13"/>
                    <a:pt x="16" y="14"/>
                    <a:pt x="16" y="13"/>
                  </a:cubicBezTo>
                  <a:cubicBezTo>
                    <a:pt x="17" y="12"/>
                    <a:pt x="18" y="10"/>
                    <a:pt x="19" y="10"/>
                  </a:cubicBezTo>
                  <a:cubicBezTo>
                    <a:pt x="20" y="10"/>
                    <a:pt x="19" y="6"/>
                    <a:pt x="21" y="6"/>
                  </a:cubicBezTo>
                  <a:cubicBezTo>
                    <a:pt x="22" y="6"/>
                    <a:pt x="25" y="3"/>
                    <a:pt x="25" y="3"/>
                  </a:cubicBezTo>
                  <a:cubicBezTo>
                    <a:pt x="25" y="3"/>
                    <a:pt x="24" y="0"/>
                    <a:pt x="24" y="0"/>
                  </a:cubicBezTo>
                  <a:cubicBezTo>
                    <a:pt x="23" y="0"/>
                    <a:pt x="21" y="2"/>
                    <a:pt x="18" y="2"/>
                  </a:cubicBezTo>
                  <a:cubicBezTo>
                    <a:pt x="15" y="2"/>
                    <a:pt x="13" y="4"/>
                    <a:pt x="12" y="4"/>
                  </a:cubicBezTo>
                  <a:cubicBezTo>
                    <a:pt x="10" y="4"/>
                    <a:pt x="6" y="3"/>
                    <a:pt x="3" y="3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5"/>
                    <a:pt x="0" y="9"/>
                    <a:pt x="0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4" name="Freeform 1299">
              <a:extLst>
                <a:ext uri="{FF2B5EF4-FFF2-40B4-BE49-F238E27FC236}">
                  <a16:creationId xmlns:a16="http://schemas.microsoft.com/office/drawing/2014/main" id="{DDD401D9-6903-C2DA-773E-8D1458093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3060" y="2887508"/>
              <a:ext cx="93656" cy="52386"/>
            </a:xfrm>
            <a:custGeom>
              <a:avLst/>
              <a:gdLst>
                <a:gd name="T0" fmla="*/ 0 w 25"/>
                <a:gd name="T1" fmla="*/ 13 h 14"/>
                <a:gd name="T2" fmla="*/ 5 w 25"/>
                <a:gd name="T3" fmla="*/ 12 h 14"/>
                <a:gd name="T4" fmla="*/ 6 w 25"/>
                <a:gd name="T5" fmla="*/ 14 h 14"/>
                <a:gd name="T6" fmla="*/ 11 w 25"/>
                <a:gd name="T7" fmla="*/ 13 h 14"/>
                <a:gd name="T8" fmla="*/ 16 w 25"/>
                <a:gd name="T9" fmla="*/ 13 h 14"/>
                <a:gd name="T10" fmla="*/ 19 w 25"/>
                <a:gd name="T11" fmla="*/ 10 h 14"/>
                <a:gd name="T12" fmla="*/ 21 w 25"/>
                <a:gd name="T13" fmla="*/ 6 h 14"/>
                <a:gd name="T14" fmla="*/ 25 w 25"/>
                <a:gd name="T15" fmla="*/ 3 h 14"/>
                <a:gd name="T16" fmla="*/ 24 w 25"/>
                <a:gd name="T17" fmla="*/ 0 h 14"/>
                <a:gd name="T18" fmla="*/ 18 w 25"/>
                <a:gd name="T19" fmla="*/ 2 h 14"/>
                <a:gd name="T20" fmla="*/ 12 w 25"/>
                <a:gd name="T21" fmla="*/ 4 h 14"/>
                <a:gd name="T22" fmla="*/ 3 w 25"/>
                <a:gd name="T23" fmla="*/ 3 h 14"/>
                <a:gd name="T24" fmla="*/ 0 w 25"/>
                <a:gd name="T25" fmla="*/ 2 h 14"/>
                <a:gd name="T26" fmla="*/ 0 w 25"/>
                <a:gd name="T27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14">
                  <a:moveTo>
                    <a:pt x="0" y="13"/>
                  </a:moveTo>
                  <a:cubicBezTo>
                    <a:pt x="2" y="12"/>
                    <a:pt x="4" y="12"/>
                    <a:pt x="5" y="12"/>
                  </a:cubicBezTo>
                  <a:cubicBezTo>
                    <a:pt x="6" y="12"/>
                    <a:pt x="6" y="13"/>
                    <a:pt x="6" y="14"/>
                  </a:cubicBezTo>
                  <a:cubicBezTo>
                    <a:pt x="8" y="14"/>
                    <a:pt x="11" y="14"/>
                    <a:pt x="11" y="13"/>
                  </a:cubicBezTo>
                  <a:cubicBezTo>
                    <a:pt x="13" y="13"/>
                    <a:pt x="16" y="14"/>
                    <a:pt x="16" y="13"/>
                  </a:cubicBezTo>
                  <a:cubicBezTo>
                    <a:pt x="17" y="12"/>
                    <a:pt x="18" y="10"/>
                    <a:pt x="19" y="10"/>
                  </a:cubicBezTo>
                  <a:cubicBezTo>
                    <a:pt x="20" y="10"/>
                    <a:pt x="19" y="6"/>
                    <a:pt x="21" y="6"/>
                  </a:cubicBezTo>
                  <a:cubicBezTo>
                    <a:pt x="22" y="6"/>
                    <a:pt x="25" y="3"/>
                    <a:pt x="25" y="3"/>
                  </a:cubicBezTo>
                  <a:cubicBezTo>
                    <a:pt x="25" y="3"/>
                    <a:pt x="24" y="0"/>
                    <a:pt x="24" y="0"/>
                  </a:cubicBezTo>
                  <a:cubicBezTo>
                    <a:pt x="23" y="0"/>
                    <a:pt x="21" y="2"/>
                    <a:pt x="18" y="2"/>
                  </a:cubicBezTo>
                  <a:cubicBezTo>
                    <a:pt x="15" y="2"/>
                    <a:pt x="13" y="4"/>
                    <a:pt x="12" y="4"/>
                  </a:cubicBezTo>
                  <a:cubicBezTo>
                    <a:pt x="10" y="4"/>
                    <a:pt x="6" y="3"/>
                    <a:pt x="3" y="3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5"/>
                    <a:pt x="0" y="9"/>
                    <a:pt x="0" y="13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5" name="Freeform 1300">
              <a:extLst>
                <a:ext uri="{FF2B5EF4-FFF2-40B4-BE49-F238E27FC236}">
                  <a16:creationId xmlns:a16="http://schemas.microsoft.com/office/drawing/2014/main" id="{F6BB1420-241D-3097-2448-9E11A41683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81625" y="2879571"/>
              <a:ext cx="319061" cy="349231"/>
            </a:xfrm>
            <a:custGeom>
              <a:avLst/>
              <a:gdLst>
                <a:gd name="T0" fmla="*/ 70 w 85"/>
                <a:gd name="T1" fmla="*/ 52 h 93"/>
                <a:gd name="T2" fmla="*/ 65 w 85"/>
                <a:gd name="T3" fmla="*/ 48 h 93"/>
                <a:gd name="T4" fmla="*/ 53 w 85"/>
                <a:gd name="T5" fmla="*/ 36 h 93"/>
                <a:gd name="T6" fmla="*/ 43 w 85"/>
                <a:gd name="T7" fmla="*/ 26 h 93"/>
                <a:gd name="T8" fmla="*/ 43 w 85"/>
                <a:gd name="T9" fmla="*/ 18 h 93"/>
                <a:gd name="T10" fmla="*/ 46 w 85"/>
                <a:gd name="T11" fmla="*/ 14 h 93"/>
                <a:gd name="T12" fmla="*/ 47 w 85"/>
                <a:gd name="T13" fmla="*/ 4 h 93"/>
                <a:gd name="T14" fmla="*/ 43 w 85"/>
                <a:gd name="T15" fmla="*/ 3 h 93"/>
                <a:gd name="T16" fmla="*/ 42 w 85"/>
                <a:gd name="T17" fmla="*/ 0 h 93"/>
                <a:gd name="T18" fmla="*/ 36 w 85"/>
                <a:gd name="T19" fmla="*/ 1 h 93"/>
                <a:gd name="T20" fmla="*/ 31 w 85"/>
                <a:gd name="T21" fmla="*/ 3 h 93"/>
                <a:gd name="T22" fmla="*/ 30 w 85"/>
                <a:gd name="T23" fmla="*/ 2 h 93"/>
                <a:gd name="T24" fmla="*/ 29 w 85"/>
                <a:gd name="T25" fmla="*/ 3 h 93"/>
                <a:gd name="T26" fmla="*/ 28 w 85"/>
                <a:gd name="T27" fmla="*/ 5 h 93"/>
                <a:gd name="T28" fmla="*/ 25 w 85"/>
                <a:gd name="T29" fmla="*/ 6 h 93"/>
                <a:gd name="T30" fmla="*/ 22 w 85"/>
                <a:gd name="T31" fmla="*/ 7 h 93"/>
                <a:gd name="T32" fmla="*/ 19 w 85"/>
                <a:gd name="T33" fmla="*/ 8 h 93"/>
                <a:gd name="T34" fmla="*/ 17 w 85"/>
                <a:gd name="T35" fmla="*/ 11 h 93"/>
                <a:gd name="T36" fmla="*/ 13 w 85"/>
                <a:gd name="T37" fmla="*/ 6 h 93"/>
                <a:gd name="T38" fmla="*/ 9 w 85"/>
                <a:gd name="T39" fmla="*/ 11 h 93"/>
                <a:gd name="T40" fmla="*/ 3 w 85"/>
                <a:gd name="T41" fmla="*/ 12 h 93"/>
                <a:gd name="T42" fmla="*/ 4 w 85"/>
                <a:gd name="T43" fmla="*/ 15 h 93"/>
                <a:gd name="T44" fmla="*/ 2 w 85"/>
                <a:gd name="T45" fmla="*/ 18 h 93"/>
                <a:gd name="T46" fmla="*/ 1 w 85"/>
                <a:gd name="T47" fmla="*/ 20 h 93"/>
                <a:gd name="T48" fmla="*/ 3 w 85"/>
                <a:gd name="T49" fmla="*/ 24 h 93"/>
                <a:gd name="T50" fmla="*/ 5 w 85"/>
                <a:gd name="T51" fmla="*/ 27 h 93"/>
                <a:gd name="T52" fmla="*/ 8 w 85"/>
                <a:gd name="T53" fmla="*/ 29 h 93"/>
                <a:gd name="T54" fmla="*/ 7 w 85"/>
                <a:gd name="T55" fmla="*/ 31 h 93"/>
                <a:gd name="T56" fmla="*/ 11 w 85"/>
                <a:gd name="T57" fmla="*/ 30 h 93"/>
                <a:gd name="T58" fmla="*/ 16 w 85"/>
                <a:gd name="T59" fmla="*/ 26 h 93"/>
                <a:gd name="T60" fmla="*/ 26 w 85"/>
                <a:gd name="T61" fmla="*/ 30 h 93"/>
                <a:gd name="T62" fmla="*/ 29 w 85"/>
                <a:gd name="T63" fmla="*/ 34 h 93"/>
                <a:gd name="T64" fmla="*/ 36 w 85"/>
                <a:gd name="T65" fmla="*/ 43 h 93"/>
                <a:gd name="T66" fmla="*/ 46 w 85"/>
                <a:gd name="T67" fmla="*/ 52 h 93"/>
                <a:gd name="T68" fmla="*/ 53 w 85"/>
                <a:gd name="T69" fmla="*/ 55 h 93"/>
                <a:gd name="T70" fmla="*/ 59 w 85"/>
                <a:gd name="T71" fmla="*/ 59 h 93"/>
                <a:gd name="T72" fmla="*/ 65 w 85"/>
                <a:gd name="T73" fmla="*/ 64 h 93"/>
                <a:gd name="T74" fmla="*/ 67 w 85"/>
                <a:gd name="T75" fmla="*/ 68 h 93"/>
                <a:gd name="T76" fmla="*/ 67 w 85"/>
                <a:gd name="T77" fmla="*/ 76 h 93"/>
                <a:gd name="T78" fmla="*/ 68 w 85"/>
                <a:gd name="T79" fmla="*/ 82 h 93"/>
                <a:gd name="T80" fmla="*/ 71 w 85"/>
                <a:gd name="T81" fmla="*/ 76 h 93"/>
                <a:gd name="T82" fmla="*/ 76 w 85"/>
                <a:gd name="T83" fmla="*/ 71 h 93"/>
                <a:gd name="T84" fmla="*/ 72 w 85"/>
                <a:gd name="T85" fmla="*/ 66 h 93"/>
                <a:gd name="T86" fmla="*/ 79 w 85"/>
                <a:gd name="T87" fmla="*/ 62 h 93"/>
                <a:gd name="T88" fmla="*/ 85 w 85"/>
                <a:gd name="T89" fmla="*/ 63 h 93"/>
                <a:gd name="T90" fmla="*/ 70 w 85"/>
                <a:gd name="T91" fmla="*/ 52 h 93"/>
                <a:gd name="T92" fmla="*/ 17 w 85"/>
                <a:gd name="T93" fmla="*/ 56 h 93"/>
                <a:gd name="T94" fmla="*/ 11 w 85"/>
                <a:gd name="T95" fmla="*/ 57 h 93"/>
                <a:gd name="T96" fmla="*/ 14 w 85"/>
                <a:gd name="T97" fmla="*/ 67 h 93"/>
                <a:gd name="T98" fmla="*/ 17 w 85"/>
                <a:gd name="T99" fmla="*/ 74 h 93"/>
                <a:gd name="T100" fmla="*/ 22 w 85"/>
                <a:gd name="T101" fmla="*/ 71 h 93"/>
                <a:gd name="T102" fmla="*/ 24 w 85"/>
                <a:gd name="T103" fmla="*/ 59 h 93"/>
                <a:gd name="T104" fmla="*/ 17 w 85"/>
                <a:gd name="T105" fmla="*/ 56 h 93"/>
                <a:gd name="T106" fmla="*/ 59 w 85"/>
                <a:gd name="T107" fmla="*/ 81 h 93"/>
                <a:gd name="T108" fmla="*/ 50 w 85"/>
                <a:gd name="T109" fmla="*/ 81 h 93"/>
                <a:gd name="T110" fmla="*/ 44 w 85"/>
                <a:gd name="T111" fmla="*/ 84 h 93"/>
                <a:gd name="T112" fmla="*/ 52 w 85"/>
                <a:gd name="T113" fmla="*/ 88 h 93"/>
                <a:gd name="T114" fmla="*/ 60 w 85"/>
                <a:gd name="T115" fmla="*/ 93 h 93"/>
                <a:gd name="T116" fmla="*/ 62 w 85"/>
                <a:gd name="T117" fmla="*/ 88 h 93"/>
                <a:gd name="T118" fmla="*/ 65 w 85"/>
                <a:gd name="T119" fmla="*/ 81 h 93"/>
                <a:gd name="T120" fmla="*/ 59 w 85"/>
                <a:gd name="T121" fmla="*/ 8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5" h="93">
                  <a:moveTo>
                    <a:pt x="70" y="52"/>
                  </a:moveTo>
                  <a:cubicBezTo>
                    <a:pt x="68" y="51"/>
                    <a:pt x="69" y="48"/>
                    <a:pt x="65" y="48"/>
                  </a:cubicBezTo>
                  <a:cubicBezTo>
                    <a:pt x="60" y="48"/>
                    <a:pt x="55" y="43"/>
                    <a:pt x="53" y="36"/>
                  </a:cubicBezTo>
                  <a:cubicBezTo>
                    <a:pt x="52" y="30"/>
                    <a:pt x="45" y="29"/>
                    <a:pt x="43" y="26"/>
                  </a:cubicBezTo>
                  <a:cubicBezTo>
                    <a:pt x="41" y="22"/>
                    <a:pt x="45" y="21"/>
                    <a:pt x="43" y="18"/>
                  </a:cubicBezTo>
                  <a:cubicBezTo>
                    <a:pt x="42" y="16"/>
                    <a:pt x="44" y="15"/>
                    <a:pt x="46" y="14"/>
                  </a:cubicBezTo>
                  <a:cubicBezTo>
                    <a:pt x="46" y="11"/>
                    <a:pt x="47" y="7"/>
                    <a:pt x="47" y="4"/>
                  </a:cubicBezTo>
                  <a:cubicBezTo>
                    <a:pt x="45" y="4"/>
                    <a:pt x="44" y="4"/>
                    <a:pt x="43" y="3"/>
                  </a:cubicBezTo>
                  <a:cubicBezTo>
                    <a:pt x="42" y="3"/>
                    <a:pt x="42" y="0"/>
                    <a:pt x="42" y="0"/>
                  </a:cubicBezTo>
                  <a:cubicBezTo>
                    <a:pt x="41" y="0"/>
                    <a:pt x="36" y="0"/>
                    <a:pt x="36" y="1"/>
                  </a:cubicBezTo>
                  <a:cubicBezTo>
                    <a:pt x="35" y="2"/>
                    <a:pt x="32" y="3"/>
                    <a:pt x="31" y="3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8" y="5"/>
                    <a:pt x="28" y="5"/>
                  </a:cubicBezTo>
                  <a:cubicBezTo>
                    <a:pt x="27" y="5"/>
                    <a:pt x="25" y="5"/>
                    <a:pt x="25" y="6"/>
                  </a:cubicBezTo>
                  <a:cubicBezTo>
                    <a:pt x="25" y="8"/>
                    <a:pt x="23" y="7"/>
                    <a:pt x="22" y="7"/>
                  </a:cubicBezTo>
                  <a:cubicBezTo>
                    <a:pt x="21" y="7"/>
                    <a:pt x="19" y="7"/>
                    <a:pt x="19" y="8"/>
                  </a:cubicBezTo>
                  <a:cubicBezTo>
                    <a:pt x="19" y="10"/>
                    <a:pt x="19" y="13"/>
                    <a:pt x="17" y="11"/>
                  </a:cubicBezTo>
                  <a:cubicBezTo>
                    <a:pt x="16" y="10"/>
                    <a:pt x="14" y="6"/>
                    <a:pt x="13" y="6"/>
                  </a:cubicBezTo>
                  <a:cubicBezTo>
                    <a:pt x="12" y="7"/>
                    <a:pt x="11" y="11"/>
                    <a:pt x="9" y="11"/>
                  </a:cubicBezTo>
                  <a:cubicBezTo>
                    <a:pt x="8" y="11"/>
                    <a:pt x="5" y="12"/>
                    <a:pt x="3" y="12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5" y="16"/>
                    <a:pt x="3" y="18"/>
                    <a:pt x="2" y="18"/>
                  </a:cubicBezTo>
                  <a:cubicBezTo>
                    <a:pt x="1" y="19"/>
                    <a:pt x="0" y="18"/>
                    <a:pt x="1" y="20"/>
                  </a:cubicBezTo>
                  <a:cubicBezTo>
                    <a:pt x="2" y="22"/>
                    <a:pt x="4" y="22"/>
                    <a:pt x="3" y="24"/>
                  </a:cubicBezTo>
                  <a:cubicBezTo>
                    <a:pt x="2" y="26"/>
                    <a:pt x="3" y="27"/>
                    <a:pt x="5" y="27"/>
                  </a:cubicBezTo>
                  <a:cubicBezTo>
                    <a:pt x="6" y="28"/>
                    <a:pt x="9" y="27"/>
                    <a:pt x="8" y="29"/>
                  </a:cubicBezTo>
                  <a:cubicBezTo>
                    <a:pt x="8" y="29"/>
                    <a:pt x="7" y="30"/>
                    <a:pt x="7" y="31"/>
                  </a:cubicBezTo>
                  <a:cubicBezTo>
                    <a:pt x="9" y="31"/>
                    <a:pt x="10" y="31"/>
                    <a:pt x="11" y="30"/>
                  </a:cubicBezTo>
                  <a:cubicBezTo>
                    <a:pt x="13" y="29"/>
                    <a:pt x="12" y="27"/>
                    <a:pt x="16" y="26"/>
                  </a:cubicBezTo>
                  <a:cubicBezTo>
                    <a:pt x="20" y="25"/>
                    <a:pt x="25" y="28"/>
                    <a:pt x="26" y="30"/>
                  </a:cubicBezTo>
                  <a:cubicBezTo>
                    <a:pt x="28" y="32"/>
                    <a:pt x="28" y="33"/>
                    <a:pt x="29" y="34"/>
                  </a:cubicBezTo>
                  <a:cubicBezTo>
                    <a:pt x="29" y="36"/>
                    <a:pt x="31" y="40"/>
                    <a:pt x="36" y="43"/>
                  </a:cubicBezTo>
                  <a:cubicBezTo>
                    <a:pt x="41" y="47"/>
                    <a:pt x="43" y="51"/>
                    <a:pt x="46" y="52"/>
                  </a:cubicBezTo>
                  <a:cubicBezTo>
                    <a:pt x="49" y="53"/>
                    <a:pt x="51" y="53"/>
                    <a:pt x="53" y="55"/>
                  </a:cubicBezTo>
                  <a:cubicBezTo>
                    <a:pt x="55" y="57"/>
                    <a:pt x="57" y="58"/>
                    <a:pt x="59" y="59"/>
                  </a:cubicBezTo>
                  <a:cubicBezTo>
                    <a:pt x="62" y="61"/>
                    <a:pt x="62" y="63"/>
                    <a:pt x="65" y="64"/>
                  </a:cubicBezTo>
                  <a:cubicBezTo>
                    <a:pt x="67" y="64"/>
                    <a:pt x="66" y="66"/>
                    <a:pt x="67" y="68"/>
                  </a:cubicBezTo>
                  <a:cubicBezTo>
                    <a:pt x="69" y="70"/>
                    <a:pt x="69" y="74"/>
                    <a:pt x="67" y="76"/>
                  </a:cubicBezTo>
                  <a:cubicBezTo>
                    <a:pt x="66" y="78"/>
                    <a:pt x="67" y="82"/>
                    <a:pt x="68" y="82"/>
                  </a:cubicBezTo>
                  <a:cubicBezTo>
                    <a:pt x="69" y="82"/>
                    <a:pt x="71" y="78"/>
                    <a:pt x="71" y="76"/>
                  </a:cubicBezTo>
                  <a:cubicBezTo>
                    <a:pt x="72" y="74"/>
                    <a:pt x="74" y="74"/>
                    <a:pt x="76" y="71"/>
                  </a:cubicBezTo>
                  <a:cubicBezTo>
                    <a:pt x="77" y="69"/>
                    <a:pt x="73" y="69"/>
                    <a:pt x="72" y="66"/>
                  </a:cubicBezTo>
                  <a:cubicBezTo>
                    <a:pt x="72" y="63"/>
                    <a:pt x="76" y="60"/>
                    <a:pt x="79" y="62"/>
                  </a:cubicBezTo>
                  <a:cubicBezTo>
                    <a:pt x="83" y="65"/>
                    <a:pt x="85" y="67"/>
                    <a:pt x="85" y="63"/>
                  </a:cubicBezTo>
                  <a:cubicBezTo>
                    <a:pt x="85" y="59"/>
                    <a:pt x="73" y="54"/>
                    <a:pt x="70" y="52"/>
                  </a:cubicBezTo>
                  <a:moveTo>
                    <a:pt x="17" y="56"/>
                  </a:moveTo>
                  <a:cubicBezTo>
                    <a:pt x="14" y="58"/>
                    <a:pt x="12" y="56"/>
                    <a:pt x="11" y="57"/>
                  </a:cubicBezTo>
                  <a:cubicBezTo>
                    <a:pt x="10" y="59"/>
                    <a:pt x="15" y="62"/>
                    <a:pt x="14" y="67"/>
                  </a:cubicBezTo>
                  <a:cubicBezTo>
                    <a:pt x="13" y="71"/>
                    <a:pt x="15" y="76"/>
                    <a:pt x="17" y="74"/>
                  </a:cubicBezTo>
                  <a:cubicBezTo>
                    <a:pt x="20" y="71"/>
                    <a:pt x="21" y="73"/>
                    <a:pt x="22" y="71"/>
                  </a:cubicBezTo>
                  <a:cubicBezTo>
                    <a:pt x="24" y="69"/>
                    <a:pt x="23" y="62"/>
                    <a:pt x="24" y="59"/>
                  </a:cubicBezTo>
                  <a:cubicBezTo>
                    <a:pt x="25" y="55"/>
                    <a:pt x="19" y="54"/>
                    <a:pt x="17" y="56"/>
                  </a:cubicBezTo>
                  <a:moveTo>
                    <a:pt x="59" y="81"/>
                  </a:moveTo>
                  <a:cubicBezTo>
                    <a:pt x="55" y="82"/>
                    <a:pt x="53" y="82"/>
                    <a:pt x="50" y="81"/>
                  </a:cubicBezTo>
                  <a:cubicBezTo>
                    <a:pt x="47" y="79"/>
                    <a:pt x="43" y="82"/>
                    <a:pt x="44" y="84"/>
                  </a:cubicBezTo>
                  <a:cubicBezTo>
                    <a:pt x="44" y="85"/>
                    <a:pt x="46" y="86"/>
                    <a:pt x="52" y="88"/>
                  </a:cubicBezTo>
                  <a:cubicBezTo>
                    <a:pt x="57" y="89"/>
                    <a:pt x="58" y="93"/>
                    <a:pt x="60" y="93"/>
                  </a:cubicBezTo>
                  <a:cubicBezTo>
                    <a:pt x="62" y="93"/>
                    <a:pt x="62" y="91"/>
                    <a:pt x="62" y="88"/>
                  </a:cubicBezTo>
                  <a:cubicBezTo>
                    <a:pt x="61" y="85"/>
                    <a:pt x="65" y="82"/>
                    <a:pt x="65" y="81"/>
                  </a:cubicBezTo>
                  <a:cubicBezTo>
                    <a:pt x="65" y="81"/>
                    <a:pt x="64" y="80"/>
                    <a:pt x="59" y="8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6" name="Freeform 1302">
              <a:extLst>
                <a:ext uri="{FF2B5EF4-FFF2-40B4-BE49-F238E27FC236}">
                  <a16:creationId xmlns:a16="http://schemas.microsoft.com/office/drawing/2014/main" id="{502AA1A7-5117-3C08-2364-6E8321832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5923" y="3006565"/>
              <a:ext cx="38097" cy="49211"/>
            </a:xfrm>
            <a:custGeom>
              <a:avLst/>
              <a:gdLst>
                <a:gd name="T0" fmla="*/ 4 w 10"/>
                <a:gd name="T1" fmla="*/ 0 h 13"/>
                <a:gd name="T2" fmla="*/ 1 w 10"/>
                <a:gd name="T3" fmla="*/ 6 h 13"/>
                <a:gd name="T4" fmla="*/ 0 w 10"/>
                <a:gd name="T5" fmla="*/ 8 h 13"/>
                <a:gd name="T6" fmla="*/ 6 w 10"/>
                <a:gd name="T7" fmla="*/ 13 h 13"/>
                <a:gd name="T8" fmla="*/ 7 w 10"/>
                <a:gd name="T9" fmla="*/ 13 h 13"/>
                <a:gd name="T10" fmla="*/ 10 w 10"/>
                <a:gd name="T11" fmla="*/ 7 h 13"/>
                <a:gd name="T12" fmla="*/ 4 w 10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3">
                  <a:moveTo>
                    <a:pt x="4" y="0"/>
                  </a:moveTo>
                  <a:cubicBezTo>
                    <a:pt x="2" y="2"/>
                    <a:pt x="0" y="5"/>
                    <a:pt x="1" y="6"/>
                  </a:cubicBezTo>
                  <a:cubicBezTo>
                    <a:pt x="1" y="6"/>
                    <a:pt x="1" y="7"/>
                    <a:pt x="0" y="8"/>
                  </a:cubicBezTo>
                  <a:cubicBezTo>
                    <a:pt x="2" y="10"/>
                    <a:pt x="5" y="12"/>
                    <a:pt x="6" y="13"/>
                  </a:cubicBezTo>
                  <a:cubicBezTo>
                    <a:pt x="6" y="13"/>
                    <a:pt x="6" y="13"/>
                    <a:pt x="7" y="13"/>
                  </a:cubicBezTo>
                  <a:cubicBezTo>
                    <a:pt x="7" y="10"/>
                    <a:pt x="9" y="7"/>
                    <a:pt x="10" y="7"/>
                  </a:cubicBezTo>
                  <a:cubicBezTo>
                    <a:pt x="8" y="5"/>
                    <a:pt x="6" y="2"/>
                    <a:pt x="4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8" name="Freeform 1304">
              <a:extLst>
                <a:ext uri="{FF2B5EF4-FFF2-40B4-BE49-F238E27FC236}">
                  <a16:creationId xmlns:a16="http://schemas.microsoft.com/office/drawing/2014/main" id="{B113A0A3-6086-02C5-BD43-24CB95410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3860" y="2909731"/>
              <a:ext cx="120640" cy="138105"/>
            </a:xfrm>
            <a:custGeom>
              <a:avLst/>
              <a:gdLst>
                <a:gd name="T0" fmla="*/ 28 w 32"/>
                <a:gd name="T1" fmla="*/ 25 h 37"/>
                <a:gd name="T2" fmla="*/ 28 w 32"/>
                <a:gd name="T3" fmla="*/ 20 h 37"/>
                <a:gd name="T4" fmla="*/ 28 w 32"/>
                <a:gd name="T5" fmla="*/ 16 h 37"/>
                <a:gd name="T6" fmla="*/ 20 w 32"/>
                <a:gd name="T7" fmla="*/ 13 h 37"/>
                <a:gd name="T8" fmla="*/ 19 w 32"/>
                <a:gd name="T9" fmla="*/ 9 h 37"/>
                <a:gd name="T10" fmla="*/ 16 w 32"/>
                <a:gd name="T11" fmla="*/ 6 h 37"/>
                <a:gd name="T12" fmla="*/ 13 w 32"/>
                <a:gd name="T13" fmla="*/ 2 h 37"/>
                <a:gd name="T14" fmla="*/ 14 w 32"/>
                <a:gd name="T15" fmla="*/ 1 h 37"/>
                <a:gd name="T16" fmla="*/ 12 w 32"/>
                <a:gd name="T17" fmla="*/ 1 h 37"/>
                <a:gd name="T18" fmla="*/ 8 w 32"/>
                <a:gd name="T19" fmla="*/ 0 h 37"/>
                <a:gd name="T20" fmla="*/ 0 w 32"/>
                <a:gd name="T21" fmla="*/ 2 h 37"/>
                <a:gd name="T22" fmla="*/ 2 w 32"/>
                <a:gd name="T23" fmla="*/ 7 h 37"/>
                <a:gd name="T24" fmla="*/ 5 w 32"/>
                <a:gd name="T25" fmla="*/ 12 h 37"/>
                <a:gd name="T26" fmla="*/ 4 w 32"/>
                <a:gd name="T27" fmla="*/ 24 h 37"/>
                <a:gd name="T28" fmla="*/ 1 w 32"/>
                <a:gd name="T29" fmla="*/ 27 h 37"/>
                <a:gd name="T30" fmla="*/ 7 w 32"/>
                <a:gd name="T31" fmla="*/ 33 h 37"/>
                <a:gd name="T32" fmla="*/ 8 w 32"/>
                <a:gd name="T33" fmla="*/ 33 h 37"/>
                <a:gd name="T34" fmla="*/ 15 w 32"/>
                <a:gd name="T35" fmla="*/ 37 h 37"/>
                <a:gd name="T36" fmla="*/ 28 w 32"/>
                <a:gd name="T37" fmla="*/ 35 h 37"/>
                <a:gd name="T38" fmla="*/ 28 w 32"/>
                <a:gd name="T39" fmla="*/ 33 h 37"/>
                <a:gd name="T40" fmla="*/ 30 w 32"/>
                <a:gd name="T41" fmla="*/ 30 h 37"/>
                <a:gd name="T42" fmla="*/ 28 w 32"/>
                <a:gd name="T4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" h="37">
                  <a:moveTo>
                    <a:pt x="28" y="25"/>
                  </a:moveTo>
                  <a:cubicBezTo>
                    <a:pt x="26" y="23"/>
                    <a:pt x="26" y="21"/>
                    <a:pt x="28" y="20"/>
                  </a:cubicBezTo>
                  <a:cubicBezTo>
                    <a:pt x="29" y="19"/>
                    <a:pt x="28" y="17"/>
                    <a:pt x="28" y="16"/>
                  </a:cubicBezTo>
                  <a:cubicBezTo>
                    <a:pt x="28" y="14"/>
                    <a:pt x="21" y="14"/>
                    <a:pt x="20" y="13"/>
                  </a:cubicBezTo>
                  <a:cubicBezTo>
                    <a:pt x="19" y="13"/>
                    <a:pt x="21" y="9"/>
                    <a:pt x="19" y="9"/>
                  </a:cubicBezTo>
                  <a:cubicBezTo>
                    <a:pt x="17" y="9"/>
                    <a:pt x="16" y="7"/>
                    <a:pt x="16" y="6"/>
                  </a:cubicBezTo>
                  <a:cubicBezTo>
                    <a:pt x="16" y="5"/>
                    <a:pt x="13" y="2"/>
                    <a:pt x="13" y="2"/>
                  </a:cubicBezTo>
                  <a:cubicBezTo>
                    <a:pt x="14" y="2"/>
                    <a:pt x="14" y="1"/>
                    <a:pt x="14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0" y="1"/>
                    <a:pt x="8" y="0"/>
                    <a:pt x="8" y="0"/>
                  </a:cubicBezTo>
                  <a:cubicBezTo>
                    <a:pt x="8" y="0"/>
                    <a:pt x="4" y="1"/>
                    <a:pt x="0" y="2"/>
                  </a:cubicBezTo>
                  <a:cubicBezTo>
                    <a:pt x="1" y="4"/>
                    <a:pt x="1" y="6"/>
                    <a:pt x="2" y="7"/>
                  </a:cubicBezTo>
                  <a:cubicBezTo>
                    <a:pt x="5" y="8"/>
                    <a:pt x="4" y="10"/>
                    <a:pt x="5" y="12"/>
                  </a:cubicBezTo>
                  <a:cubicBezTo>
                    <a:pt x="6" y="14"/>
                    <a:pt x="5" y="24"/>
                    <a:pt x="4" y="24"/>
                  </a:cubicBezTo>
                  <a:cubicBezTo>
                    <a:pt x="4" y="24"/>
                    <a:pt x="3" y="25"/>
                    <a:pt x="1" y="27"/>
                  </a:cubicBezTo>
                  <a:cubicBezTo>
                    <a:pt x="3" y="28"/>
                    <a:pt x="6" y="31"/>
                    <a:pt x="7" y="33"/>
                  </a:cubicBezTo>
                  <a:cubicBezTo>
                    <a:pt x="7" y="33"/>
                    <a:pt x="8" y="33"/>
                    <a:pt x="8" y="33"/>
                  </a:cubicBezTo>
                  <a:cubicBezTo>
                    <a:pt x="9" y="33"/>
                    <a:pt x="15" y="37"/>
                    <a:pt x="15" y="37"/>
                  </a:cubicBezTo>
                  <a:cubicBezTo>
                    <a:pt x="15" y="37"/>
                    <a:pt x="22" y="36"/>
                    <a:pt x="28" y="35"/>
                  </a:cubicBezTo>
                  <a:cubicBezTo>
                    <a:pt x="28" y="34"/>
                    <a:pt x="28" y="33"/>
                    <a:pt x="28" y="33"/>
                  </a:cubicBezTo>
                  <a:cubicBezTo>
                    <a:pt x="28" y="32"/>
                    <a:pt x="29" y="30"/>
                    <a:pt x="30" y="30"/>
                  </a:cubicBezTo>
                  <a:cubicBezTo>
                    <a:pt x="32" y="30"/>
                    <a:pt x="30" y="26"/>
                    <a:pt x="28" y="2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9" name="Freeform 1306">
              <a:extLst>
                <a:ext uri="{FF2B5EF4-FFF2-40B4-BE49-F238E27FC236}">
                  <a16:creationId xmlns:a16="http://schemas.microsoft.com/office/drawing/2014/main" id="{8A82669E-5691-62E7-7F3E-F5FAF27DA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7637" y="3047838"/>
              <a:ext cx="107941" cy="173029"/>
            </a:xfrm>
            <a:custGeom>
              <a:avLst/>
              <a:gdLst>
                <a:gd name="T0" fmla="*/ 21 w 29"/>
                <a:gd name="T1" fmla="*/ 38 h 46"/>
                <a:gd name="T2" fmla="*/ 19 w 29"/>
                <a:gd name="T3" fmla="*/ 34 h 46"/>
                <a:gd name="T4" fmla="*/ 21 w 29"/>
                <a:gd name="T5" fmla="*/ 30 h 46"/>
                <a:gd name="T6" fmla="*/ 19 w 29"/>
                <a:gd name="T7" fmla="*/ 26 h 46"/>
                <a:gd name="T8" fmla="*/ 21 w 29"/>
                <a:gd name="T9" fmla="*/ 23 h 46"/>
                <a:gd name="T10" fmla="*/ 22 w 29"/>
                <a:gd name="T11" fmla="*/ 18 h 46"/>
                <a:gd name="T12" fmla="*/ 22 w 29"/>
                <a:gd name="T13" fmla="*/ 11 h 46"/>
                <a:gd name="T14" fmla="*/ 26 w 29"/>
                <a:gd name="T15" fmla="*/ 6 h 46"/>
                <a:gd name="T16" fmla="*/ 25 w 29"/>
                <a:gd name="T17" fmla="*/ 3 h 46"/>
                <a:gd name="T18" fmla="*/ 20 w 29"/>
                <a:gd name="T19" fmla="*/ 3 h 46"/>
                <a:gd name="T20" fmla="*/ 17 w 29"/>
                <a:gd name="T21" fmla="*/ 3 h 46"/>
                <a:gd name="T22" fmla="*/ 12 w 29"/>
                <a:gd name="T23" fmla="*/ 2 h 46"/>
                <a:gd name="T24" fmla="*/ 10 w 29"/>
                <a:gd name="T25" fmla="*/ 1 h 46"/>
                <a:gd name="T26" fmla="*/ 8 w 29"/>
                <a:gd name="T27" fmla="*/ 2 h 46"/>
                <a:gd name="T28" fmla="*/ 8 w 29"/>
                <a:gd name="T29" fmla="*/ 7 h 46"/>
                <a:gd name="T30" fmla="*/ 3 w 29"/>
                <a:gd name="T31" fmla="*/ 25 h 46"/>
                <a:gd name="T32" fmla="*/ 6 w 29"/>
                <a:gd name="T33" fmla="*/ 32 h 46"/>
                <a:gd name="T34" fmla="*/ 7 w 29"/>
                <a:gd name="T35" fmla="*/ 44 h 46"/>
                <a:gd name="T36" fmla="*/ 13 w 29"/>
                <a:gd name="T37" fmla="*/ 46 h 46"/>
                <a:gd name="T38" fmla="*/ 19 w 29"/>
                <a:gd name="T39" fmla="*/ 45 h 46"/>
                <a:gd name="T40" fmla="*/ 18 w 29"/>
                <a:gd name="T41" fmla="*/ 42 h 46"/>
                <a:gd name="T42" fmla="*/ 21 w 29"/>
                <a:gd name="T43" fmla="*/ 3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" h="46">
                  <a:moveTo>
                    <a:pt x="21" y="38"/>
                  </a:moveTo>
                  <a:cubicBezTo>
                    <a:pt x="24" y="37"/>
                    <a:pt x="20" y="35"/>
                    <a:pt x="19" y="34"/>
                  </a:cubicBezTo>
                  <a:cubicBezTo>
                    <a:pt x="18" y="33"/>
                    <a:pt x="19" y="30"/>
                    <a:pt x="21" y="30"/>
                  </a:cubicBezTo>
                  <a:cubicBezTo>
                    <a:pt x="23" y="30"/>
                    <a:pt x="21" y="28"/>
                    <a:pt x="19" y="26"/>
                  </a:cubicBezTo>
                  <a:cubicBezTo>
                    <a:pt x="17" y="24"/>
                    <a:pt x="19" y="23"/>
                    <a:pt x="21" y="23"/>
                  </a:cubicBezTo>
                  <a:cubicBezTo>
                    <a:pt x="23" y="23"/>
                    <a:pt x="20" y="20"/>
                    <a:pt x="22" y="18"/>
                  </a:cubicBezTo>
                  <a:cubicBezTo>
                    <a:pt x="24" y="16"/>
                    <a:pt x="22" y="12"/>
                    <a:pt x="22" y="11"/>
                  </a:cubicBezTo>
                  <a:cubicBezTo>
                    <a:pt x="22" y="9"/>
                    <a:pt x="24" y="9"/>
                    <a:pt x="26" y="6"/>
                  </a:cubicBezTo>
                  <a:cubicBezTo>
                    <a:pt x="29" y="4"/>
                    <a:pt x="25" y="5"/>
                    <a:pt x="25" y="3"/>
                  </a:cubicBezTo>
                  <a:cubicBezTo>
                    <a:pt x="25" y="2"/>
                    <a:pt x="22" y="1"/>
                    <a:pt x="20" y="3"/>
                  </a:cubicBezTo>
                  <a:cubicBezTo>
                    <a:pt x="18" y="4"/>
                    <a:pt x="19" y="3"/>
                    <a:pt x="17" y="3"/>
                  </a:cubicBezTo>
                  <a:cubicBezTo>
                    <a:pt x="15" y="3"/>
                    <a:pt x="12" y="3"/>
                    <a:pt x="12" y="2"/>
                  </a:cubicBezTo>
                  <a:cubicBezTo>
                    <a:pt x="12" y="0"/>
                    <a:pt x="11" y="0"/>
                    <a:pt x="10" y="1"/>
                  </a:cubicBezTo>
                  <a:cubicBezTo>
                    <a:pt x="9" y="2"/>
                    <a:pt x="9" y="2"/>
                    <a:pt x="8" y="2"/>
                  </a:cubicBezTo>
                  <a:cubicBezTo>
                    <a:pt x="7" y="4"/>
                    <a:pt x="7" y="6"/>
                    <a:pt x="8" y="7"/>
                  </a:cubicBezTo>
                  <a:cubicBezTo>
                    <a:pt x="9" y="10"/>
                    <a:pt x="6" y="22"/>
                    <a:pt x="3" y="25"/>
                  </a:cubicBezTo>
                  <a:cubicBezTo>
                    <a:pt x="0" y="28"/>
                    <a:pt x="3" y="29"/>
                    <a:pt x="6" y="32"/>
                  </a:cubicBezTo>
                  <a:cubicBezTo>
                    <a:pt x="9" y="34"/>
                    <a:pt x="7" y="42"/>
                    <a:pt x="7" y="44"/>
                  </a:cubicBezTo>
                  <a:cubicBezTo>
                    <a:pt x="7" y="46"/>
                    <a:pt x="10" y="46"/>
                    <a:pt x="13" y="46"/>
                  </a:cubicBezTo>
                  <a:cubicBezTo>
                    <a:pt x="15" y="46"/>
                    <a:pt x="17" y="45"/>
                    <a:pt x="19" y="45"/>
                  </a:cubicBezTo>
                  <a:cubicBezTo>
                    <a:pt x="18" y="44"/>
                    <a:pt x="18" y="43"/>
                    <a:pt x="18" y="42"/>
                  </a:cubicBezTo>
                  <a:cubicBezTo>
                    <a:pt x="18" y="40"/>
                    <a:pt x="18" y="38"/>
                    <a:pt x="21" y="3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0" name="Freeform 1308">
              <a:extLst>
                <a:ext uri="{FF2B5EF4-FFF2-40B4-BE49-F238E27FC236}">
                  <a16:creationId xmlns:a16="http://schemas.microsoft.com/office/drawing/2014/main" id="{6CC1B5B5-6A14-F18B-6B55-AE27E54AF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8589" y="2582725"/>
              <a:ext cx="126990" cy="142867"/>
            </a:xfrm>
            <a:custGeom>
              <a:avLst/>
              <a:gdLst>
                <a:gd name="T0" fmla="*/ 31 w 34"/>
                <a:gd name="T1" fmla="*/ 12 h 38"/>
                <a:gd name="T2" fmla="*/ 28 w 34"/>
                <a:gd name="T3" fmla="*/ 10 h 38"/>
                <a:gd name="T4" fmla="*/ 24 w 34"/>
                <a:gd name="T5" fmla="*/ 11 h 38"/>
                <a:gd name="T6" fmla="*/ 19 w 34"/>
                <a:gd name="T7" fmla="*/ 10 h 38"/>
                <a:gd name="T8" fmla="*/ 21 w 34"/>
                <a:gd name="T9" fmla="*/ 6 h 38"/>
                <a:gd name="T10" fmla="*/ 23 w 34"/>
                <a:gd name="T11" fmla="*/ 1 h 38"/>
                <a:gd name="T12" fmla="*/ 22 w 34"/>
                <a:gd name="T13" fmla="*/ 1 h 38"/>
                <a:gd name="T14" fmla="*/ 14 w 34"/>
                <a:gd name="T15" fmla="*/ 3 h 38"/>
                <a:gd name="T16" fmla="*/ 18 w 34"/>
                <a:gd name="T17" fmla="*/ 6 h 38"/>
                <a:gd name="T18" fmla="*/ 12 w 34"/>
                <a:gd name="T19" fmla="*/ 9 h 38"/>
                <a:gd name="T20" fmla="*/ 4 w 34"/>
                <a:gd name="T21" fmla="*/ 9 h 38"/>
                <a:gd name="T22" fmla="*/ 5 w 34"/>
                <a:gd name="T23" fmla="*/ 15 h 38"/>
                <a:gd name="T24" fmla="*/ 8 w 34"/>
                <a:gd name="T25" fmla="*/ 20 h 38"/>
                <a:gd name="T26" fmla="*/ 6 w 34"/>
                <a:gd name="T27" fmla="*/ 27 h 38"/>
                <a:gd name="T28" fmla="*/ 1 w 34"/>
                <a:gd name="T29" fmla="*/ 32 h 38"/>
                <a:gd name="T30" fmla="*/ 8 w 34"/>
                <a:gd name="T31" fmla="*/ 38 h 38"/>
                <a:gd name="T32" fmla="*/ 21 w 34"/>
                <a:gd name="T33" fmla="*/ 32 h 38"/>
                <a:gd name="T34" fmla="*/ 31 w 34"/>
                <a:gd name="T35" fmla="*/ 30 h 38"/>
                <a:gd name="T36" fmla="*/ 31 w 34"/>
                <a:gd name="T37" fmla="*/ 13 h 38"/>
                <a:gd name="T38" fmla="*/ 31 w 34"/>
                <a:gd name="T39" fmla="*/ 1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4" h="38">
                  <a:moveTo>
                    <a:pt x="31" y="12"/>
                  </a:moveTo>
                  <a:cubicBezTo>
                    <a:pt x="30" y="11"/>
                    <a:pt x="29" y="10"/>
                    <a:pt x="28" y="10"/>
                  </a:cubicBezTo>
                  <a:cubicBezTo>
                    <a:pt x="25" y="6"/>
                    <a:pt x="24" y="9"/>
                    <a:pt x="24" y="11"/>
                  </a:cubicBezTo>
                  <a:cubicBezTo>
                    <a:pt x="23" y="13"/>
                    <a:pt x="21" y="10"/>
                    <a:pt x="19" y="10"/>
                  </a:cubicBezTo>
                  <a:cubicBezTo>
                    <a:pt x="17" y="10"/>
                    <a:pt x="19" y="6"/>
                    <a:pt x="21" y="6"/>
                  </a:cubicBezTo>
                  <a:cubicBezTo>
                    <a:pt x="21" y="5"/>
                    <a:pt x="22" y="3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4" y="0"/>
                    <a:pt x="14" y="3"/>
                  </a:cubicBezTo>
                  <a:cubicBezTo>
                    <a:pt x="14" y="5"/>
                    <a:pt x="18" y="4"/>
                    <a:pt x="18" y="6"/>
                  </a:cubicBezTo>
                  <a:cubicBezTo>
                    <a:pt x="18" y="8"/>
                    <a:pt x="14" y="8"/>
                    <a:pt x="12" y="9"/>
                  </a:cubicBezTo>
                  <a:cubicBezTo>
                    <a:pt x="9" y="11"/>
                    <a:pt x="6" y="8"/>
                    <a:pt x="4" y="9"/>
                  </a:cubicBezTo>
                  <a:cubicBezTo>
                    <a:pt x="1" y="11"/>
                    <a:pt x="7" y="12"/>
                    <a:pt x="5" y="15"/>
                  </a:cubicBezTo>
                  <a:cubicBezTo>
                    <a:pt x="3" y="18"/>
                    <a:pt x="5" y="18"/>
                    <a:pt x="8" y="20"/>
                  </a:cubicBezTo>
                  <a:cubicBezTo>
                    <a:pt x="11" y="23"/>
                    <a:pt x="6" y="24"/>
                    <a:pt x="6" y="27"/>
                  </a:cubicBezTo>
                  <a:cubicBezTo>
                    <a:pt x="6" y="30"/>
                    <a:pt x="2" y="30"/>
                    <a:pt x="1" y="32"/>
                  </a:cubicBezTo>
                  <a:cubicBezTo>
                    <a:pt x="0" y="34"/>
                    <a:pt x="5" y="38"/>
                    <a:pt x="8" y="38"/>
                  </a:cubicBezTo>
                  <a:cubicBezTo>
                    <a:pt x="11" y="38"/>
                    <a:pt x="18" y="36"/>
                    <a:pt x="21" y="32"/>
                  </a:cubicBezTo>
                  <a:cubicBezTo>
                    <a:pt x="25" y="29"/>
                    <a:pt x="27" y="32"/>
                    <a:pt x="31" y="30"/>
                  </a:cubicBezTo>
                  <a:cubicBezTo>
                    <a:pt x="34" y="29"/>
                    <a:pt x="32" y="16"/>
                    <a:pt x="31" y="13"/>
                  </a:cubicBezTo>
                  <a:cubicBezTo>
                    <a:pt x="30" y="12"/>
                    <a:pt x="30" y="12"/>
                    <a:pt x="31" y="1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1" name="Freeform 1310">
              <a:extLst>
                <a:ext uri="{FF2B5EF4-FFF2-40B4-BE49-F238E27FC236}">
                  <a16:creationId xmlns:a16="http://schemas.microsoft.com/office/drawing/2014/main" id="{757CE05F-6ECE-BBE3-9ECE-D2F19AE7A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6438" y="2241430"/>
              <a:ext cx="98417" cy="38098"/>
            </a:xfrm>
            <a:custGeom>
              <a:avLst/>
              <a:gdLst>
                <a:gd name="T0" fmla="*/ 12 w 26"/>
                <a:gd name="T1" fmla="*/ 1 h 10"/>
                <a:gd name="T2" fmla="*/ 2 w 26"/>
                <a:gd name="T3" fmla="*/ 4 h 10"/>
                <a:gd name="T4" fmla="*/ 16 w 26"/>
                <a:gd name="T5" fmla="*/ 8 h 10"/>
                <a:gd name="T6" fmla="*/ 26 w 26"/>
                <a:gd name="T7" fmla="*/ 6 h 10"/>
                <a:gd name="T8" fmla="*/ 12 w 2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0">
                  <a:moveTo>
                    <a:pt x="12" y="1"/>
                  </a:moveTo>
                  <a:cubicBezTo>
                    <a:pt x="10" y="2"/>
                    <a:pt x="0" y="2"/>
                    <a:pt x="2" y="4"/>
                  </a:cubicBezTo>
                  <a:cubicBezTo>
                    <a:pt x="4" y="6"/>
                    <a:pt x="13" y="5"/>
                    <a:pt x="16" y="8"/>
                  </a:cubicBezTo>
                  <a:cubicBezTo>
                    <a:pt x="20" y="10"/>
                    <a:pt x="26" y="8"/>
                    <a:pt x="26" y="6"/>
                  </a:cubicBezTo>
                  <a:cubicBezTo>
                    <a:pt x="26" y="4"/>
                    <a:pt x="13" y="0"/>
                    <a:pt x="12" y="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2" name="Freeform 1311">
              <a:extLst>
                <a:ext uri="{FF2B5EF4-FFF2-40B4-BE49-F238E27FC236}">
                  <a16:creationId xmlns:a16="http://schemas.microsoft.com/office/drawing/2014/main" id="{5344BDC8-2539-CE6B-352D-D1CFFAFDB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6437" y="2241430"/>
              <a:ext cx="98417" cy="38098"/>
            </a:xfrm>
            <a:custGeom>
              <a:avLst/>
              <a:gdLst>
                <a:gd name="T0" fmla="*/ 12 w 26"/>
                <a:gd name="T1" fmla="*/ 1 h 10"/>
                <a:gd name="T2" fmla="*/ 2 w 26"/>
                <a:gd name="T3" fmla="*/ 4 h 10"/>
                <a:gd name="T4" fmla="*/ 16 w 26"/>
                <a:gd name="T5" fmla="*/ 8 h 10"/>
                <a:gd name="T6" fmla="*/ 26 w 26"/>
                <a:gd name="T7" fmla="*/ 6 h 10"/>
                <a:gd name="T8" fmla="*/ 12 w 2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0">
                  <a:moveTo>
                    <a:pt x="12" y="1"/>
                  </a:moveTo>
                  <a:cubicBezTo>
                    <a:pt x="10" y="2"/>
                    <a:pt x="0" y="2"/>
                    <a:pt x="2" y="4"/>
                  </a:cubicBezTo>
                  <a:cubicBezTo>
                    <a:pt x="4" y="6"/>
                    <a:pt x="13" y="5"/>
                    <a:pt x="16" y="8"/>
                  </a:cubicBezTo>
                  <a:cubicBezTo>
                    <a:pt x="20" y="10"/>
                    <a:pt x="26" y="8"/>
                    <a:pt x="26" y="6"/>
                  </a:cubicBezTo>
                  <a:cubicBezTo>
                    <a:pt x="26" y="4"/>
                    <a:pt x="13" y="0"/>
                    <a:pt x="12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3" name="Freeform 1314">
              <a:extLst>
                <a:ext uri="{FF2B5EF4-FFF2-40B4-BE49-F238E27FC236}">
                  <a16:creationId xmlns:a16="http://schemas.microsoft.com/office/drawing/2014/main" id="{598A45C3-A27F-E09A-33B4-D1D49FCE16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64285" y="4593979"/>
              <a:ext cx="1133382" cy="1004834"/>
            </a:xfrm>
            <a:custGeom>
              <a:avLst/>
              <a:gdLst>
                <a:gd name="T0" fmla="*/ 238 w 302"/>
                <a:gd name="T1" fmla="*/ 256 h 268"/>
                <a:gd name="T2" fmla="*/ 254 w 302"/>
                <a:gd name="T3" fmla="*/ 261 h 268"/>
                <a:gd name="T4" fmla="*/ 260 w 302"/>
                <a:gd name="T5" fmla="*/ 243 h 268"/>
                <a:gd name="T6" fmla="*/ 183 w 302"/>
                <a:gd name="T7" fmla="*/ 199 h 268"/>
                <a:gd name="T8" fmla="*/ 128 w 302"/>
                <a:gd name="T9" fmla="*/ 9 h 268"/>
                <a:gd name="T10" fmla="*/ 299 w 302"/>
                <a:gd name="T11" fmla="*/ 129 h 268"/>
                <a:gd name="T12" fmla="*/ 292 w 302"/>
                <a:gd name="T13" fmla="*/ 110 h 268"/>
                <a:gd name="T14" fmla="*/ 280 w 302"/>
                <a:gd name="T15" fmla="*/ 93 h 268"/>
                <a:gd name="T16" fmla="*/ 271 w 302"/>
                <a:gd name="T17" fmla="*/ 86 h 268"/>
                <a:gd name="T18" fmla="*/ 249 w 302"/>
                <a:gd name="T19" fmla="*/ 65 h 268"/>
                <a:gd name="T20" fmla="*/ 241 w 302"/>
                <a:gd name="T21" fmla="*/ 44 h 268"/>
                <a:gd name="T22" fmla="*/ 229 w 302"/>
                <a:gd name="T23" fmla="*/ 29 h 268"/>
                <a:gd name="T24" fmla="*/ 220 w 302"/>
                <a:gd name="T25" fmla="*/ 1 h 268"/>
                <a:gd name="T26" fmla="*/ 212 w 302"/>
                <a:gd name="T27" fmla="*/ 20 h 268"/>
                <a:gd name="T28" fmla="*/ 203 w 302"/>
                <a:gd name="T29" fmla="*/ 53 h 268"/>
                <a:gd name="T30" fmla="*/ 180 w 302"/>
                <a:gd name="T31" fmla="*/ 41 h 268"/>
                <a:gd name="T32" fmla="*/ 169 w 302"/>
                <a:gd name="T33" fmla="*/ 29 h 268"/>
                <a:gd name="T34" fmla="*/ 177 w 302"/>
                <a:gd name="T35" fmla="*/ 14 h 268"/>
                <a:gd name="T36" fmla="*/ 169 w 302"/>
                <a:gd name="T37" fmla="*/ 10 h 268"/>
                <a:gd name="T38" fmla="*/ 143 w 302"/>
                <a:gd name="T39" fmla="*/ 3 h 268"/>
                <a:gd name="T40" fmla="*/ 132 w 302"/>
                <a:gd name="T41" fmla="*/ 14 h 268"/>
                <a:gd name="T42" fmla="*/ 124 w 302"/>
                <a:gd name="T43" fmla="*/ 32 h 268"/>
                <a:gd name="T44" fmla="*/ 113 w 302"/>
                <a:gd name="T45" fmla="*/ 32 h 268"/>
                <a:gd name="T46" fmla="*/ 99 w 302"/>
                <a:gd name="T47" fmla="*/ 26 h 268"/>
                <a:gd name="T48" fmla="*/ 90 w 302"/>
                <a:gd name="T49" fmla="*/ 33 h 268"/>
                <a:gd name="T50" fmla="*/ 79 w 302"/>
                <a:gd name="T51" fmla="*/ 42 h 268"/>
                <a:gd name="T52" fmla="*/ 75 w 302"/>
                <a:gd name="T53" fmla="*/ 46 h 268"/>
                <a:gd name="T54" fmla="*/ 59 w 302"/>
                <a:gd name="T55" fmla="*/ 68 h 268"/>
                <a:gd name="T56" fmla="*/ 32 w 302"/>
                <a:gd name="T57" fmla="*/ 77 h 268"/>
                <a:gd name="T58" fmla="*/ 10 w 302"/>
                <a:gd name="T59" fmla="*/ 89 h 268"/>
                <a:gd name="T60" fmla="*/ 5 w 302"/>
                <a:gd name="T61" fmla="*/ 98 h 268"/>
                <a:gd name="T62" fmla="*/ 4 w 302"/>
                <a:gd name="T63" fmla="*/ 116 h 268"/>
                <a:gd name="T64" fmla="*/ 8 w 302"/>
                <a:gd name="T65" fmla="*/ 134 h 268"/>
                <a:gd name="T66" fmla="*/ 19 w 302"/>
                <a:gd name="T67" fmla="*/ 175 h 268"/>
                <a:gd name="T68" fmla="*/ 23 w 302"/>
                <a:gd name="T69" fmla="*/ 190 h 268"/>
                <a:gd name="T70" fmla="*/ 49 w 302"/>
                <a:gd name="T71" fmla="*/ 184 h 268"/>
                <a:gd name="T72" fmla="*/ 92 w 302"/>
                <a:gd name="T73" fmla="*/ 171 h 268"/>
                <a:gd name="T74" fmla="*/ 134 w 302"/>
                <a:gd name="T75" fmla="*/ 163 h 268"/>
                <a:gd name="T76" fmla="*/ 156 w 302"/>
                <a:gd name="T77" fmla="*/ 170 h 268"/>
                <a:gd name="T78" fmla="*/ 165 w 302"/>
                <a:gd name="T79" fmla="*/ 189 h 268"/>
                <a:gd name="T80" fmla="*/ 185 w 302"/>
                <a:gd name="T81" fmla="*/ 175 h 268"/>
                <a:gd name="T82" fmla="*/ 184 w 302"/>
                <a:gd name="T83" fmla="*/ 190 h 268"/>
                <a:gd name="T84" fmla="*/ 192 w 302"/>
                <a:gd name="T85" fmla="*/ 196 h 268"/>
                <a:gd name="T86" fmla="*/ 210 w 302"/>
                <a:gd name="T87" fmla="*/ 219 h 268"/>
                <a:gd name="T88" fmla="*/ 237 w 302"/>
                <a:gd name="T89" fmla="*/ 220 h 268"/>
                <a:gd name="T90" fmla="*/ 245 w 302"/>
                <a:gd name="T91" fmla="*/ 225 h 268"/>
                <a:gd name="T92" fmla="*/ 258 w 302"/>
                <a:gd name="T93" fmla="*/ 218 h 268"/>
                <a:gd name="T94" fmla="*/ 281 w 302"/>
                <a:gd name="T95" fmla="*/ 189 h 268"/>
                <a:gd name="T96" fmla="*/ 297 w 302"/>
                <a:gd name="T97" fmla="*/ 158 h 268"/>
                <a:gd name="T98" fmla="*/ 300 w 302"/>
                <a:gd name="T99" fmla="*/ 134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2" h="268">
                  <a:moveTo>
                    <a:pt x="247" y="245"/>
                  </a:moveTo>
                  <a:cubicBezTo>
                    <a:pt x="243" y="246"/>
                    <a:pt x="236" y="241"/>
                    <a:pt x="235" y="242"/>
                  </a:cubicBezTo>
                  <a:cubicBezTo>
                    <a:pt x="233" y="242"/>
                    <a:pt x="241" y="253"/>
                    <a:pt x="238" y="256"/>
                  </a:cubicBezTo>
                  <a:cubicBezTo>
                    <a:pt x="236" y="259"/>
                    <a:pt x="245" y="267"/>
                    <a:pt x="248" y="268"/>
                  </a:cubicBezTo>
                  <a:cubicBezTo>
                    <a:pt x="251" y="268"/>
                    <a:pt x="250" y="265"/>
                    <a:pt x="252" y="265"/>
                  </a:cubicBezTo>
                  <a:cubicBezTo>
                    <a:pt x="254" y="265"/>
                    <a:pt x="253" y="263"/>
                    <a:pt x="254" y="261"/>
                  </a:cubicBezTo>
                  <a:cubicBezTo>
                    <a:pt x="254" y="259"/>
                    <a:pt x="256" y="263"/>
                    <a:pt x="258" y="262"/>
                  </a:cubicBezTo>
                  <a:cubicBezTo>
                    <a:pt x="260" y="261"/>
                    <a:pt x="258" y="254"/>
                    <a:pt x="260" y="254"/>
                  </a:cubicBezTo>
                  <a:cubicBezTo>
                    <a:pt x="263" y="254"/>
                    <a:pt x="261" y="245"/>
                    <a:pt x="260" y="243"/>
                  </a:cubicBezTo>
                  <a:cubicBezTo>
                    <a:pt x="259" y="240"/>
                    <a:pt x="252" y="245"/>
                    <a:pt x="247" y="245"/>
                  </a:cubicBezTo>
                  <a:moveTo>
                    <a:pt x="174" y="200"/>
                  </a:moveTo>
                  <a:cubicBezTo>
                    <a:pt x="176" y="201"/>
                    <a:pt x="182" y="201"/>
                    <a:pt x="183" y="199"/>
                  </a:cubicBezTo>
                  <a:cubicBezTo>
                    <a:pt x="184" y="196"/>
                    <a:pt x="172" y="198"/>
                    <a:pt x="174" y="200"/>
                  </a:cubicBezTo>
                  <a:moveTo>
                    <a:pt x="137" y="7"/>
                  </a:moveTo>
                  <a:cubicBezTo>
                    <a:pt x="137" y="5"/>
                    <a:pt x="125" y="7"/>
                    <a:pt x="128" y="9"/>
                  </a:cubicBezTo>
                  <a:cubicBezTo>
                    <a:pt x="129" y="10"/>
                    <a:pt x="137" y="9"/>
                    <a:pt x="137" y="7"/>
                  </a:cubicBezTo>
                  <a:moveTo>
                    <a:pt x="300" y="134"/>
                  </a:moveTo>
                  <a:cubicBezTo>
                    <a:pt x="302" y="134"/>
                    <a:pt x="300" y="128"/>
                    <a:pt x="299" y="129"/>
                  </a:cubicBezTo>
                  <a:cubicBezTo>
                    <a:pt x="297" y="130"/>
                    <a:pt x="297" y="121"/>
                    <a:pt x="298" y="117"/>
                  </a:cubicBezTo>
                  <a:cubicBezTo>
                    <a:pt x="299" y="113"/>
                    <a:pt x="299" y="113"/>
                    <a:pt x="296" y="115"/>
                  </a:cubicBezTo>
                  <a:cubicBezTo>
                    <a:pt x="294" y="118"/>
                    <a:pt x="292" y="111"/>
                    <a:pt x="292" y="110"/>
                  </a:cubicBezTo>
                  <a:cubicBezTo>
                    <a:pt x="291" y="108"/>
                    <a:pt x="289" y="104"/>
                    <a:pt x="286" y="104"/>
                  </a:cubicBezTo>
                  <a:cubicBezTo>
                    <a:pt x="283" y="105"/>
                    <a:pt x="285" y="100"/>
                    <a:pt x="282" y="101"/>
                  </a:cubicBezTo>
                  <a:cubicBezTo>
                    <a:pt x="280" y="101"/>
                    <a:pt x="279" y="97"/>
                    <a:pt x="280" y="93"/>
                  </a:cubicBezTo>
                  <a:cubicBezTo>
                    <a:pt x="280" y="89"/>
                    <a:pt x="278" y="92"/>
                    <a:pt x="277" y="91"/>
                  </a:cubicBezTo>
                  <a:cubicBezTo>
                    <a:pt x="276" y="89"/>
                    <a:pt x="274" y="90"/>
                    <a:pt x="273" y="91"/>
                  </a:cubicBezTo>
                  <a:cubicBezTo>
                    <a:pt x="271" y="92"/>
                    <a:pt x="270" y="88"/>
                    <a:pt x="271" y="86"/>
                  </a:cubicBezTo>
                  <a:cubicBezTo>
                    <a:pt x="271" y="84"/>
                    <a:pt x="270" y="82"/>
                    <a:pt x="268" y="81"/>
                  </a:cubicBezTo>
                  <a:cubicBezTo>
                    <a:pt x="265" y="79"/>
                    <a:pt x="265" y="77"/>
                    <a:pt x="265" y="75"/>
                  </a:cubicBezTo>
                  <a:cubicBezTo>
                    <a:pt x="266" y="73"/>
                    <a:pt x="252" y="66"/>
                    <a:pt x="249" y="65"/>
                  </a:cubicBezTo>
                  <a:cubicBezTo>
                    <a:pt x="245" y="65"/>
                    <a:pt x="248" y="61"/>
                    <a:pt x="247" y="60"/>
                  </a:cubicBezTo>
                  <a:cubicBezTo>
                    <a:pt x="245" y="59"/>
                    <a:pt x="245" y="55"/>
                    <a:pt x="245" y="51"/>
                  </a:cubicBezTo>
                  <a:cubicBezTo>
                    <a:pt x="245" y="48"/>
                    <a:pt x="240" y="46"/>
                    <a:pt x="241" y="44"/>
                  </a:cubicBezTo>
                  <a:cubicBezTo>
                    <a:pt x="241" y="41"/>
                    <a:pt x="239" y="38"/>
                    <a:pt x="240" y="35"/>
                  </a:cubicBezTo>
                  <a:cubicBezTo>
                    <a:pt x="240" y="31"/>
                    <a:pt x="235" y="30"/>
                    <a:pt x="235" y="29"/>
                  </a:cubicBezTo>
                  <a:cubicBezTo>
                    <a:pt x="235" y="27"/>
                    <a:pt x="232" y="29"/>
                    <a:pt x="229" y="29"/>
                  </a:cubicBezTo>
                  <a:cubicBezTo>
                    <a:pt x="226" y="29"/>
                    <a:pt x="226" y="25"/>
                    <a:pt x="227" y="22"/>
                  </a:cubicBezTo>
                  <a:cubicBezTo>
                    <a:pt x="227" y="18"/>
                    <a:pt x="226" y="12"/>
                    <a:pt x="223" y="10"/>
                  </a:cubicBezTo>
                  <a:cubicBezTo>
                    <a:pt x="221" y="8"/>
                    <a:pt x="221" y="2"/>
                    <a:pt x="220" y="1"/>
                  </a:cubicBezTo>
                  <a:cubicBezTo>
                    <a:pt x="219" y="0"/>
                    <a:pt x="215" y="4"/>
                    <a:pt x="215" y="6"/>
                  </a:cubicBezTo>
                  <a:cubicBezTo>
                    <a:pt x="215" y="8"/>
                    <a:pt x="215" y="11"/>
                    <a:pt x="213" y="12"/>
                  </a:cubicBezTo>
                  <a:cubicBezTo>
                    <a:pt x="212" y="13"/>
                    <a:pt x="214" y="18"/>
                    <a:pt x="212" y="20"/>
                  </a:cubicBezTo>
                  <a:cubicBezTo>
                    <a:pt x="210" y="22"/>
                    <a:pt x="212" y="29"/>
                    <a:pt x="212" y="33"/>
                  </a:cubicBezTo>
                  <a:cubicBezTo>
                    <a:pt x="211" y="37"/>
                    <a:pt x="211" y="42"/>
                    <a:pt x="209" y="45"/>
                  </a:cubicBezTo>
                  <a:cubicBezTo>
                    <a:pt x="207" y="47"/>
                    <a:pt x="207" y="52"/>
                    <a:pt x="203" y="53"/>
                  </a:cubicBezTo>
                  <a:cubicBezTo>
                    <a:pt x="199" y="55"/>
                    <a:pt x="194" y="52"/>
                    <a:pt x="194" y="49"/>
                  </a:cubicBezTo>
                  <a:cubicBezTo>
                    <a:pt x="194" y="47"/>
                    <a:pt x="190" y="46"/>
                    <a:pt x="188" y="46"/>
                  </a:cubicBezTo>
                  <a:cubicBezTo>
                    <a:pt x="185" y="47"/>
                    <a:pt x="184" y="43"/>
                    <a:pt x="180" y="41"/>
                  </a:cubicBezTo>
                  <a:cubicBezTo>
                    <a:pt x="177" y="38"/>
                    <a:pt x="174" y="41"/>
                    <a:pt x="173" y="38"/>
                  </a:cubicBezTo>
                  <a:cubicBezTo>
                    <a:pt x="172" y="35"/>
                    <a:pt x="171" y="34"/>
                    <a:pt x="168" y="32"/>
                  </a:cubicBezTo>
                  <a:cubicBezTo>
                    <a:pt x="165" y="31"/>
                    <a:pt x="166" y="31"/>
                    <a:pt x="169" y="29"/>
                  </a:cubicBezTo>
                  <a:cubicBezTo>
                    <a:pt x="171" y="27"/>
                    <a:pt x="171" y="25"/>
                    <a:pt x="169" y="23"/>
                  </a:cubicBezTo>
                  <a:cubicBezTo>
                    <a:pt x="168" y="21"/>
                    <a:pt x="171" y="21"/>
                    <a:pt x="174" y="19"/>
                  </a:cubicBezTo>
                  <a:cubicBezTo>
                    <a:pt x="177" y="17"/>
                    <a:pt x="174" y="15"/>
                    <a:pt x="177" y="14"/>
                  </a:cubicBezTo>
                  <a:cubicBezTo>
                    <a:pt x="179" y="13"/>
                    <a:pt x="178" y="11"/>
                    <a:pt x="175" y="11"/>
                  </a:cubicBezTo>
                  <a:cubicBezTo>
                    <a:pt x="172" y="10"/>
                    <a:pt x="173" y="13"/>
                    <a:pt x="172" y="14"/>
                  </a:cubicBezTo>
                  <a:cubicBezTo>
                    <a:pt x="171" y="14"/>
                    <a:pt x="170" y="10"/>
                    <a:pt x="169" y="10"/>
                  </a:cubicBezTo>
                  <a:cubicBezTo>
                    <a:pt x="169" y="10"/>
                    <a:pt x="165" y="14"/>
                    <a:pt x="164" y="12"/>
                  </a:cubicBezTo>
                  <a:cubicBezTo>
                    <a:pt x="162" y="10"/>
                    <a:pt x="153" y="8"/>
                    <a:pt x="149" y="8"/>
                  </a:cubicBezTo>
                  <a:cubicBezTo>
                    <a:pt x="146" y="7"/>
                    <a:pt x="145" y="3"/>
                    <a:pt x="143" y="3"/>
                  </a:cubicBezTo>
                  <a:cubicBezTo>
                    <a:pt x="141" y="4"/>
                    <a:pt x="143" y="6"/>
                    <a:pt x="145" y="8"/>
                  </a:cubicBezTo>
                  <a:cubicBezTo>
                    <a:pt x="148" y="11"/>
                    <a:pt x="137" y="13"/>
                    <a:pt x="134" y="12"/>
                  </a:cubicBezTo>
                  <a:cubicBezTo>
                    <a:pt x="131" y="11"/>
                    <a:pt x="135" y="14"/>
                    <a:pt x="132" y="14"/>
                  </a:cubicBezTo>
                  <a:cubicBezTo>
                    <a:pt x="129" y="14"/>
                    <a:pt x="129" y="18"/>
                    <a:pt x="127" y="21"/>
                  </a:cubicBezTo>
                  <a:cubicBezTo>
                    <a:pt x="125" y="23"/>
                    <a:pt x="126" y="24"/>
                    <a:pt x="124" y="26"/>
                  </a:cubicBezTo>
                  <a:cubicBezTo>
                    <a:pt x="122" y="27"/>
                    <a:pt x="121" y="29"/>
                    <a:pt x="124" y="32"/>
                  </a:cubicBezTo>
                  <a:cubicBezTo>
                    <a:pt x="127" y="35"/>
                    <a:pt x="123" y="35"/>
                    <a:pt x="120" y="33"/>
                  </a:cubicBezTo>
                  <a:cubicBezTo>
                    <a:pt x="118" y="30"/>
                    <a:pt x="116" y="30"/>
                    <a:pt x="116" y="33"/>
                  </a:cubicBezTo>
                  <a:cubicBezTo>
                    <a:pt x="116" y="36"/>
                    <a:pt x="113" y="35"/>
                    <a:pt x="113" y="32"/>
                  </a:cubicBezTo>
                  <a:cubicBezTo>
                    <a:pt x="114" y="29"/>
                    <a:pt x="110" y="30"/>
                    <a:pt x="109" y="28"/>
                  </a:cubicBezTo>
                  <a:cubicBezTo>
                    <a:pt x="109" y="26"/>
                    <a:pt x="105" y="23"/>
                    <a:pt x="103" y="24"/>
                  </a:cubicBezTo>
                  <a:cubicBezTo>
                    <a:pt x="101" y="24"/>
                    <a:pt x="101" y="26"/>
                    <a:pt x="99" y="26"/>
                  </a:cubicBezTo>
                  <a:cubicBezTo>
                    <a:pt x="97" y="26"/>
                    <a:pt x="96" y="27"/>
                    <a:pt x="97" y="30"/>
                  </a:cubicBezTo>
                  <a:cubicBezTo>
                    <a:pt x="97" y="32"/>
                    <a:pt x="93" y="29"/>
                    <a:pt x="91" y="30"/>
                  </a:cubicBezTo>
                  <a:cubicBezTo>
                    <a:pt x="88" y="30"/>
                    <a:pt x="91" y="33"/>
                    <a:pt x="90" y="33"/>
                  </a:cubicBezTo>
                  <a:cubicBezTo>
                    <a:pt x="88" y="33"/>
                    <a:pt x="88" y="35"/>
                    <a:pt x="86" y="35"/>
                  </a:cubicBezTo>
                  <a:cubicBezTo>
                    <a:pt x="84" y="35"/>
                    <a:pt x="84" y="40"/>
                    <a:pt x="85" y="43"/>
                  </a:cubicBezTo>
                  <a:cubicBezTo>
                    <a:pt x="85" y="45"/>
                    <a:pt x="81" y="41"/>
                    <a:pt x="79" y="42"/>
                  </a:cubicBezTo>
                  <a:cubicBezTo>
                    <a:pt x="77" y="43"/>
                    <a:pt x="80" y="45"/>
                    <a:pt x="80" y="48"/>
                  </a:cubicBezTo>
                  <a:cubicBezTo>
                    <a:pt x="81" y="50"/>
                    <a:pt x="79" y="50"/>
                    <a:pt x="78" y="51"/>
                  </a:cubicBezTo>
                  <a:cubicBezTo>
                    <a:pt x="77" y="52"/>
                    <a:pt x="75" y="48"/>
                    <a:pt x="75" y="46"/>
                  </a:cubicBezTo>
                  <a:cubicBezTo>
                    <a:pt x="75" y="43"/>
                    <a:pt x="72" y="46"/>
                    <a:pt x="69" y="49"/>
                  </a:cubicBezTo>
                  <a:cubicBezTo>
                    <a:pt x="67" y="52"/>
                    <a:pt x="70" y="57"/>
                    <a:pt x="69" y="57"/>
                  </a:cubicBezTo>
                  <a:cubicBezTo>
                    <a:pt x="68" y="58"/>
                    <a:pt x="62" y="64"/>
                    <a:pt x="59" y="68"/>
                  </a:cubicBezTo>
                  <a:cubicBezTo>
                    <a:pt x="55" y="72"/>
                    <a:pt x="48" y="69"/>
                    <a:pt x="46" y="71"/>
                  </a:cubicBezTo>
                  <a:cubicBezTo>
                    <a:pt x="43" y="73"/>
                    <a:pt x="41" y="72"/>
                    <a:pt x="39" y="74"/>
                  </a:cubicBezTo>
                  <a:cubicBezTo>
                    <a:pt x="36" y="75"/>
                    <a:pt x="32" y="79"/>
                    <a:pt x="32" y="77"/>
                  </a:cubicBezTo>
                  <a:cubicBezTo>
                    <a:pt x="31" y="75"/>
                    <a:pt x="25" y="76"/>
                    <a:pt x="23" y="79"/>
                  </a:cubicBezTo>
                  <a:cubicBezTo>
                    <a:pt x="20" y="82"/>
                    <a:pt x="16" y="84"/>
                    <a:pt x="14" y="84"/>
                  </a:cubicBezTo>
                  <a:cubicBezTo>
                    <a:pt x="11" y="84"/>
                    <a:pt x="11" y="88"/>
                    <a:pt x="10" y="89"/>
                  </a:cubicBezTo>
                  <a:cubicBezTo>
                    <a:pt x="9" y="90"/>
                    <a:pt x="9" y="86"/>
                    <a:pt x="9" y="85"/>
                  </a:cubicBezTo>
                  <a:cubicBezTo>
                    <a:pt x="9" y="84"/>
                    <a:pt x="6" y="87"/>
                    <a:pt x="5" y="90"/>
                  </a:cubicBezTo>
                  <a:cubicBezTo>
                    <a:pt x="4" y="94"/>
                    <a:pt x="8" y="95"/>
                    <a:pt x="5" y="98"/>
                  </a:cubicBezTo>
                  <a:cubicBezTo>
                    <a:pt x="3" y="102"/>
                    <a:pt x="1" y="106"/>
                    <a:pt x="4" y="110"/>
                  </a:cubicBezTo>
                  <a:cubicBezTo>
                    <a:pt x="8" y="115"/>
                    <a:pt x="9" y="118"/>
                    <a:pt x="8" y="120"/>
                  </a:cubicBezTo>
                  <a:cubicBezTo>
                    <a:pt x="7" y="122"/>
                    <a:pt x="5" y="115"/>
                    <a:pt x="4" y="116"/>
                  </a:cubicBezTo>
                  <a:cubicBezTo>
                    <a:pt x="3" y="117"/>
                    <a:pt x="7" y="120"/>
                    <a:pt x="6" y="121"/>
                  </a:cubicBezTo>
                  <a:cubicBezTo>
                    <a:pt x="5" y="123"/>
                    <a:pt x="2" y="116"/>
                    <a:pt x="1" y="118"/>
                  </a:cubicBezTo>
                  <a:cubicBezTo>
                    <a:pt x="0" y="119"/>
                    <a:pt x="8" y="130"/>
                    <a:pt x="8" y="134"/>
                  </a:cubicBezTo>
                  <a:cubicBezTo>
                    <a:pt x="9" y="138"/>
                    <a:pt x="15" y="142"/>
                    <a:pt x="15" y="148"/>
                  </a:cubicBezTo>
                  <a:cubicBezTo>
                    <a:pt x="14" y="154"/>
                    <a:pt x="20" y="163"/>
                    <a:pt x="21" y="165"/>
                  </a:cubicBezTo>
                  <a:cubicBezTo>
                    <a:pt x="22" y="166"/>
                    <a:pt x="19" y="170"/>
                    <a:pt x="19" y="175"/>
                  </a:cubicBezTo>
                  <a:cubicBezTo>
                    <a:pt x="20" y="179"/>
                    <a:pt x="18" y="181"/>
                    <a:pt x="15" y="181"/>
                  </a:cubicBezTo>
                  <a:cubicBezTo>
                    <a:pt x="12" y="181"/>
                    <a:pt x="14" y="185"/>
                    <a:pt x="17" y="186"/>
                  </a:cubicBezTo>
                  <a:cubicBezTo>
                    <a:pt x="20" y="186"/>
                    <a:pt x="19" y="188"/>
                    <a:pt x="23" y="190"/>
                  </a:cubicBezTo>
                  <a:cubicBezTo>
                    <a:pt x="26" y="193"/>
                    <a:pt x="34" y="192"/>
                    <a:pt x="37" y="192"/>
                  </a:cubicBezTo>
                  <a:cubicBezTo>
                    <a:pt x="40" y="192"/>
                    <a:pt x="40" y="187"/>
                    <a:pt x="44" y="187"/>
                  </a:cubicBezTo>
                  <a:cubicBezTo>
                    <a:pt x="48" y="187"/>
                    <a:pt x="48" y="186"/>
                    <a:pt x="49" y="184"/>
                  </a:cubicBezTo>
                  <a:cubicBezTo>
                    <a:pt x="51" y="181"/>
                    <a:pt x="60" y="182"/>
                    <a:pt x="68" y="183"/>
                  </a:cubicBezTo>
                  <a:cubicBezTo>
                    <a:pt x="77" y="183"/>
                    <a:pt x="81" y="180"/>
                    <a:pt x="82" y="177"/>
                  </a:cubicBezTo>
                  <a:cubicBezTo>
                    <a:pt x="83" y="174"/>
                    <a:pt x="89" y="174"/>
                    <a:pt x="92" y="171"/>
                  </a:cubicBezTo>
                  <a:cubicBezTo>
                    <a:pt x="94" y="169"/>
                    <a:pt x="96" y="169"/>
                    <a:pt x="103" y="169"/>
                  </a:cubicBezTo>
                  <a:cubicBezTo>
                    <a:pt x="109" y="170"/>
                    <a:pt x="115" y="166"/>
                    <a:pt x="119" y="164"/>
                  </a:cubicBezTo>
                  <a:cubicBezTo>
                    <a:pt x="123" y="163"/>
                    <a:pt x="131" y="164"/>
                    <a:pt x="134" y="163"/>
                  </a:cubicBezTo>
                  <a:cubicBezTo>
                    <a:pt x="138" y="162"/>
                    <a:pt x="139" y="167"/>
                    <a:pt x="143" y="167"/>
                  </a:cubicBezTo>
                  <a:cubicBezTo>
                    <a:pt x="148" y="166"/>
                    <a:pt x="150" y="168"/>
                    <a:pt x="152" y="168"/>
                  </a:cubicBezTo>
                  <a:cubicBezTo>
                    <a:pt x="154" y="168"/>
                    <a:pt x="154" y="170"/>
                    <a:pt x="156" y="170"/>
                  </a:cubicBezTo>
                  <a:cubicBezTo>
                    <a:pt x="159" y="171"/>
                    <a:pt x="158" y="173"/>
                    <a:pt x="157" y="175"/>
                  </a:cubicBezTo>
                  <a:cubicBezTo>
                    <a:pt x="155" y="177"/>
                    <a:pt x="160" y="177"/>
                    <a:pt x="163" y="181"/>
                  </a:cubicBezTo>
                  <a:cubicBezTo>
                    <a:pt x="166" y="185"/>
                    <a:pt x="163" y="186"/>
                    <a:pt x="165" y="189"/>
                  </a:cubicBezTo>
                  <a:cubicBezTo>
                    <a:pt x="167" y="192"/>
                    <a:pt x="168" y="192"/>
                    <a:pt x="171" y="187"/>
                  </a:cubicBezTo>
                  <a:cubicBezTo>
                    <a:pt x="174" y="182"/>
                    <a:pt x="178" y="185"/>
                    <a:pt x="178" y="181"/>
                  </a:cubicBezTo>
                  <a:cubicBezTo>
                    <a:pt x="179" y="178"/>
                    <a:pt x="182" y="173"/>
                    <a:pt x="185" y="175"/>
                  </a:cubicBezTo>
                  <a:cubicBezTo>
                    <a:pt x="187" y="177"/>
                    <a:pt x="183" y="178"/>
                    <a:pt x="182" y="185"/>
                  </a:cubicBezTo>
                  <a:cubicBezTo>
                    <a:pt x="180" y="193"/>
                    <a:pt x="178" y="189"/>
                    <a:pt x="177" y="191"/>
                  </a:cubicBezTo>
                  <a:cubicBezTo>
                    <a:pt x="177" y="193"/>
                    <a:pt x="184" y="194"/>
                    <a:pt x="184" y="190"/>
                  </a:cubicBezTo>
                  <a:cubicBezTo>
                    <a:pt x="184" y="186"/>
                    <a:pt x="185" y="185"/>
                    <a:pt x="188" y="188"/>
                  </a:cubicBezTo>
                  <a:cubicBezTo>
                    <a:pt x="191" y="192"/>
                    <a:pt x="186" y="195"/>
                    <a:pt x="187" y="196"/>
                  </a:cubicBezTo>
                  <a:cubicBezTo>
                    <a:pt x="188" y="198"/>
                    <a:pt x="191" y="196"/>
                    <a:pt x="192" y="196"/>
                  </a:cubicBezTo>
                  <a:cubicBezTo>
                    <a:pt x="195" y="196"/>
                    <a:pt x="199" y="203"/>
                    <a:pt x="199" y="206"/>
                  </a:cubicBezTo>
                  <a:cubicBezTo>
                    <a:pt x="198" y="210"/>
                    <a:pt x="197" y="213"/>
                    <a:pt x="202" y="216"/>
                  </a:cubicBezTo>
                  <a:cubicBezTo>
                    <a:pt x="208" y="218"/>
                    <a:pt x="206" y="219"/>
                    <a:pt x="210" y="219"/>
                  </a:cubicBezTo>
                  <a:cubicBezTo>
                    <a:pt x="214" y="219"/>
                    <a:pt x="222" y="222"/>
                    <a:pt x="225" y="224"/>
                  </a:cubicBezTo>
                  <a:cubicBezTo>
                    <a:pt x="227" y="226"/>
                    <a:pt x="233" y="223"/>
                    <a:pt x="234" y="219"/>
                  </a:cubicBezTo>
                  <a:cubicBezTo>
                    <a:pt x="235" y="215"/>
                    <a:pt x="239" y="219"/>
                    <a:pt x="237" y="220"/>
                  </a:cubicBezTo>
                  <a:cubicBezTo>
                    <a:pt x="235" y="221"/>
                    <a:pt x="238" y="224"/>
                    <a:pt x="238" y="222"/>
                  </a:cubicBezTo>
                  <a:cubicBezTo>
                    <a:pt x="239" y="220"/>
                    <a:pt x="240" y="218"/>
                    <a:pt x="240" y="221"/>
                  </a:cubicBezTo>
                  <a:cubicBezTo>
                    <a:pt x="241" y="223"/>
                    <a:pt x="244" y="223"/>
                    <a:pt x="245" y="225"/>
                  </a:cubicBezTo>
                  <a:cubicBezTo>
                    <a:pt x="246" y="227"/>
                    <a:pt x="248" y="229"/>
                    <a:pt x="248" y="227"/>
                  </a:cubicBezTo>
                  <a:cubicBezTo>
                    <a:pt x="248" y="225"/>
                    <a:pt x="248" y="224"/>
                    <a:pt x="251" y="223"/>
                  </a:cubicBezTo>
                  <a:cubicBezTo>
                    <a:pt x="254" y="222"/>
                    <a:pt x="255" y="220"/>
                    <a:pt x="258" y="218"/>
                  </a:cubicBezTo>
                  <a:cubicBezTo>
                    <a:pt x="261" y="216"/>
                    <a:pt x="272" y="215"/>
                    <a:pt x="273" y="215"/>
                  </a:cubicBezTo>
                  <a:cubicBezTo>
                    <a:pt x="274" y="215"/>
                    <a:pt x="275" y="205"/>
                    <a:pt x="276" y="200"/>
                  </a:cubicBezTo>
                  <a:cubicBezTo>
                    <a:pt x="276" y="195"/>
                    <a:pt x="281" y="194"/>
                    <a:pt x="281" y="189"/>
                  </a:cubicBezTo>
                  <a:cubicBezTo>
                    <a:pt x="282" y="184"/>
                    <a:pt x="288" y="174"/>
                    <a:pt x="289" y="173"/>
                  </a:cubicBezTo>
                  <a:cubicBezTo>
                    <a:pt x="291" y="173"/>
                    <a:pt x="293" y="171"/>
                    <a:pt x="294" y="168"/>
                  </a:cubicBezTo>
                  <a:cubicBezTo>
                    <a:pt x="294" y="165"/>
                    <a:pt x="297" y="162"/>
                    <a:pt x="297" y="158"/>
                  </a:cubicBezTo>
                  <a:cubicBezTo>
                    <a:pt x="297" y="154"/>
                    <a:pt x="300" y="150"/>
                    <a:pt x="299" y="149"/>
                  </a:cubicBezTo>
                  <a:cubicBezTo>
                    <a:pt x="299" y="147"/>
                    <a:pt x="298" y="144"/>
                    <a:pt x="300" y="141"/>
                  </a:cubicBezTo>
                  <a:cubicBezTo>
                    <a:pt x="302" y="139"/>
                    <a:pt x="299" y="135"/>
                    <a:pt x="300" y="13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4" name="Freeform 1316">
              <a:extLst>
                <a:ext uri="{FF2B5EF4-FFF2-40B4-BE49-F238E27FC236}">
                  <a16:creationId xmlns:a16="http://schemas.microsoft.com/office/drawing/2014/main" id="{FE2963D8-9CF2-1DDA-431B-DC357AD04D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42124" y="5305140"/>
              <a:ext cx="349221" cy="412727"/>
            </a:xfrm>
            <a:custGeom>
              <a:avLst/>
              <a:gdLst>
                <a:gd name="T0" fmla="*/ 84 w 93"/>
                <a:gd name="T1" fmla="*/ 27 h 110"/>
                <a:gd name="T2" fmla="*/ 77 w 93"/>
                <a:gd name="T3" fmla="*/ 26 h 110"/>
                <a:gd name="T4" fmla="*/ 73 w 93"/>
                <a:gd name="T5" fmla="*/ 22 h 110"/>
                <a:gd name="T6" fmla="*/ 69 w 93"/>
                <a:gd name="T7" fmla="*/ 16 h 110"/>
                <a:gd name="T8" fmla="*/ 69 w 93"/>
                <a:gd name="T9" fmla="*/ 20 h 110"/>
                <a:gd name="T10" fmla="*/ 66 w 93"/>
                <a:gd name="T11" fmla="*/ 19 h 110"/>
                <a:gd name="T12" fmla="*/ 63 w 93"/>
                <a:gd name="T13" fmla="*/ 14 h 110"/>
                <a:gd name="T14" fmla="*/ 61 w 93"/>
                <a:gd name="T15" fmla="*/ 7 h 110"/>
                <a:gd name="T16" fmla="*/ 51 w 93"/>
                <a:gd name="T17" fmla="*/ 0 h 110"/>
                <a:gd name="T18" fmla="*/ 54 w 93"/>
                <a:gd name="T19" fmla="*/ 8 h 110"/>
                <a:gd name="T20" fmla="*/ 59 w 93"/>
                <a:gd name="T21" fmla="*/ 13 h 110"/>
                <a:gd name="T22" fmla="*/ 63 w 93"/>
                <a:gd name="T23" fmla="*/ 19 h 110"/>
                <a:gd name="T24" fmla="*/ 62 w 93"/>
                <a:gd name="T25" fmla="*/ 30 h 110"/>
                <a:gd name="T26" fmla="*/ 56 w 93"/>
                <a:gd name="T27" fmla="*/ 37 h 110"/>
                <a:gd name="T28" fmla="*/ 66 w 93"/>
                <a:gd name="T29" fmla="*/ 46 h 110"/>
                <a:gd name="T30" fmla="*/ 64 w 93"/>
                <a:gd name="T31" fmla="*/ 57 h 110"/>
                <a:gd name="T32" fmla="*/ 70 w 93"/>
                <a:gd name="T33" fmla="*/ 58 h 110"/>
                <a:gd name="T34" fmla="*/ 79 w 93"/>
                <a:gd name="T35" fmla="*/ 47 h 110"/>
                <a:gd name="T36" fmla="*/ 81 w 93"/>
                <a:gd name="T37" fmla="*/ 39 h 110"/>
                <a:gd name="T38" fmla="*/ 86 w 93"/>
                <a:gd name="T39" fmla="*/ 38 h 110"/>
                <a:gd name="T40" fmla="*/ 89 w 93"/>
                <a:gd name="T41" fmla="*/ 33 h 110"/>
                <a:gd name="T42" fmla="*/ 91 w 93"/>
                <a:gd name="T43" fmla="*/ 27 h 110"/>
                <a:gd name="T44" fmla="*/ 84 w 93"/>
                <a:gd name="T45" fmla="*/ 27 h 110"/>
                <a:gd name="T46" fmla="*/ 10 w 93"/>
                <a:gd name="T47" fmla="*/ 110 h 110"/>
                <a:gd name="T48" fmla="*/ 13 w 93"/>
                <a:gd name="T49" fmla="*/ 107 h 110"/>
                <a:gd name="T50" fmla="*/ 10 w 93"/>
                <a:gd name="T51" fmla="*/ 110 h 110"/>
                <a:gd name="T52" fmla="*/ 58 w 93"/>
                <a:gd name="T53" fmla="*/ 53 h 110"/>
                <a:gd name="T54" fmla="*/ 52 w 93"/>
                <a:gd name="T55" fmla="*/ 55 h 110"/>
                <a:gd name="T56" fmla="*/ 44 w 93"/>
                <a:gd name="T57" fmla="*/ 52 h 110"/>
                <a:gd name="T58" fmla="*/ 41 w 93"/>
                <a:gd name="T59" fmla="*/ 59 h 110"/>
                <a:gd name="T60" fmla="*/ 35 w 93"/>
                <a:gd name="T61" fmla="*/ 69 h 110"/>
                <a:gd name="T62" fmla="*/ 14 w 93"/>
                <a:gd name="T63" fmla="*/ 82 h 110"/>
                <a:gd name="T64" fmla="*/ 5 w 93"/>
                <a:gd name="T65" fmla="*/ 91 h 110"/>
                <a:gd name="T66" fmla="*/ 3 w 93"/>
                <a:gd name="T67" fmla="*/ 99 h 110"/>
                <a:gd name="T68" fmla="*/ 10 w 93"/>
                <a:gd name="T69" fmla="*/ 102 h 110"/>
                <a:gd name="T70" fmla="*/ 15 w 93"/>
                <a:gd name="T71" fmla="*/ 104 h 110"/>
                <a:gd name="T72" fmla="*/ 29 w 93"/>
                <a:gd name="T73" fmla="*/ 101 h 110"/>
                <a:gd name="T74" fmla="*/ 33 w 93"/>
                <a:gd name="T75" fmla="*/ 93 h 110"/>
                <a:gd name="T76" fmla="*/ 37 w 93"/>
                <a:gd name="T77" fmla="*/ 85 h 110"/>
                <a:gd name="T78" fmla="*/ 45 w 93"/>
                <a:gd name="T79" fmla="*/ 80 h 110"/>
                <a:gd name="T80" fmla="*/ 48 w 93"/>
                <a:gd name="T81" fmla="*/ 76 h 110"/>
                <a:gd name="T82" fmla="*/ 53 w 93"/>
                <a:gd name="T83" fmla="*/ 69 h 110"/>
                <a:gd name="T84" fmla="*/ 59 w 93"/>
                <a:gd name="T85" fmla="*/ 59 h 110"/>
                <a:gd name="T86" fmla="*/ 58 w 93"/>
                <a:gd name="T87" fmla="*/ 5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3" h="110">
                  <a:moveTo>
                    <a:pt x="84" y="27"/>
                  </a:moveTo>
                  <a:cubicBezTo>
                    <a:pt x="83" y="29"/>
                    <a:pt x="80" y="26"/>
                    <a:pt x="77" y="26"/>
                  </a:cubicBezTo>
                  <a:cubicBezTo>
                    <a:pt x="74" y="26"/>
                    <a:pt x="73" y="24"/>
                    <a:pt x="73" y="22"/>
                  </a:cubicBezTo>
                  <a:cubicBezTo>
                    <a:pt x="73" y="19"/>
                    <a:pt x="72" y="16"/>
                    <a:pt x="69" y="16"/>
                  </a:cubicBezTo>
                  <a:cubicBezTo>
                    <a:pt x="67" y="16"/>
                    <a:pt x="70" y="19"/>
                    <a:pt x="69" y="20"/>
                  </a:cubicBezTo>
                  <a:cubicBezTo>
                    <a:pt x="68" y="21"/>
                    <a:pt x="68" y="19"/>
                    <a:pt x="66" y="19"/>
                  </a:cubicBezTo>
                  <a:cubicBezTo>
                    <a:pt x="65" y="19"/>
                    <a:pt x="63" y="17"/>
                    <a:pt x="63" y="14"/>
                  </a:cubicBezTo>
                  <a:cubicBezTo>
                    <a:pt x="63" y="10"/>
                    <a:pt x="61" y="11"/>
                    <a:pt x="61" y="7"/>
                  </a:cubicBezTo>
                  <a:cubicBezTo>
                    <a:pt x="61" y="3"/>
                    <a:pt x="55" y="0"/>
                    <a:pt x="51" y="0"/>
                  </a:cubicBezTo>
                  <a:cubicBezTo>
                    <a:pt x="48" y="0"/>
                    <a:pt x="52" y="6"/>
                    <a:pt x="54" y="8"/>
                  </a:cubicBezTo>
                  <a:cubicBezTo>
                    <a:pt x="55" y="10"/>
                    <a:pt x="59" y="12"/>
                    <a:pt x="59" y="13"/>
                  </a:cubicBezTo>
                  <a:cubicBezTo>
                    <a:pt x="59" y="15"/>
                    <a:pt x="61" y="18"/>
                    <a:pt x="63" y="19"/>
                  </a:cubicBezTo>
                  <a:cubicBezTo>
                    <a:pt x="65" y="20"/>
                    <a:pt x="62" y="26"/>
                    <a:pt x="62" y="30"/>
                  </a:cubicBezTo>
                  <a:cubicBezTo>
                    <a:pt x="62" y="35"/>
                    <a:pt x="59" y="34"/>
                    <a:pt x="56" y="37"/>
                  </a:cubicBezTo>
                  <a:cubicBezTo>
                    <a:pt x="54" y="40"/>
                    <a:pt x="62" y="43"/>
                    <a:pt x="66" y="46"/>
                  </a:cubicBezTo>
                  <a:cubicBezTo>
                    <a:pt x="70" y="49"/>
                    <a:pt x="63" y="56"/>
                    <a:pt x="64" y="57"/>
                  </a:cubicBezTo>
                  <a:cubicBezTo>
                    <a:pt x="64" y="58"/>
                    <a:pt x="67" y="59"/>
                    <a:pt x="70" y="58"/>
                  </a:cubicBezTo>
                  <a:cubicBezTo>
                    <a:pt x="74" y="57"/>
                    <a:pt x="76" y="49"/>
                    <a:pt x="79" y="47"/>
                  </a:cubicBezTo>
                  <a:cubicBezTo>
                    <a:pt x="81" y="45"/>
                    <a:pt x="80" y="41"/>
                    <a:pt x="81" y="39"/>
                  </a:cubicBezTo>
                  <a:cubicBezTo>
                    <a:pt x="82" y="37"/>
                    <a:pt x="84" y="38"/>
                    <a:pt x="86" y="38"/>
                  </a:cubicBezTo>
                  <a:cubicBezTo>
                    <a:pt x="88" y="38"/>
                    <a:pt x="87" y="33"/>
                    <a:pt x="89" y="33"/>
                  </a:cubicBezTo>
                  <a:cubicBezTo>
                    <a:pt x="91" y="33"/>
                    <a:pt x="90" y="30"/>
                    <a:pt x="91" y="27"/>
                  </a:cubicBezTo>
                  <a:cubicBezTo>
                    <a:pt x="93" y="23"/>
                    <a:pt x="86" y="25"/>
                    <a:pt x="84" y="27"/>
                  </a:cubicBezTo>
                  <a:moveTo>
                    <a:pt x="10" y="110"/>
                  </a:moveTo>
                  <a:cubicBezTo>
                    <a:pt x="11" y="110"/>
                    <a:pt x="15" y="109"/>
                    <a:pt x="13" y="107"/>
                  </a:cubicBezTo>
                  <a:cubicBezTo>
                    <a:pt x="11" y="104"/>
                    <a:pt x="7" y="109"/>
                    <a:pt x="10" y="110"/>
                  </a:cubicBezTo>
                  <a:moveTo>
                    <a:pt x="58" y="53"/>
                  </a:moveTo>
                  <a:cubicBezTo>
                    <a:pt x="55" y="52"/>
                    <a:pt x="54" y="54"/>
                    <a:pt x="52" y="55"/>
                  </a:cubicBezTo>
                  <a:cubicBezTo>
                    <a:pt x="49" y="56"/>
                    <a:pt x="48" y="50"/>
                    <a:pt x="44" y="52"/>
                  </a:cubicBezTo>
                  <a:cubicBezTo>
                    <a:pt x="41" y="55"/>
                    <a:pt x="44" y="56"/>
                    <a:pt x="41" y="59"/>
                  </a:cubicBezTo>
                  <a:cubicBezTo>
                    <a:pt x="37" y="62"/>
                    <a:pt x="39" y="63"/>
                    <a:pt x="35" y="69"/>
                  </a:cubicBezTo>
                  <a:cubicBezTo>
                    <a:pt x="30" y="75"/>
                    <a:pt x="16" y="79"/>
                    <a:pt x="14" y="82"/>
                  </a:cubicBezTo>
                  <a:cubicBezTo>
                    <a:pt x="12" y="86"/>
                    <a:pt x="5" y="89"/>
                    <a:pt x="5" y="91"/>
                  </a:cubicBezTo>
                  <a:cubicBezTo>
                    <a:pt x="5" y="94"/>
                    <a:pt x="0" y="96"/>
                    <a:pt x="3" y="99"/>
                  </a:cubicBezTo>
                  <a:cubicBezTo>
                    <a:pt x="5" y="102"/>
                    <a:pt x="8" y="100"/>
                    <a:pt x="10" y="102"/>
                  </a:cubicBezTo>
                  <a:cubicBezTo>
                    <a:pt x="12" y="104"/>
                    <a:pt x="14" y="102"/>
                    <a:pt x="15" y="104"/>
                  </a:cubicBezTo>
                  <a:cubicBezTo>
                    <a:pt x="16" y="106"/>
                    <a:pt x="23" y="106"/>
                    <a:pt x="29" y="101"/>
                  </a:cubicBezTo>
                  <a:cubicBezTo>
                    <a:pt x="34" y="96"/>
                    <a:pt x="31" y="94"/>
                    <a:pt x="33" y="93"/>
                  </a:cubicBezTo>
                  <a:cubicBezTo>
                    <a:pt x="36" y="91"/>
                    <a:pt x="36" y="87"/>
                    <a:pt x="37" y="85"/>
                  </a:cubicBezTo>
                  <a:cubicBezTo>
                    <a:pt x="39" y="82"/>
                    <a:pt x="39" y="80"/>
                    <a:pt x="45" y="80"/>
                  </a:cubicBezTo>
                  <a:cubicBezTo>
                    <a:pt x="51" y="80"/>
                    <a:pt x="48" y="79"/>
                    <a:pt x="48" y="76"/>
                  </a:cubicBezTo>
                  <a:cubicBezTo>
                    <a:pt x="48" y="73"/>
                    <a:pt x="53" y="73"/>
                    <a:pt x="53" y="69"/>
                  </a:cubicBezTo>
                  <a:cubicBezTo>
                    <a:pt x="53" y="65"/>
                    <a:pt x="60" y="62"/>
                    <a:pt x="59" y="59"/>
                  </a:cubicBezTo>
                  <a:cubicBezTo>
                    <a:pt x="57" y="57"/>
                    <a:pt x="60" y="55"/>
                    <a:pt x="58" y="5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5" name="Freeform 1318">
              <a:extLst>
                <a:ext uri="{FF2B5EF4-FFF2-40B4-BE49-F238E27FC236}">
                  <a16:creationId xmlns:a16="http://schemas.microsoft.com/office/drawing/2014/main" id="{C3EE6CCE-6036-A1DD-E7C4-2AF1C66C64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542139" y="4751133"/>
              <a:ext cx="82544" cy="71434"/>
            </a:xfrm>
            <a:custGeom>
              <a:avLst/>
              <a:gdLst>
                <a:gd name="T0" fmla="*/ 14 w 22"/>
                <a:gd name="T1" fmla="*/ 7 h 19"/>
                <a:gd name="T2" fmla="*/ 22 w 22"/>
                <a:gd name="T3" fmla="*/ 3 h 19"/>
                <a:gd name="T4" fmla="*/ 14 w 22"/>
                <a:gd name="T5" fmla="*/ 7 h 19"/>
                <a:gd name="T6" fmla="*/ 3 w 22"/>
                <a:gd name="T7" fmla="*/ 16 h 19"/>
                <a:gd name="T8" fmla="*/ 12 w 22"/>
                <a:gd name="T9" fmla="*/ 14 h 19"/>
                <a:gd name="T10" fmla="*/ 3 w 22"/>
                <a:gd name="T11" fmla="*/ 1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9">
                  <a:moveTo>
                    <a:pt x="14" y="7"/>
                  </a:moveTo>
                  <a:cubicBezTo>
                    <a:pt x="15" y="8"/>
                    <a:pt x="22" y="6"/>
                    <a:pt x="22" y="3"/>
                  </a:cubicBezTo>
                  <a:cubicBezTo>
                    <a:pt x="22" y="0"/>
                    <a:pt x="11" y="6"/>
                    <a:pt x="14" y="7"/>
                  </a:cubicBezTo>
                  <a:moveTo>
                    <a:pt x="3" y="16"/>
                  </a:moveTo>
                  <a:cubicBezTo>
                    <a:pt x="6" y="19"/>
                    <a:pt x="12" y="19"/>
                    <a:pt x="12" y="14"/>
                  </a:cubicBezTo>
                  <a:cubicBezTo>
                    <a:pt x="12" y="9"/>
                    <a:pt x="0" y="14"/>
                    <a:pt x="3" y="1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6" name="Freeform 1320">
              <a:extLst>
                <a:ext uri="{FF2B5EF4-FFF2-40B4-BE49-F238E27FC236}">
                  <a16:creationId xmlns:a16="http://schemas.microsoft.com/office/drawing/2014/main" id="{7322D3D5-6FBA-1C3B-4C26-18ECEF388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9724" y="4765420"/>
              <a:ext cx="352396" cy="352406"/>
            </a:xfrm>
            <a:custGeom>
              <a:avLst/>
              <a:gdLst>
                <a:gd name="T0" fmla="*/ 35 w 94"/>
                <a:gd name="T1" fmla="*/ 90 h 94"/>
                <a:gd name="T2" fmla="*/ 39 w 94"/>
                <a:gd name="T3" fmla="*/ 88 h 94"/>
                <a:gd name="T4" fmla="*/ 43 w 94"/>
                <a:gd name="T5" fmla="*/ 93 h 94"/>
                <a:gd name="T6" fmla="*/ 52 w 94"/>
                <a:gd name="T7" fmla="*/ 93 h 94"/>
                <a:gd name="T8" fmla="*/ 57 w 94"/>
                <a:gd name="T9" fmla="*/ 88 h 94"/>
                <a:gd name="T10" fmla="*/ 57 w 94"/>
                <a:gd name="T11" fmla="*/ 39 h 94"/>
                <a:gd name="T12" fmla="*/ 65 w 94"/>
                <a:gd name="T13" fmla="*/ 37 h 94"/>
                <a:gd name="T14" fmla="*/ 65 w 94"/>
                <a:gd name="T15" fmla="*/ 11 h 94"/>
                <a:gd name="T16" fmla="*/ 72 w 94"/>
                <a:gd name="T17" fmla="*/ 10 h 94"/>
                <a:gd name="T18" fmla="*/ 80 w 94"/>
                <a:gd name="T19" fmla="*/ 8 h 94"/>
                <a:gd name="T20" fmla="*/ 84 w 94"/>
                <a:gd name="T21" fmla="*/ 11 h 94"/>
                <a:gd name="T22" fmla="*/ 89 w 94"/>
                <a:gd name="T23" fmla="*/ 8 h 94"/>
                <a:gd name="T24" fmla="*/ 94 w 94"/>
                <a:gd name="T25" fmla="*/ 7 h 94"/>
                <a:gd name="T26" fmla="*/ 94 w 94"/>
                <a:gd name="T27" fmla="*/ 5 h 94"/>
                <a:gd name="T28" fmla="*/ 78 w 94"/>
                <a:gd name="T29" fmla="*/ 6 h 94"/>
                <a:gd name="T30" fmla="*/ 67 w 94"/>
                <a:gd name="T31" fmla="*/ 7 h 94"/>
                <a:gd name="T32" fmla="*/ 50 w 94"/>
                <a:gd name="T33" fmla="*/ 7 h 94"/>
                <a:gd name="T34" fmla="*/ 48 w 94"/>
                <a:gd name="T35" fmla="*/ 4 h 94"/>
                <a:gd name="T36" fmla="*/ 22 w 94"/>
                <a:gd name="T37" fmla="*/ 4 h 94"/>
                <a:gd name="T38" fmla="*/ 15 w 94"/>
                <a:gd name="T39" fmla="*/ 2 h 94"/>
                <a:gd name="T40" fmla="*/ 8 w 94"/>
                <a:gd name="T41" fmla="*/ 2 h 94"/>
                <a:gd name="T42" fmla="*/ 5 w 94"/>
                <a:gd name="T43" fmla="*/ 0 h 94"/>
                <a:gd name="T44" fmla="*/ 2 w 94"/>
                <a:gd name="T45" fmla="*/ 2 h 94"/>
                <a:gd name="T46" fmla="*/ 0 w 94"/>
                <a:gd name="T47" fmla="*/ 3 h 94"/>
                <a:gd name="T48" fmla="*/ 4 w 94"/>
                <a:gd name="T49" fmla="*/ 13 h 94"/>
                <a:gd name="T50" fmla="*/ 12 w 94"/>
                <a:gd name="T51" fmla="*/ 28 h 94"/>
                <a:gd name="T52" fmla="*/ 19 w 94"/>
                <a:gd name="T53" fmla="*/ 43 h 94"/>
                <a:gd name="T54" fmla="*/ 19 w 94"/>
                <a:gd name="T55" fmla="*/ 56 h 94"/>
                <a:gd name="T56" fmla="*/ 22 w 94"/>
                <a:gd name="T57" fmla="*/ 67 h 94"/>
                <a:gd name="T58" fmla="*/ 27 w 94"/>
                <a:gd name="T59" fmla="*/ 85 h 94"/>
                <a:gd name="T60" fmla="*/ 32 w 94"/>
                <a:gd name="T61" fmla="*/ 91 h 94"/>
                <a:gd name="T62" fmla="*/ 35 w 94"/>
                <a:gd name="T63" fmla="*/ 9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94">
                  <a:moveTo>
                    <a:pt x="35" y="90"/>
                  </a:moveTo>
                  <a:cubicBezTo>
                    <a:pt x="35" y="89"/>
                    <a:pt x="38" y="86"/>
                    <a:pt x="39" y="88"/>
                  </a:cubicBezTo>
                  <a:cubicBezTo>
                    <a:pt x="41" y="90"/>
                    <a:pt x="40" y="93"/>
                    <a:pt x="43" y="93"/>
                  </a:cubicBezTo>
                  <a:cubicBezTo>
                    <a:pt x="46" y="93"/>
                    <a:pt x="52" y="94"/>
                    <a:pt x="52" y="93"/>
                  </a:cubicBezTo>
                  <a:cubicBezTo>
                    <a:pt x="53" y="92"/>
                    <a:pt x="57" y="91"/>
                    <a:pt x="57" y="8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8"/>
                    <a:pt x="65" y="39"/>
                    <a:pt x="65" y="37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70" y="11"/>
                    <a:pt x="72" y="10"/>
                  </a:cubicBezTo>
                  <a:cubicBezTo>
                    <a:pt x="73" y="10"/>
                    <a:pt x="79" y="7"/>
                    <a:pt x="80" y="8"/>
                  </a:cubicBezTo>
                  <a:cubicBezTo>
                    <a:pt x="81" y="9"/>
                    <a:pt x="83" y="12"/>
                    <a:pt x="84" y="11"/>
                  </a:cubicBezTo>
                  <a:cubicBezTo>
                    <a:pt x="85" y="10"/>
                    <a:pt x="87" y="8"/>
                    <a:pt x="89" y="8"/>
                  </a:cubicBezTo>
                  <a:cubicBezTo>
                    <a:pt x="90" y="8"/>
                    <a:pt x="92" y="7"/>
                    <a:pt x="94" y="7"/>
                  </a:cubicBezTo>
                  <a:cubicBezTo>
                    <a:pt x="94" y="6"/>
                    <a:pt x="94" y="5"/>
                    <a:pt x="94" y="5"/>
                  </a:cubicBezTo>
                  <a:cubicBezTo>
                    <a:pt x="94" y="3"/>
                    <a:pt x="80" y="5"/>
                    <a:pt x="78" y="6"/>
                  </a:cubicBezTo>
                  <a:cubicBezTo>
                    <a:pt x="76" y="7"/>
                    <a:pt x="69" y="8"/>
                    <a:pt x="67" y="7"/>
                  </a:cubicBezTo>
                  <a:cubicBezTo>
                    <a:pt x="64" y="6"/>
                    <a:pt x="50" y="7"/>
                    <a:pt x="50" y="7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0" y="4"/>
                    <a:pt x="18" y="4"/>
                    <a:pt x="15" y="2"/>
                  </a:cubicBezTo>
                  <a:cubicBezTo>
                    <a:pt x="13" y="1"/>
                    <a:pt x="11" y="1"/>
                    <a:pt x="8" y="2"/>
                  </a:cubicBezTo>
                  <a:cubicBezTo>
                    <a:pt x="6" y="3"/>
                    <a:pt x="7" y="0"/>
                    <a:pt x="5" y="0"/>
                  </a:cubicBezTo>
                  <a:cubicBezTo>
                    <a:pt x="3" y="0"/>
                    <a:pt x="2" y="2"/>
                    <a:pt x="2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5"/>
                    <a:pt x="2" y="9"/>
                    <a:pt x="4" y="13"/>
                  </a:cubicBezTo>
                  <a:cubicBezTo>
                    <a:pt x="7" y="16"/>
                    <a:pt x="10" y="22"/>
                    <a:pt x="12" y="28"/>
                  </a:cubicBezTo>
                  <a:cubicBezTo>
                    <a:pt x="13" y="33"/>
                    <a:pt x="18" y="39"/>
                    <a:pt x="19" y="43"/>
                  </a:cubicBezTo>
                  <a:cubicBezTo>
                    <a:pt x="20" y="47"/>
                    <a:pt x="18" y="53"/>
                    <a:pt x="19" y="56"/>
                  </a:cubicBezTo>
                  <a:cubicBezTo>
                    <a:pt x="21" y="58"/>
                    <a:pt x="21" y="63"/>
                    <a:pt x="22" y="67"/>
                  </a:cubicBezTo>
                  <a:cubicBezTo>
                    <a:pt x="23" y="72"/>
                    <a:pt x="23" y="81"/>
                    <a:pt x="27" y="85"/>
                  </a:cubicBezTo>
                  <a:cubicBezTo>
                    <a:pt x="29" y="87"/>
                    <a:pt x="30" y="89"/>
                    <a:pt x="32" y="91"/>
                  </a:cubicBezTo>
                  <a:cubicBezTo>
                    <a:pt x="34" y="91"/>
                    <a:pt x="35" y="91"/>
                    <a:pt x="35" y="9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7" name="Freeform 1322">
              <a:extLst>
                <a:ext uri="{FF2B5EF4-FFF2-40B4-BE49-F238E27FC236}">
                  <a16:creationId xmlns:a16="http://schemas.microsoft.com/office/drawing/2014/main" id="{DDD4AC8B-716A-B9A9-DECD-244D238C7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8946" y="4728909"/>
              <a:ext cx="225407" cy="193665"/>
            </a:xfrm>
            <a:custGeom>
              <a:avLst/>
              <a:gdLst>
                <a:gd name="T0" fmla="*/ 40 w 60"/>
                <a:gd name="T1" fmla="*/ 3 h 52"/>
                <a:gd name="T2" fmla="*/ 38 w 60"/>
                <a:gd name="T3" fmla="*/ 0 h 52"/>
                <a:gd name="T4" fmla="*/ 32 w 60"/>
                <a:gd name="T5" fmla="*/ 0 h 52"/>
                <a:gd name="T6" fmla="*/ 28 w 60"/>
                <a:gd name="T7" fmla="*/ 4 h 52"/>
                <a:gd name="T8" fmla="*/ 21 w 60"/>
                <a:gd name="T9" fmla="*/ 9 h 52"/>
                <a:gd name="T10" fmla="*/ 13 w 60"/>
                <a:gd name="T11" fmla="*/ 18 h 52"/>
                <a:gd name="T12" fmla="*/ 4 w 60"/>
                <a:gd name="T13" fmla="*/ 16 h 52"/>
                <a:gd name="T14" fmla="*/ 0 w 60"/>
                <a:gd name="T15" fmla="*/ 17 h 52"/>
                <a:gd name="T16" fmla="*/ 4 w 60"/>
                <a:gd name="T17" fmla="*/ 21 h 52"/>
                <a:gd name="T18" fmla="*/ 8 w 60"/>
                <a:gd name="T19" fmla="*/ 30 h 52"/>
                <a:gd name="T20" fmla="*/ 16 w 60"/>
                <a:gd name="T21" fmla="*/ 35 h 52"/>
                <a:gd name="T22" fmla="*/ 19 w 60"/>
                <a:gd name="T23" fmla="*/ 41 h 52"/>
                <a:gd name="T24" fmla="*/ 24 w 60"/>
                <a:gd name="T25" fmla="*/ 46 h 52"/>
                <a:gd name="T26" fmla="*/ 29 w 60"/>
                <a:gd name="T27" fmla="*/ 49 h 52"/>
                <a:gd name="T28" fmla="*/ 36 w 60"/>
                <a:gd name="T29" fmla="*/ 51 h 52"/>
                <a:gd name="T30" fmla="*/ 45 w 60"/>
                <a:gd name="T31" fmla="*/ 52 h 52"/>
                <a:gd name="T32" fmla="*/ 52 w 60"/>
                <a:gd name="T33" fmla="*/ 45 h 52"/>
                <a:gd name="T34" fmla="*/ 54 w 60"/>
                <a:gd name="T35" fmla="*/ 37 h 52"/>
                <a:gd name="T36" fmla="*/ 58 w 60"/>
                <a:gd name="T37" fmla="*/ 32 h 52"/>
                <a:gd name="T38" fmla="*/ 56 w 60"/>
                <a:gd name="T39" fmla="*/ 26 h 52"/>
                <a:gd name="T40" fmla="*/ 58 w 60"/>
                <a:gd name="T41" fmla="*/ 19 h 52"/>
                <a:gd name="T42" fmla="*/ 58 w 60"/>
                <a:gd name="T43" fmla="*/ 8 h 52"/>
                <a:gd name="T44" fmla="*/ 49 w 60"/>
                <a:gd name="T45" fmla="*/ 5 h 52"/>
                <a:gd name="T46" fmla="*/ 40 w 60"/>
                <a:gd name="T47" fmla="*/ 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0" h="52">
                  <a:moveTo>
                    <a:pt x="40" y="3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8" y="1"/>
                    <a:pt x="28" y="3"/>
                    <a:pt x="28" y="4"/>
                  </a:cubicBezTo>
                  <a:cubicBezTo>
                    <a:pt x="28" y="5"/>
                    <a:pt x="24" y="9"/>
                    <a:pt x="21" y="9"/>
                  </a:cubicBezTo>
                  <a:cubicBezTo>
                    <a:pt x="18" y="10"/>
                    <a:pt x="15" y="17"/>
                    <a:pt x="13" y="18"/>
                  </a:cubicBezTo>
                  <a:cubicBezTo>
                    <a:pt x="12" y="19"/>
                    <a:pt x="6" y="16"/>
                    <a:pt x="4" y="16"/>
                  </a:cubicBezTo>
                  <a:cubicBezTo>
                    <a:pt x="3" y="16"/>
                    <a:pt x="2" y="16"/>
                    <a:pt x="0" y="17"/>
                  </a:cubicBezTo>
                  <a:cubicBezTo>
                    <a:pt x="1" y="19"/>
                    <a:pt x="3" y="21"/>
                    <a:pt x="4" y="21"/>
                  </a:cubicBezTo>
                  <a:cubicBezTo>
                    <a:pt x="5" y="21"/>
                    <a:pt x="6" y="29"/>
                    <a:pt x="8" y="30"/>
                  </a:cubicBezTo>
                  <a:cubicBezTo>
                    <a:pt x="11" y="31"/>
                    <a:pt x="16" y="34"/>
                    <a:pt x="16" y="35"/>
                  </a:cubicBezTo>
                  <a:cubicBezTo>
                    <a:pt x="16" y="37"/>
                    <a:pt x="19" y="39"/>
                    <a:pt x="19" y="41"/>
                  </a:cubicBezTo>
                  <a:cubicBezTo>
                    <a:pt x="19" y="43"/>
                    <a:pt x="22" y="46"/>
                    <a:pt x="24" y="46"/>
                  </a:cubicBezTo>
                  <a:cubicBezTo>
                    <a:pt x="29" y="46"/>
                    <a:pt x="29" y="48"/>
                    <a:pt x="29" y="49"/>
                  </a:cubicBezTo>
                  <a:cubicBezTo>
                    <a:pt x="29" y="51"/>
                    <a:pt x="36" y="49"/>
                    <a:pt x="36" y="51"/>
                  </a:cubicBezTo>
                  <a:cubicBezTo>
                    <a:pt x="37" y="52"/>
                    <a:pt x="43" y="51"/>
                    <a:pt x="45" y="52"/>
                  </a:cubicBezTo>
                  <a:cubicBezTo>
                    <a:pt x="47" y="50"/>
                    <a:pt x="51" y="46"/>
                    <a:pt x="52" y="45"/>
                  </a:cubicBezTo>
                  <a:cubicBezTo>
                    <a:pt x="54" y="42"/>
                    <a:pt x="53" y="38"/>
                    <a:pt x="54" y="37"/>
                  </a:cubicBezTo>
                  <a:cubicBezTo>
                    <a:pt x="56" y="36"/>
                    <a:pt x="60" y="32"/>
                    <a:pt x="58" y="32"/>
                  </a:cubicBezTo>
                  <a:cubicBezTo>
                    <a:pt x="57" y="31"/>
                    <a:pt x="58" y="28"/>
                    <a:pt x="56" y="26"/>
                  </a:cubicBezTo>
                  <a:cubicBezTo>
                    <a:pt x="54" y="24"/>
                    <a:pt x="58" y="23"/>
                    <a:pt x="58" y="19"/>
                  </a:cubicBezTo>
                  <a:cubicBezTo>
                    <a:pt x="58" y="16"/>
                    <a:pt x="59" y="9"/>
                    <a:pt x="58" y="8"/>
                  </a:cubicBezTo>
                  <a:cubicBezTo>
                    <a:pt x="57" y="7"/>
                    <a:pt x="52" y="7"/>
                    <a:pt x="49" y="5"/>
                  </a:cubicBezTo>
                  <a:cubicBezTo>
                    <a:pt x="46" y="3"/>
                    <a:pt x="40" y="3"/>
                    <a:pt x="40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8" name="Freeform 1324">
              <a:extLst>
                <a:ext uri="{FF2B5EF4-FFF2-40B4-BE49-F238E27FC236}">
                  <a16:creationId xmlns:a16="http://schemas.microsoft.com/office/drawing/2014/main" id="{9C360BA8-7B57-B06E-18BA-7FA12F11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4020" y="4787644"/>
              <a:ext cx="247630" cy="271448"/>
            </a:xfrm>
            <a:custGeom>
              <a:avLst/>
              <a:gdLst>
                <a:gd name="T0" fmla="*/ 61 w 66"/>
                <a:gd name="T1" fmla="*/ 30 h 72"/>
                <a:gd name="T2" fmla="*/ 55 w 66"/>
                <a:gd name="T3" fmla="*/ 24 h 72"/>
                <a:gd name="T4" fmla="*/ 52 w 66"/>
                <a:gd name="T5" fmla="*/ 19 h 72"/>
                <a:gd name="T6" fmla="*/ 45 w 66"/>
                <a:gd name="T7" fmla="*/ 14 h 72"/>
                <a:gd name="T8" fmla="*/ 41 w 66"/>
                <a:gd name="T9" fmla="*/ 5 h 72"/>
                <a:gd name="T10" fmla="*/ 37 w 66"/>
                <a:gd name="T11" fmla="*/ 0 h 72"/>
                <a:gd name="T12" fmla="*/ 32 w 66"/>
                <a:gd name="T13" fmla="*/ 1 h 72"/>
                <a:gd name="T14" fmla="*/ 26 w 66"/>
                <a:gd name="T15" fmla="*/ 5 h 72"/>
                <a:gd name="T16" fmla="*/ 22 w 66"/>
                <a:gd name="T17" fmla="*/ 2 h 72"/>
                <a:gd name="T18" fmla="*/ 14 w 66"/>
                <a:gd name="T19" fmla="*/ 4 h 72"/>
                <a:gd name="T20" fmla="*/ 7 w 66"/>
                <a:gd name="T21" fmla="*/ 5 h 72"/>
                <a:gd name="T22" fmla="*/ 7 w 66"/>
                <a:gd name="T23" fmla="*/ 31 h 72"/>
                <a:gd name="T24" fmla="*/ 0 w 66"/>
                <a:gd name="T25" fmla="*/ 33 h 72"/>
                <a:gd name="T26" fmla="*/ 0 w 66"/>
                <a:gd name="T27" fmla="*/ 55 h 72"/>
                <a:gd name="T28" fmla="*/ 3 w 66"/>
                <a:gd name="T29" fmla="*/ 58 h 72"/>
                <a:gd name="T30" fmla="*/ 6 w 66"/>
                <a:gd name="T31" fmla="*/ 66 h 72"/>
                <a:gd name="T32" fmla="*/ 4 w 66"/>
                <a:gd name="T33" fmla="*/ 68 h 72"/>
                <a:gd name="T34" fmla="*/ 5 w 66"/>
                <a:gd name="T35" fmla="*/ 71 h 72"/>
                <a:gd name="T36" fmla="*/ 13 w 66"/>
                <a:gd name="T37" fmla="*/ 71 h 72"/>
                <a:gd name="T38" fmla="*/ 20 w 66"/>
                <a:gd name="T39" fmla="*/ 63 h 72"/>
                <a:gd name="T40" fmla="*/ 25 w 66"/>
                <a:gd name="T41" fmla="*/ 59 h 72"/>
                <a:gd name="T42" fmla="*/ 33 w 66"/>
                <a:gd name="T43" fmla="*/ 62 h 72"/>
                <a:gd name="T44" fmla="*/ 40 w 66"/>
                <a:gd name="T45" fmla="*/ 58 h 72"/>
                <a:gd name="T46" fmla="*/ 43 w 66"/>
                <a:gd name="T47" fmla="*/ 53 h 72"/>
                <a:gd name="T48" fmla="*/ 50 w 66"/>
                <a:gd name="T49" fmla="*/ 48 h 72"/>
                <a:gd name="T50" fmla="*/ 53 w 66"/>
                <a:gd name="T51" fmla="*/ 43 h 72"/>
                <a:gd name="T52" fmla="*/ 59 w 66"/>
                <a:gd name="T53" fmla="*/ 39 h 72"/>
                <a:gd name="T54" fmla="*/ 63 w 66"/>
                <a:gd name="T55" fmla="*/ 36 h 72"/>
                <a:gd name="T56" fmla="*/ 66 w 66"/>
                <a:gd name="T57" fmla="*/ 33 h 72"/>
                <a:gd name="T58" fmla="*/ 66 w 66"/>
                <a:gd name="T59" fmla="*/ 33 h 72"/>
                <a:gd name="T60" fmla="*/ 61 w 66"/>
                <a:gd name="T61" fmla="*/ 3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6" h="72">
                  <a:moveTo>
                    <a:pt x="61" y="30"/>
                  </a:moveTo>
                  <a:cubicBezTo>
                    <a:pt x="58" y="30"/>
                    <a:pt x="55" y="27"/>
                    <a:pt x="55" y="24"/>
                  </a:cubicBezTo>
                  <a:cubicBezTo>
                    <a:pt x="55" y="22"/>
                    <a:pt x="52" y="20"/>
                    <a:pt x="52" y="19"/>
                  </a:cubicBezTo>
                  <a:cubicBezTo>
                    <a:pt x="52" y="17"/>
                    <a:pt x="48" y="15"/>
                    <a:pt x="45" y="14"/>
                  </a:cubicBezTo>
                  <a:cubicBezTo>
                    <a:pt x="42" y="12"/>
                    <a:pt x="42" y="5"/>
                    <a:pt x="41" y="5"/>
                  </a:cubicBezTo>
                  <a:cubicBezTo>
                    <a:pt x="40" y="5"/>
                    <a:pt x="38" y="2"/>
                    <a:pt x="37" y="0"/>
                  </a:cubicBezTo>
                  <a:cubicBezTo>
                    <a:pt x="35" y="1"/>
                    <a:pt x="33" y="1"/>
                    <a:pt x="32" y="1"/>
                  </a:cubicBezTo>
                  <a:cubicBezTo>
                    <a:pt x="29" y="1"/>
                    <a:pt x="27" y="4"/>
                    <a:pt x="26" y="5"/>
                  </a:cubicBezTo>
                  <a:cubicBezTo>
                    <a:pt x="26" y="6"/>
                    <a:pt x="24" y="3"/>
                    <a:pt x="22" y="2"/>
                  </a:cubicBezTo>
                  <a:cubicBezTo>
                    <a:pt x="21" y="1"/>
                    <a:pt x="16" y="4"/>
                    <a:pt x="14" y="4"/>
                  </a:cubicBezTo>
                  <a:cubicBezTo>
                    <a:pt x="13" y="5"/>
                    <a:pt x="7" y="5"/>
                    <a:pt x="7" y="5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33"/>
                    <a:pt x="0" y="32"/>
                    <a:pt x="0" y="33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1" y="56"/>
                    <a:pt x="3" y="57"/>
                    <a:pt x="3" y="58"/>
                  </a:cubicBezTo>
                  <a:cubicBezTo>
                    <a:pt x="4" y="60"/>
                    <a:pt x="6" y="65"/>
                    <a:pt x="6" y="66"/>
                  </a:cubicBezTo>
                  <a:cubicBezTo>
                    <a:pt x="5" y="67"/>
                    <a:pt x="4" y="66"/>
                    <a:pt x="4" y="68"/>
                  </a:cubicBezTo>
                  <a:cubicBezTo>
                    <a:pt x="4" y="69"/>
                    <a:pt x="3" y="71"/>
                    <a:pt x="5" y="71"/>
                  </a:cubicBezTo>
                  <a:cubicBezTo>
                    <a:pt x="8" y="71"/>
                    <a:pt x="11" y="72"/>
                    <a:pt x="13" y="71"/>
                  </a:cubicBezTo>
                  <a:cubicBezTo>
                    <a:pt x="14" y="69"/>
                    <a:pt x="19" y="65"/>
                    <a:pt x="20" y="63"/>
                  </a:cubicBezTo>
                  <a:cubicBezTo>
                    <a:pt x="20" y="61"/>
                    <a:pt x="21" y="56"/>
                    <a:pt x="25" y="59"/>
                  </a:cubicBezTo>
                  <a:cubicBezTo>
                    <a:pt x="28" y="61"/>
                    <a:pt x="29" y="62"/>
                    <a:pt x="33" y="62"/>
                  </a:cubicBezTo>
                  <a:cubicBezTo>
                    <a:pt x="38" y="62"/>
                    <a:pt x="40" y="62"/>
                    <a:pt x="40" y="58"/>
                  </a:cubicBezTo>
                  <a:cubicBezTo>
                    <a:pt x="41" y="55"/>
                    <a:pt x="40" y="53"/>
                    <a:pt x="43" y="53"/>
                  </a:cubicBezTo>
                  <a:cubicBezTo>
                    <a:pt x="46" y="53"/>
                    <a:pt x="50" y="50"/>
                    <a:pt x="50" y="48"/>
                  </a:cubicBezTo>
                  <a:cubicBezTo>
                    <a:pt x="50" y="46"/>
                    <a:pt x="51" y="43"/>
                    <a:pt x="53" y="43"/>
                  </a:cubicBezTo>
                  <a:cubicBezTo>
                    <a:pt x="54" y="43"/>
                    <a:pt x="58" y="41"/>
                    <a:pt x="59" y="39"/>
                  </a:cubicBezTo>
                  <a:cubicBezTo>
                    <a:pt x="59" y="37"/>
                    <a:pt x="62" y="38"/>
                    <a:pt x="63" y="36"/>
                  </a:cubicBezTo>
                  <a:cubicBezTo>
                    <a:pt x="64" y="36"/>
                    <a:pt x="65" y="34"/>
                    <a:pt x="66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31"/>
                    <a:pt x="65" y="29"/>
                    <a:pt x="61" y="3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9" name="Freeform 1326">
              <a:extLst>
                <a:ext uri="{FF2B5EF4-FFF2-40B4-BE49-F238E27FC236}">
                  <a16:creationId xmlns:a16="http://schemas.microsoft.com/office/drawing/2014/main" id="{DE15D76C-E84F-580A-72A9-C27E98848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2921" y="5020993"/>
              <a:ext cx="36510" cy="49211"/>
            </a:xfrm>
            <a:custGeom>
              <a:avLst/>
              <a:gdLst>
                <a:gd name="T0" fmla="*/ 5 w 10"/>
                <a:gd name="T1" fmla="*/ 0 h 13"/>
                <a:gd name="T2" fmla="*/ 0 w 10"/>
                <a:gd name="T3" fmla="*/ 5 h 13"/>
                <a:gd name="T4" fmla="*/ 5 w 10"/>
                <a:gd name="T5" fmla="*/ 13 h 13"/>
                <a:gd name="T6" fmla="*/ 9 w 10"/>
                <a:gd name="T7" fmla="*/ 11 h 13"/>
                <a:gd name="T8" fmla="*/ 10 w 10"/>
                <a:gd name="T9" fmla="*/ 9 h 13"/>
                <a:gd name="T10" fmla="*/ 10 w 10"/>
                <a:gd name="T11" fmla="*/ 2 h 13"/>
                <a:gd name="T12" fmla="*/ 5 w 10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3">
                  <a:moveTo>
                    <a:pt x="5" y="0"/>
                  </a:moveTo>
                  <a:cubicBezTo>
                    <a:pt x="3" y="0"/>
                    <a:pt x="0" y="4"/>
                    <a:pt x="0" y="5"/>
                  </a:cubicBezTo>
                  <a:cubicBezTo>
                    <a:pt x="0" y="6"/>
                    <a:pt x="2" y="12"/>
                    <a:pt x="5" y="13"/>
                  </a:cubicBezTo>
                  <a:cubicBezTo>
                    <a:pt x="7" y="13"/>
                    <a:pt x="9" y="13"/>
                    <a:pt x="9" y="11"/>
                  </a:cubicBezTo>
                  <a:cubicBezTo>
                    <a:pt x="9" y="10"/>
                    <a:pt x="10" y="9"/>
                    <a:pt x="10" y="9"/>
                  </a:cubicBezTo>
                  <a:cubicBezTo>
                    <a:pt x="10" y="7"/>
                    <a:pt x="10" y="4"/>
                    <a:pt x="10" y="2"/>
                  </a:cubicBezTo>
                  <a:cubicBezTo>
                    <a:pt x="8" y="1"/>
                    <a:pt x="6" y="0"/>
                    <a:pt x="5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0" name="Freeform 1328">
              <a:extLst>
                <a:ext uri="{FF2B5EF4-FFF2-40B4-BE49-F238E27FC236}">
                  <a16:creationId xmlns:a16="http://schemas.microsoft.com/office/drawing/2014/main" id="{9F9E64CC-4705-3A10-77D9-94FD197B8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21329" y="5095602"/>
              <a:ext cx="63494" cy="71434"/>
            </a:xfrm>
            <a:custGeom>
              <a:avLst/>
              <a:gdLst>
                <a:gd name="T0" fmla="*/ 12 w 17"/>
                <a:gd name="T1" fmla="*/ 2 h 19"/>
                <a:gd name="T2" fmla="*/ 5 w 17"/>
                <a:gd name="T3" fmla="*/ 5 h 19"/>
                <a:gd name="T4" fmla="*/ 0 w 17"/>
                <a:gd name="T5" fmla="*/ 12 h 19"/>
                <a:gd name="T6" fmla="*/ 5 w 17"/>
                <a:gd name="T7" fmla="*/ 19 h 19"/>
                <a:gd name="T8" fmla="*/ 8 w 17"/>
                <a:gd name="T9" fmla="*/ 19 h 19"/>
                <a:gd name="T10" fmla="*/ 10 w 17"/>
                <a:gd name="T11" fmla="*/ 15 h 19"/>
                <a:gd name="T12" fmla="*/ 15 w 17"/>
                <a:gd name="T13" fmla="*/ 14 h 19"/>
                <a:gd name="T14" fmla="*/ 17 w 17"/>
                <a:gd name="T15" fmla="*/ 8 h 19"/>
                <a:gd name="T16" fmla="*/ 12 w 17"/>
                <a:gd name="T17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9">
                  <a:moveTo>
                    <a:pt x="12" y="2"/>
                  </a:moveTo>
                  <a:cubicBezTo>
                    <a:pt x="11" y="0"/>
                    <a:pt x="6" y="4"/>
                    <a:pt x="5" y="5"/>
                  </a:cubicBezTo>
                  <a:cubicBezTo>
                    <a:pt x="4" y="7"/>
                    <a:pt x="0" y="12"/>
                    <a:pt x="0" y="12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9" y="17"/>
                    <a:pt x="10" y="15"/>
                  </a:cubicBezTo>
                  <a:cubicBezTo>
                    <a:pt x="11" y="13"/>
                    <a:pt x="15" y="15"/>
                    <a:pt x="15" y="14"/>
                  </a:cubicBezTo>
                  <a:cubicBezTo>
                    <a:pt x="15" y="12"/>
                    <a:pt x="17" y="10"/>
                    <a:pt x="17" y="8"/>
                  </a:cubicBezTo>
                  <a:cubicBezTo>
                    <a:pt x="17" y="6"/>
                    <a:pt x="13" y="4"/>
                    <a:pt x="12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1" name="Freeform 1330">
              <a:extLst>
                <a:ext uri="{FF2B5EF4-FFF2-40B4-BE49-F238E27FC236}">
                  <a16:creationId xmlns:a16="http://schemas.microsoft.com/office/drawing/2014/main" id="{CBC6A9C5-34E9-EF20-FFEB-268517AA42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35603" y="4908288"/>
              <a:ext cx="446051" cy="393679"/>
            </a:xfrm>
            <a:custGeom>
              <a:avLst/>
              <a:gdLst>
                <a:gd name="T0" fmla="*/ 91 w 119"/>
                <a:gd name="T1" fmla="*/ 63 h 105"/>
                <a:gd name="T2" fmla="*/ 86 w 119"/>
                <a:gd name="T3" fmla="*/ 65 h 105"/>
                <a:gd name="T4" fmla="*/ 84 w 119"/>
                <a:gd name="T5" fmla="*/ 69 h 105"/>
                <a:gd name="T6" fmla="*/ 81 w 119"/>
                <a:gd name="T7" fmla="*/ 68 h 105"/>
                <a:gd name="T8" fmla="*/ 77 w 119"/>
                <a:gd name="T9" fmla="*/ 62 h 105"/>
                <a:gd name="T10" fmla="*/ 81 w 119"/>
                <a:gd name="T11" fmla="*/ 55 h 105"/>
                <a:gd name="T12" fmla="*/ 88 w 119"/>
                <a:gd name="T13" fmla="*/ 52 h 105"/>
                <a:gd name="T14" fmla="*/ 93 w 119"/>
                <a:gd name="T15" fmla="*/ 58 h 105"/>
                <a:gd name="T16" fmla="*/ 91 w 119"/>
                <a:gd name="T17" fmla="*/ 63 h 105"/>
                <a:gd name="T18" fmla="*/ 113 w 119"/>
                <a:gd name="T19" fmla="*/ 39 h 105"/>
                <a:gd name="T20" fmla="*/ 113 w 119"/>
                <a:gd name="T21" fmla="*/ 38 h 105"/>
                <a:gd name="T22" fmla="*/ 112 w 119"/>
                <a:gd name="T23" fmla="*/ 40 h 105"/>
                <a:gd name="T24" fmla="*/ 108 w 119"/>
                <a:gd name="T25" fmla="*/ 42 h 105"/>
                <a:gd name="T26" fmla="*/ 103 w 119"/>
                <a:gd name="T27" fmla="*/ 35 h 105"/>
                <a:gd name="T28" fmla="*/ 108 w 119"/>
                <a:gd name="T29" fmla="*/ 29 h 105"/>
                <a:gd name="T30" fmla="*/ 113 w 119"/>
                <a:gd name="T31" fmla="*/ 32 h 105"/>
                <a:gd name="T32" fmla="*/ 113 w 119"/>
                <a:gd name="T33" fmla="*/ 30 h 105"/>
                <a:gd name="T34" fmla="*/ 112 w 119"/>
                <a:gd name="T35" fmla="*/ 17 h 105"/>
                <a:gd name="T36" fmla="*/ 107 w 119"/>
                <a:gd name="T37" fmla="*/ 3 h 105"/>
                <a:gd name="T38" fmla="*/ 99 w 119"/>
                <a:gd name="T39" fmla="*/ 1 h 105"/>
                <a:gd name="T40" fmla="*/ 92 w 119"/>
                <a:gd name="T41" fmla="*/ 0 h 105"/>
                <a:gd name="T42" fmla="*/ 89 w 119"/>
                <a:gd name="T43" fmla="*/ 3 h 105"/>
                <a:gd name="T44" fmla="*/ 84 w 119"/>
                <a:gd name="T45" fmla="*/ 6 h 105"/>
                <a:gd name="T46" fmla="*/ 79 w 119"/>
                <a:gd name="T47" fmla="*/ 10 h 105"/>
                <a:gd name="T48" fmla="*/ 75 w 119"/>
                <a:gd name="T49" fmla="*/ 15 h 105"/>
                <a:gd name="T50" fmla="*/ 69 w 119"/>
                <a:gd name="T51" fmla="*/ 20 h 105"/>
                <a:gd name="T52" fmla="*/ 66 w 119"/>
                <a:gd name="T53" fmla="*/ 25 h 105"/>
                <a:gd name="T54" fmla="*/ 59 w 119"/>
                <a:gd name="T55" fmla="*/ 29 h 105"/>
                <a:gd name="T56" fmla="*/ 50 w 119"/>
                <a:gd name="T57" fmla="*/ 26 h 105"/>
                <a:gd name="T58" fmla="*/ 45 w 119"/>
                <a:gd name="T59" fmla="*/ 30 h 105"/>
                <a:gd name="T60" fmla="*/ 39 w 119"/>
                <a:gd name="T61" fmla="*/ 38 h 105"/>
                <a:gd name="T62" fmla="*/ 31 w 119"/>
                <a:gd name="T63" fmla="*/ 38 h 105"/>
                <a:gd name="T64" fmla="*/ 30 w 119"/>
                <a:gd name="T65" fmla="*/ 35 h 105"/>
                <a:gd name="T66" fmla="*/ 31 w 119"/>
                <a:gd name="T67" fmla="*/ 33 h 105"/>
                <a:gd name="T68" fmla="*/ 29 w 119"/>
                <a:gd name="T69" fmla="*/ 25 h 105"/>
                <a:gd name="T70" fmla="*/ 26 w 119"/>
                <a:gd name="T71" fmla="*/ 22 h 105"/>
                <a:gd name="T72" fmla="*/ 26 w 119"/>
                <a:gd name="T73" fmla="*/ 49 h 105"/>
                <a:gd name="T74" fmla="*/ 21 w 119"/>
                <a:gd name="T75" fmla="*/ 54 h 105"/>
                <a:gd name="T76" fmla="*/ 11 w 119"/>
                <a:gd name="T77" fmla="*/ 54 h 105"/>
                <a:gd name="T78" fmla="*/ 7 w 119"/>
                <a:gd name="T79" fmla="*/ 49 h 105"/>
                <a:gd name="T80" fmla="*/ 3 w 119"/>
                <a:gd name="T81" fmla="*/ 51 h 105"/>
                <a:gd name="T82" fmla="*/ 0 w 119"/>
                <a:gd name="T83" fmla="*/ 52 h 105"/>
                <a:gd name="T84" fmla="*/ 6 w 119"/>
                <a:gd name="T85" fmla="*/ 64 h 105"/>
                <a:gd name="T86" fmla="*/ 13 w 119"/>
                <a:gd name="T87" fmla="*/ 79 h 105"/>
                <a:gd name="T88" fmla="*/ 13 w 119"/>
                <a:gd name="T89" fmla="*/ 86 h 105"/>
                <a:gd name="T90" fmla="*/ 13 w 119"/>
                <a:gd name="T91" fmla="*/ 92 h 105"/>
                <a:gd name="T92" fmla="*/ 15 w 119"/>
                <a:gd name="T93" fmla="*/ 98 h 105"/>
                <a:gd name="T94" fmla="*/ 18 w 119"/>
                <a:gd name="T95" fmla="*/ 100 h 105"/>
                <a:gd name="T96" fmla="*/ 22 w 119"/>
                <a:gd name="T97" fmla="*/ 103 h 105"/>
                <a:gd name="T98" fmla="*/ 27 w 119"/>
                <a:gd name="T99" fmla="*/ 103 h 105"/>
                <a:gd name="T100" fmla="*/ 36 w 119"/>
                <a:gd name="T101" fmla="*/ 101 h 105"/>
                <a:gd name="T102" fmla="*/ 43 w 119"/>
                <a:gd name="T103" fmla="*/ 98 h 105"/>
                <a:gd name="T104" fmla="*/ 54 w 119"/>
                <a:gd name="T105" fmla="*/ 98 h 105"/>
                <a:gd name="T106" fmla="*/ 61 w 119"/>
                <a:gd name="T107" fmla="*/ 97 h 105"/>
                <a:gd name="T108" fmla="*/ 66 w 119"/>
                <a:gd name="T109" fmla="*/ 96 h 105"/>
                <a:gd name="T110" fmla="*/ 72 w 119"/>
                <a:gd name="T111" fmla="*/ 94 h 105"/>
                <a:gd name="T112" fmla="*/ 87 w 119"/>
                <a:gd name="T113" fmla="*/ 84 h 105"/>
                <a:gd name="T114" fmla="*/ 105 w 119"/>
                <a:gd name="T115" fmla="*/ 62 h 105"/>
                <a:gd name="T116" fmla="*/ 115 w 119"/>
                <a:gd name="T117" fmla="*/ 51 h 105"/>
                <a:gd name="T118" fmla="*/ 119 w 119"/>
                <a:gd name="T119" fmla="*/ 38 h 105"/>
                <a:gd name="T120" fmla="*/ 113 w 119"/>
                <a:gd name="T121" fmla="*/ 39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9" h="105">
                  <a:moveTo>
                    <a:pt x="91" y="63"/>
                  </a:moveTo>
                  <a:cubicBezTo>
                    <a:pt x="91" y="65"/>
                    <a:pt x="87" y="63"/>
                    <a:pt x="86" y="65"/>
                  </a:cubicBezTo>
                  <a:cubicBezTo>
                    <a:pt x="85" y="66"/>
                    <a:pt x="84" y="69"/>
                    <a:pt x="84" y="69"/>
                  </a:cubicBezTo>
                  <a:cubicBezTo>
                    <a:pt x="81" y="68"/>
                    <a:pt x="81" y="68"/>
                    <a:pt x="81" y="68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77" y="62"/>
                    <a:pt x="80" y="57"/>
                    <a:pt x="81" y="55"/>
                  </a:cubicBezTo>
                  <a:cubicBezTo>
                    <a:pt x="82" y="54"/>
                    <a:pt x="87" y="51"/>
                    <a:pt x="88" y="52"/>
                  </a:cubicBezTo>
                  <a:cubicBezTo>
                    <a:pt x="89" y="54"/>
                    <a:pt x="93" y="56"/>
                    <a:pt x="93" y="58"/>
                  </a:cubicBezTo>
                  <a:cubicBezTo>
                    <a:pt x="93" y="60"/>
                    <a:pt x="91" y="62"/>
                    <a:pt x="91" y="63"/>
                  </a:cubicBezTo>
                  <a:moveTo>
                    <a:pt x="113" y="39"/>
                  </a:moveTo>
                  <a:cubicBezTo>
                    <a:pt x="113" y="39"/>
                    <a:pt x="113" y="38"/>
                    <a:pt x="113" y="38"/>
                  </a:cubicBezTo>
                  <a:cubicBezTo>
                    <a:pt x="113" y="38"/>
                    <a:pt x="112" y="39"/>
                    <a:pt x="112" y="40"/>
                  </a:cubicBezTo>
                  <a:cubicBezTo>
                    <a:pt x="112" y="42"/>
                    <a:pt x="110" y="42"/>
                    <a:pt x="108" y="42"/>
                  </a:cubicBezTo>
                  <a:cubicBezTo>
                    <a:pt x="106" y="41"/>
                    <a:pt x="103" y="36"/>
                    <a:pt x="103" y="35"/>
                  </a:cubicBezTo>
                  <a:cubicBezTo>
                    <a:pt x="103" y="34"/>
                    <a:pt x="107" y="29"/>
                    <a:pt x="108" y="29"/>
                  </a:cubicBezTo>
                  <a:cubicBezTo>
                    <a:pt x="110" y="29"/>
                    <a:pt x="111" y="31"/>
                    <a:pt x="113" y="32"/>
                  </a:cubicBezTo>
                  <a:cubicBezTo>
                    <a:pt x="113" y="31"/>
                    <a:pt x="113" y="30"/>
                    <a:pt x="113" y="30"/>
                  </a:cubicBezTo>
                  <a:cubicBezTo>
                    <a:pt x="113" y="29"/>
                    <a:pt x="114" y="18"/>
                    <a:pt x="112" y="17"/>
                  </a:cubicBezTo>
                  <a:cubicBezTo>
                    <a:pt x="110" y="15"/>
                    <a:pt x="108" y="4"/>
                    <a:pt x="107" y="3"/>
                  </a:cubicBezTo>
                  <a:cubicBezTo>
                    <a:pt x="107" y="2"/>
                    <a:pt x="99" y="2"/>
                    <a:pt x="99" y="1"/>
                  </a:cubicBezTo>
                  <a:cubicBezTo>
                    <a:pt x="98" y="0"/>
                    <a:pt x="92" y="1"/>
                    <a:pt x="92" y="0"/>
                  </a:cubicBezTo>
                  <a:cubicBezTo>
                    <a:pt x="91" y="1"/>
                    <a:pt x="90" y="3"/>
                    <a:pt x="89" y="3"/>
                  </a:cubicBezTo>
                  <a:cubicBezTo>
                    <a:pt x="88" y="5"/>
                    <a:pt x="85" y="4"/>
                    <a:pt x="84" y="6"/>
                  </a:cubicBezTo>
                  <a:cubicBezTo>
                    <a:pt x="84" y="8"/>
                    <a:pt x="80" y="10"/>
                    <a:pt x="79" y="10"/>
                  </a:cubicBezTo>
                  <a:cubicBezTo>
                    <a:pt x="77" y="10"/>
                    <a:pt x="75" y="13"/>
                    <a:pt x="75" y="15"/>
                  </a:cubicBezTo>
                  <a:cubicBezTo>
                    <a:pt x="75" y="17"/>
                    <a:pt x="72" y="20"/>
                    <a:pt x="69" y="20"/>
                  </a:cubicBezTo>
                  <a:cubicBezTo>
                    <a:pt x="66" y="20"/>
                    <a:pt x="67" y="22"/>
                    <a:pt x="66" y="25"/>
                  </a:cubicBezTo>
                  <a:cubicBezTo>
                    <a:pt x="65" y="29"/>
                    <a:pt x="64" y="29"/>
                    <a:pt x="59" y="29"/>
                  </a:cubicBezTo>
                  <a:cubicBezTo>
                    <a:pt x="54" y="29"/>
                    <a:pt x="54" y="28"/>
                    <a:pt x="50" y="26"/>
                  </a:cubicBezTo>
                  <a:cubicBezTo>
                    <a:pt x="47" y="23"/>
                    <a:pt x="46" y="28"/>
                    <a:pt x="45" y="30"/>
                  </a:cubicBezTo>
                  <a:cubicBezTo>
                    <a:pt x="45" y="32"/>
                    <a:pt x="40" y="36"/>
                    <a:pt x="39" y="38"/>
                  </a:cubicBezTo>
                  <a:cubicBezTo>
                    <a:pt x="37" y="39"/>
                    <a:pt x="33" y="38"/>
                    <a:pt x="31" y="38"/>
                  </a:cubicBezTo>
                  <a:cubicBezTo>
                    <a:pt x="29" y="38"/>
                    <a:pt x="30" y="36"/>
                    <a:pt x="30" y="35"/>
                  </a:cubicBezTo>
                  <a:cubicBezTo>
                    <a:pt x="30" y="33"/>
                    <a:pt x="31" y="34"/>
                    <a:pt x="31" y="33"/>
                  </a:cubicBezTo>
                  <a:cubicBezTo>
                    <a:pt x="32" y="32"/>
                    <a:pt x="30" y="27"/>
                    <a:pt x="29" y="25"/>
                  </a:cubicBezTo>
                  <a:cubicBezTo>
                    <a:pt x="29" y="24"/>
                    <a:pt x="27" y="23"/>
                    <a:pt x="26" y="22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52"/>
                    <a:pt x="22" y="53"/>
                    <a:pt x="21" y="54"/>
                  </a:cubicBezTo>
                  <a:cubicBezTo>
                    <a:pt x="20" y="56"/>
                    <a:pt x="14" y="54"/>
                    <a:pt x="11" y="54"/>
                  </a:cubicBezTo>
                  <a:cubicBezTo>
                    <a:pt x="8" y="54"/>
                    <a:pt x="9" y="51"/>
                    <a:pt x="7" y="49"/>
                  </a:cubicBezTo>
                  <a:cubicBezTo>
                    <a:pt x="6" y="47"/>
                    <a:pt x="3" y="50"/>
                    <a:pt x="3" y="51"/>
                  </a:cubicBezTo>
                  <a:cubicBezTo>
                    <a:pt x="3" y="53"/>
                    <a:pt x="2" y="52"/>
                    <a:pt x="0" y="52"/>
                  </a:cubicBezTo>
                  <a:cubicBezTo>
                    <a:pt x="2" y="56"/>
                    <a:pt x="5" y="60"/>
                    <a:pt x="6" y="64"/>
                  </a:cubicBezTo>
                  <a:cubicBezTo>
                    <a:pt x="7" y="70"/>
                    <a:pt x="12" y="75"/>
                    <a:pt x="13" y="79"/>
                  </a:cubicBezTo>
                  <a:cubicBezTo>
                    <a:pt x="14" y="82"/>
                    <a:pt x="15" y="85"/>
                    <a:pt x="13" y="86"/>
                  </a:cubicBezTo>
                  <a:cubicBezTo>
                    <a:pt x="10" y="86"/>
                    <a:pt x="10" y="88"/>
                    <a:pt x="13" y="92"/>
                  </a:cubicBezTo>
                  <a:cubicBezTo>
                    <a:pt x="15" y="96"/>
                    <a:pt x="13" y="98"/>
                    <a:pt x="15" y="98"/>
                  </a:cubicBezTo>
                  <a:cubicBezTo>
                    <a:pt x="17" y="99"/>
                    <a:pt x="17" y="100"/>
                    <a:pt x="18" y="100"/>
                  </a:cubicBezTo>
                  <a:cubicBezTo>
                    <a:pt x="20" y="100"/>
                    <a:pt x="21" y="102"/>
                    <a:pt x="22" y="103"/>
                  </a:cubicBezTo>
                  <a:cubicBezTo>
                    <a:pt x="23" y="105"/>
                    <a:pt x="26" y="105"/>
                    <a:pt x="27" y="103"/>
                  </a:cubicBezTo>
                  <a:cubicBezTo>
                    <a:pt x="28" y="101"/>
                    <a:pt x="32" y="101"/>
                    <a:pt x="36" y="101"/>
                  </a:cubicBezTo>
                  <a:cubicBezTo>
                    <a:pt x="40" y="101"/>
                    <a:pt x="39" y="99"/>
                    <a:pt x="43" y="98"/>
                  </a:cubicBezTo>
                  <a:cubicBezTo>
                    <a:pt x="46" y="97"/>
                    <a:pt x="51" y="97"/>
                    <a:pt x="54" y="98"/>
                  </a:cubicBezTo>
                  <a:cubicBezTo>
                    <a:pt x="57" y="99"/>
                    <a:pt x="60" y="98"/>
                    <a:pt x="61" y="97"/>
                  </a:cubicBezTo>
                  <a:cubicBezTo>
                    <a:pt x="63" y="96"/>
                    <a:pt x="66" y="98"/>
                    <a:pt x="66" y="96"/>
                  </a:cubicBezTo>
                  <a:cubicBezTo>
                    <a:pt x="66" y="93"/>
                    <a:pt x="69" y="94"/>
                    <a:pt x="72" y="94"/>
                  </a:cubicBezTo>
                  <a:cubicBezTo>
                    <a:pt x="75" y="94"/>
                    <a:pt x="82" y="89"/>
                    <a:pt x="87" y="84"/>
                  </a:cubicBezTo>
                  <a:cubicBezTo>
                    <a:pt x="93" y="79"/>
                    <a:pt x="102" y="68"/>
                    <a:pt x="105" y="62"/>
                  </a:cubicBezTo>
                  <a:cubicBezTo>
                    <a:pt x="108" y="57"/>
                    <a:pt x="113" y="53"/>
                    <a:pt x="115" y="51"/>
                  </a:cubicBezTo>
                  <a:cubicBezTo>
                    <a:pt x="117" y="49"/>
                    <a:pt x="118" y="43"/>
                    <a:pt x="119" y="38"/>
                  </a:cubicBezTo>
                  <a:cubicBezTo>
                    <a:pt x="116" y="38"/>
                    <a:pt x="113" y="39"/>
                    <a:pt x="113" y="3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2" name="Freeform 1332">
              <a:extLst>
                <a:ext uri="{FF2B5EF4-FFF2-40B4-BE49-F238E27FC236}">
                  <a16:creationId xmlns:a16="http://schemas.microsoft.com/office/drawing/2014/main" id="{D2655C6A-1A53-7DCA-55DD-D3961C284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9724" y="4454286"/>
              <a:ext cx="326997" cy="346056"/>
            </a:xfrm>
            <a:custGeom>
              <a:avLst/>
              <a:gdLst>
                <a:gd name="T0" fmla="*/ 5 w 87"/>
                <a:gd name="T1" fmla="*/ 84 h 92"/>
                <a:gd name="T2" fmla="*/ 8 w 87"/>
                <a:gd name="T3" fmla="*/ 86 h 92"/>
                <a:gd name="T4" fmla="*/ 15 w 87"/>
                <a:gd name="T5" fmla="*/ 86 h 92"/>
                <a:gd name="T6" fmla="*/ 22 w 87"/>
                <a:gd name="T7" fmla="*/ 88 h 92"/>
                <a:gd name="T8" fmla="*/ 48 w 87"/>
                <a:gd name="T9" fmla="*/ 88 h 92"/>
                <a:gd name="T10" fmla="*/ 50 w 87"/>
                <a:gd name="T11" fmla="*/ 90 h 92"/>
                <a:gd name="T12" fmla="*/ 66 w 87"/>
                <a:gd name="T13" fmla="*/ 90 h 92"/>
                <a:gd name="T14" fmla="*/ 78 w 87"/>
                <a:gd name="T15" fmla="*/ 90 h 92"/>
                <a:gd name="T16" fmla="*/ 80 w 87"/>
                <a:gd name="T17" fmla="*/ 89 h 92"/>
                <a:gd name="T18" fmla="*/ 72 w 87"/>
                <a:gd name="T19" fmla="*/ 78 h 92"/>
                <a:gd name="T20" fmla="*/ 72 w 87"/>
                <a:gd name="T21" fmla="*/ 53 h 92"/>
                <a:gd name="T22" fmla="*/ 83 w 87"/>
                <a:gd name="T23" fmla="*/ 54 h 92"/>
                <a:gd name="T24" fmla="*/ 85 w 87"/>
                <a:gd name="T25" fmla="*/ 52 h 92"/>
                <a:gd name="T26" fmla="*/ 87 w 87"/>
                <a:gd name="T27" fmla="*/ 37 h 92"/>
                <a:gd name="T28" fmla="*/ 85 w 87"/>
                <a:gd name="T29" fmla="*/ 37 h 92"/>
                <a:gd name="T30" fmla="*/ 78 w 87"/>
                <a:gd name="T31" fmla="*/ 38 h 92"/>
                <a:gd name="T32" fmla="*/ 74 w 87"/>
                <a:gd name="T33" fmla="*/ 39 h 92"/>
                <a:gd name="T34" fmla="*/ 74 w 87"/>
                <a:gd name="T35" fmla="*/ 34 h 92"/>
                <a:gd name="T36" fmla="*/ 71 w 87"/>
                <a:gd name="T37" fmla="*/ 28 h 92"/>
                <a:gd name="T38" fmla="*/ 72 w 87"/>
                <a:gd name="T39" fmla="*/ 17 h 92"/>
                <a:gd name="T40" fmla="*/ 70 w 87"/>
                <a:gd name="T41" fmla="*/ 11 h 92"/>
                <a:gd name="T42" fmla="*/ 65 w 87"/>
                <a:gd name="T43" fmla="*/ 10 h 92"/>
                <a:gd name="T44" fmla="*/ 62 w 87"/>
                <a:gd name="T45" fmla="*/ 9 h 92"/>
                <a:gd name="T46" fmla="*/ 56 w 87"/>
                <a:gd name="T47" fmla="*/ 9 h 92"/>
                <a:gd name="T48" fmla="*/ 53 w 87"/>
                <a:gd name="T49" fmla="*/ 15 h 92"/>
                <a:gd name="T50" fmla="*/ 44 w 87"/>
                <a:gd name="T51" fmla="*/ 17 h 92"/>
                <a:gd name="T52" fmla="*/ 38 w 87"/>
                <a:gd name="T53" fmla="*/ 12 h 92"/>
                <a:gd name="T54" fmla="*/ 35 w 87"/>
                <a:gd name="T55" fmla="*/ 6 h 92"/>
                <a:gd name="T56" fmla="*/ 34 w 87"/>
                <a:gd name="T57" fmla="*/ 0 h 92"/>
                <a:gd name="T58" fmla="*/ 10 w 87"/>
                <a:gd name="T59" fmla="*/ 0 h 92"/>
                <a:gd name="T60" fmla="*/ 6 w 87"/>
                <a:gd name="T61" fmla="*/ 2 h 92"/>
                <a:gd name="T62" fmla="*/ 12 w 87"/>
                <a:gd name="T63" fmla="*/ 18 h 92"/>
                <a:gd name="T64" fmla="*/ 11 w 87"/>
                <a:gd name="T65" fmla="*/ 26 h 92"/>
                <a:gd name="T66" fmla="*/ 16 w 87"/>
                <a:gd name="T67" fmla="*/ 41 h 92"/>
                <a:gd name="T68" fmla="*/ 10 w 87"/>
                <a:gd name="T69" fmla="*/ 52 h 92"/>
                <a:gd name="T70" fmla="*/ 5 w 87"/>
                <a:gd name="T71" fmla="*/ 66 h 92"/>
                <a:gd name="T72" fmla="*/ 1 w 87"/>
                <a:gd name="T73" fmla="*/ 76 h 92"/>
                <a:gd name="T74" fmla="*/ 0 w 87"/>
                <a:gd name="T75" fmla="*/ 86 h 92"/>
                <a:gd name="T76" fmla="*/ 0 w 87"/>
                <a:gd name="T77" fmla="*/ 87 h 92"/>
                <a:gd name="T78" fmla="*/ 2 w 87"/>
                <a:gd name="T79" fmla="*/ 86 h 92"/>
                <a:gd name="T80" fmla="*/ 5 w 87"/>
                <a:gd name="T81" fmla="*/ 8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7" h="92">
                  <a:moveTo>
                    <a:pt x="5" y="84"/>
                  </a:moveTo>
                  <a:cubicBezTo>
                    <a:pt x="7" y="84"/>
                    <a:pt x="6" y="87"/>
                    <a:pt x="8" y="86"/>
                  </a:cubicBezTo>
                  <a:cubicBezTo>
                    <a:pt x="11" y="85"/>
                    <a:pt x="13" y="85"/>
                    <a:pt x="15" y="86"/>
                  </a:cubicBezTo>
                  <a:cubicBezTo>
                    <a:pt x="18" y="88"/>
                    <a:pt x="19" y="88"/>
                    <a:pt x="22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64" y="89"/>
                    <a:pt x="66" y="90"/>
                  </a:cubicBezTo>
                  <a:cubicBezTo>
                    <a:pt x="69" y="92"/>
                    <a:pt x="76" y="90"/>
                    <a:pt x="78" y="90"/>
                  </a:cubicBezTo>
                  <a:cubicBezTo>
                    <a:pt x="78" y="90"/>
                    <a:pt x="79" y="89"/>
                    <a:pt x="80" y="89"/>
                  </a:cubicBezTo>
                  <a:cubicBezTo>
                    <a:pt x="72" y="78"/>
                    <a:pt x="72" y="78"/>
                    <a:pt x="72" y="78"/>
                  </a:cubicBezTo>
                  <a:cubicBezTo>
                    <a:pt x="72" y="53"/>
                    <a:pt x="72" y="53"/>
                    <a:pt x="72" y="53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5" y="52"/>
                    <a:pt x="85" y="52"/>
                    <a:pt x="85" y="52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6" y="37"/>
                    <a:pt x="85" y="37"/>
                    <a:pt x="85" y="37"/>
                  </a:cubicBezTo>
                  <a:cubicBezTo>
                    <a:pt x="82" y="38"/>
                    <a:pt x="80" y="38"/>
                    <a:pt x="78" y="38"/>
                  </a:cubicBezTo>
                  <a:cubicBezTo>
                    <a:pt x="76" y="38"/>
                    <a:pt x="76" y="40"/>
                    <a:pt x="74" y="39"/>
                  </a:cubicBezTo>
                  <a:cubicBezTo>
                    <a:pt x="73" y="39"/>
                    <a:pt x="74" y="35"/>
                    <a:pt x="74" y="34"/>
                  </a:cubicBezTo>
                  <a:cubicBezTo>
                    <a:pt x="75" y="32"/>
                    <a:pt x="72" y="29"/>
                    <a:pt x="71" y="28"/>
                  </a:cubicBezTo>
                  <a:cubicBezTo>
                    <a:pt x="69" y="26"/>
                    <a:pt x="73" y="18"/>
                    <a:pt x="72" y="17"/>
                  </a:cubicBezTo>
                  <a:cubicBezTo>
                    <a:pt x="71" y="16"/>
                    <a:pt x="70" y="14"/>
                    <a:pt x="70" y="11"/>
                  </a:cubicBezTo>
                  <a:cubicBezTo>
                    <a:pt x="70" y="9"/>
                    <a:pt x="69" y="10"/>
                    <a:pt x="65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58" y="8"/>
                    <a:pt x="56" y="9"/>
                  </a:cubicBezTo>
                  <a:cubicBezTo>
                    <a:pt x="54" y="10"/>
                    <a:pt x="54" y="16"/>
                    <a:pt x="53" y="15"/>
                  </a:cubicBezTo>
                  <a:cubicBezTo>
                    <a:pt x="52" y="15"/>
                    <a:pt x="48" y="16"/>
                    <a:pt x="44" y="17"/>
                  </a:cubicBezTo>
                  <a:cubicBezTo>
                    <a:pt x="41" y="18"/>
                    <a:pt x="40" y="16"/>
                    <a:pt x="38" y="12"/>
                  </a:cubicBezTo>
                  <a:cubicBezTo>
                    <a:pt x="36" y="8"/>
                    <a:pt x="34" y="9"/>
                    <a:pt x="35" y="6"/>
                  </a:cubicBezTo>
                  <a:cubicBezTo>
                    <a:pt x="36" y="3"/>
                    <a:pt x="34" y="0"/>
                    <a:pt x="34" y="0"/>
                  </a:cubicBezTo>
                  <a:cubicBezTo>
                    <a:pt x="34" y="0"/>
                    <a:pt x="12" y="0"/>
                    <a:pt x="10" y="0"/>
                  </a:cubicBezTo>
                  <a:cubicBezTo>
                    <a:pt x="9" y="0"/>
                    <a:pt x="7" y="1"/>
                    <a:pt x="6" y="2"/>
                  </a:cubicBezTo>
                  <a:cubicBezTo>
                    <a:pt x="7" y="7"/>
                    <a:pt x="11" y="16"/>
                    <a:pt x="12" y="18"/>
                  </a:cubicBezTo>
                  <a:cubicBezTo>
                    <a:pt x="13" y="20"/>
                    <a:pt x="11" y="22"/>
                    <a:pt x="11" y="26"/>
                  </a:cubicBezTo>
                  <a:cubicBezTo>
                    <a:pt x="11" y="29"/>
                    <a:pt x="15" y="36"/>
                    <a:pt x="16" y="41"/>
                  </a:cubicBezTo>
                  <a:cubicBezTo>
                    <a:pt x="16" y="46"/>
                    <a:pt x="13" y="49"/>
                    <a:pt x="10" y="52"/>
                  </a:cubicBezTo>
                  <a:cubicBezTo>
                    <a:pt x="8" y="55"/>
                    <a:pt x="5" y="62"/>
                    <a:pt x="5" y="66"/>
                  </a:cubicBezTo>
                  <a:cubicBezTo>
                    <a:pt x="5" y="70"/>
                    <a:pt x="1" y="74"/>
                    <a:pt x="1" y="76"/>
                  </a:cubicBezTo>
                  <a:cubicBezTo>
                    <a:pt x="1" y="78"/>
                    <a:pt x="1" y="84"/>
                    <a:pt x="0" y="86"/>
                  </a:cubicBezTo>
                  <a:cubicBezTo>
                    <a:pt x="0" y="86"/>
                    <a:pt x="0" y="87"/>
                    <a:pt x="0" y="87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3" y="84"/>
                    <a:pt x="5" y="8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3" name="Freeform 1334">
              <a:extLst>
                <a:ext uri="{FF2B5EF4-FFF2-40B4-BE49-F238E27FC236}">
                  <a16:creationId xmlns:a16="http://schemas.microsoft.com/office/drawing/2014/main" id="{7EDCCC13-C9C6-652D-FC2E-D3B8A8853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6402" y="4517783"/>
              <a:ext cx="319061" cy="282560"/>
            </a:xfrm>
            <a:custGeom>
              <a:avLst/>
              <a:gdLst>
                <a:gd name="T0" fmla="*/ 65 w 85"/>
                <a:gd name="T1" fmla="*/ 3 h 75"/>
                <a:gd name="T2" fmla="*/ 60 w 85"/>
                <a:gd name="T3" fmla="*/ 0 h 75"/>
                <a:gd name="T4" fmla="*/ 51 w 85"/>
                <a:gd name="T5" fmla="*/ 1 h 75"/>
                <a:gd name="T6" fmla="*/ 49 w 85"/>
                <a:gd name="T7" fmla="*/ 6 h 75"/>
                <a:gd name="T8" fmla="*/ 48 w 85"/>
                <a:gd name="T9" fmla="*/ 10 h 75"/>
                <a:gd name="T10" fmla="*/ 48 w 85"/>
                <a:gd name="T11" fmla="*/ 18 h 75"/>
                <a:gd name="T12" fmla="*/ 46 w 85"/>
                <a:gd name="T13" fmla="*/ 25 h 75"/>
                <a:gd name="T14" fmla="*/ 51 w 85"/>
                <a:gd name="T15" fmla="*/ 31 h 75"/>
                <a:gd name="T16" fmla="*/ 56 w 85"/>
                <a:gd name="T17" fmla="*/ 30 h 75"/>
                <a:gd name="T18" fmla="*/ 57 w 85"/>
                <a:gd name="T19" fmla="*/ 35 h 75"/>
                <a:gd name="T20" fmla="*/ 56 w 85"/>
                <a:gd name="T21" fmla="*/ 38 h 75"/>
                <a:gd name="T22" fmla="*/ 50 w 85"/>
                <a:gd name="T23" fmla="*/ 38 h 75"/>
                <a:gd name="T24" fmla="*/ 48 w 85"/>
                <a:gd name="T25" fmla="*/ 32 h 75"/>
                <a:gd name="T26" fmla="*/ 42 w 85"/>
                <a:gd name="T27" fmla="*/ 30 h 75"/>
                <a:gd name="T28" fmla="*/ 38 w 85"/>
                <a:gd name="T29" fmla="*/ 26 h 75"/>
                <a:gd name="T30" fmla="*/ 35 w 85"/>
                <a:gd name="T31" fmla="*/ 28 h 75"/>
                <a:gd name="T32" fmla="*/ 32 w 85"/>
                <a:gd name="T33" fmla="*/ 29 h 75"/>
                <a:gd name="T34" fmla="*/ 26 w 85"/>
                <a:gd name="T35" fmla="*/ 27 h 75"/>
                <a:gd name="T36" fmla="*/ 24 w 85"/>
                <a:gd name="T37" fmla="*/ 23 h 75"/>
                <a:gd name="T38" fmla="*/ 19 w 85"/>
                <a:gd name="T39" fmla="*/ 23 h 75"/>
                <a:gd name="T40" fmla="*/ 17 w 85"/>
                <a:gd name="T41" fmla="*/ 22 h 75"/>
                <a:gd name="T42" fmla="*/ 15 w 85"/>
                <a:gd name="T43" fmla="*/ 20 h 75"/>
                <a:gd name="T44" fmla="*/ 13 w 85"/>
                <a:gd name="T45" fmla="*/ 34 h 75"/>
                <a:gd name="T46" fmla="*/ 12 w 85"/>
                <a:gd name="T47" fmla="*/ 36 h 75"/>
                <a:gd name="T48" fmla="*/ 1 w 85"/>
                <a:gd name="T49" fmla="*/ 36 h 75"/>
                <a:gd name="T50" fmla="*/ 0 w 85"/>
                <a:gd name="T51" fmla="*/ 61 h 75"/>
                <a:gd name="T52" fmla="*/ 8 w 85"/>
                <a:gd name="T53" fmla="*/ 72 h 75"/>
                <a:gd name="T54" fmla="*/ 22 w 85"/>
                <a:gd name="T55" fmla="*/ 72 h 75"/>
                <a:gd name="T56" fmla="*/ 22 w 85"/>
                <a:gd name="T57" fmla="*/ 73 h 75"/>
                <a:gd name="T58" fmla="*/ 26 w 85"/>
                <a:gd name="T59" fmla="*/ 73 h 75"/>
                <a:gd name="T60" fmla="*/ 36 w 85"/>
                <a:gd name="T61" fmla="*/ 74 h 75"/>
                <a:gd name="T62" fmla="*/ 43 w 85"/>
                <a:gd name="T63" fmla="*/ 66 h 75"/>
                <a:gd name="T64" fmla="*/ 50 w 85"/>
                <a:gd name="T65" fmla="*/ 61 h 75"/>
                <a:gd name="T66" fmla="*/ 54 w 85"/>
                <a:gd name="T67" fmla="*/ 57 h 75"/>
                <a:gd name="T68" fmla="*/ 61 w 85"/>
                <a:gd name="T69" fmla="*/ 57 h 75"/>
                <a:gd name="T70" fmla="*/ 61 w 85"/>
                <a:gd name="T71" fmla="*/ 57 h 75"/>
                <a:gd name="T72" fmla="*/ 59 w 85"/>
                <a:gd name="T73" fmla="*/ 51 h 75"/>
                <a:gd name="T74" fmla="*/ 80 w 85"/>
                <a:gd name="T75" fmla="*/ 44 h 75"/>
                <a:gd name="T76" fmla="*/ 79 w 85"/>
                <a:gd name="T77" fmla="*/ 41 h 75"/>
                <a:gd name="T78" fmla="*/ 80 w 85"/>
                <a:gd name="T79" fmla="*/ 33 h 75"/>
                <a:gd name="T80" fmla="*/ 83 w 85"/>
                <a:gd name="T81" fmla="*/ 31 h 75"/>
                <a:gd name="T82" fmla="*/ 82 w 85"/>
                <a:gd name="T83" fmla="*/ 19 h 75"/>
                <a:gd name="T84" fmla="*/ 85 w 85"/>
                <a:gd name="T85" fmla="*/ 18 h 75"/>
                <a:gd name="T86" fmla="*/ 82 w 85"/>
                <a:gd name="T87" fmla="*/ 10 h 75"/>
                <a:gd name="T88" fmla="*/ 72 w 85"/>
                <a:gd name="T89" fmla="*/ 6 h 75"/>
                <a:gd name="T90" fmla="*/ 65 w 85"/>
                <a:gd name="T91" fmla="*/ 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75">
                  <a:moveTo>
                    <a:pt x="65" y="3"/>
                  </a:moveTo>
                  <a:cubicBezTo>
                    <a:pt x="64" y="3"/>
                    <a:pt x="62" y="1"/>
                    <a:pt x="60" y="0"/>
                  </a:cubicBezTo>
                  <a:cubicBezTo>
                    <a:pt x="59" y="1"/>
                    <a:pt x="54" y="1"/>
                    <a:pt x="51" y="1"/>
                  </a:cubicBezTo>
                  <a:cubicBezTo>
                    <a:pt x="49" y="1"/>
                    <a:pt x="51" y="5"/>
                    <a:pt x="49" y="6"/>
                  </a:cubicBezTo>
                  <a:cubicBezTo>
                    <a:pt x="48" y="7"/>
                    <a:pt x="47" y="9"/>
                    <a:pt x="48" y="10"/>
                  </a:cubicBezTo>
                  <a:cubicBezTo>
                    <a:pt x="49" y="11"/>
                    <a:pt x="48" y="16"/>
                    <a:pt x="48" y="18"/>
                  </a:cubicBezTo>
                  <a:cubicBezTo>
                    <a:pt x="48" y="20"/>
                    <a:pt x="45" y="25"/>
                    <a:pt x="46" y="25"/>
                  </a:cubicBezTo>
                  <a:cubicBezTo>
                    <a:pt x="47" y="26"/>
                    <a:pt x="49" y="30"/>
                    <a:pt x="51" y="31"/>
                  </a:cubicBezTo>
                  <a:cubicBezTo>
                    <a:pt x="53" y="32"/>
                    <a:pt x="55" y="30"/>
                    <a:pt x="56" y="30"/>
                  </a:cubicBezTo>
                  <a:cubicBezTo>
                    <a:pt x="57" y="30"/>
                    <a:pt x="57" y="32"/>
                    <a:pt x="57" y="35"/>
                  </a:cubicBezTo>
                  <a:cubicBezTo>
                    <a:pt x="57" y="37"/>
                    <a:pt x="56" y="38"/>
                    <a:pt x="56" y="38"/>
                  </a:cubicBezTo>
                  <a:cubicBezTo>
                    <a:pt x="56" y="38"/>
                    <a:pt x="52" y="39"/>
                    <a:pt x="50" y="38"/>
                  </a:cubicBezTo>
                  <a:cubicBezTo>
                    <a:pt x="49" y="37"/>
                    <a:pt x="48" y="33"/>
                    <a:pt x="48" y="32"/>
                  </a:cubicBezTo>
                  <a:cubicBezTo>
                    <a:pt x="48" y="30"/>
                    <a:pt x="44" y="30"/>
                    <a:pt x="42" y="30"/>
                  </a:cubicBezTo>
                  <a:cubicBezTo>
                    <a:pt x="40" y="30"/>
                    <a:pt x="39" y="28"/>
                    <a:pt x="38" y="26"/>
                  </a:cubicBezTo>
                  <a:cubicBezTo>
                    <a:pt x="37" y="25"/>
                    <a:pt x="35" y="27"/>
                    <a:pt x="35" y="28"/>
                  </a:cubicBezTo>
                  <a:cubicBezTo>
                    <a:pt x="35" y="29"/>
                    <a:pt x="34" y="29"/>
                    <a:pt x="32" y="29"/>
                  </a:cubicBezTo>
                  <a:cubicBezTo>
                    <a:pt x="30" y="29"/>
                    <a:pt x="27" y="26"/>
                    <a:pt x="26" y="27"/>
                  </a:cubicBezTo>
                  <a:cubicBezTo>
                    <a:pt x="25" y="27"/>
                    <a:pt x="23" y="24"/>
                    <a:pt x="24" y="23"/>
                  </a:cubicBezTo>
                  <a:cubicBezTo>
                    <a:pt x="24" y="22"/>
                    <a:pt x="20" y="23"/>
                    <a:pt x="19" y="23"/>
                  </a:cubicBezTo>
                  <a:cubicBezTo>
                    <a:pt x="18" y="24"/>
                    <a:pt x="17" y="22"/>
                    <a:pt x="17" y="22"/>
                  </a:cubicBezTo>
                  <a:cubicBezTo>
                    <a:pt x="17" y="22"/>
                    <a:pt x="16" y="20"/>
                    <a:pt x="15" y="20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13" y="71"/>
                    <a:pt x="22" y="70"/>
                    <a:pt x="22" y="72"/>
                  </a:cubicBezTo>
                  <a:cubicBezTo>
                    <a:pt x="22" y="72"/>
                    <a:pt x="22" y="73"/>
                    <a:pt x="22" y="73"/>
                  </a:cubicBezTo>
                  <a:cubicBezTo>
                    <a:pt x="24" y="73"/>
                    <a:pt x="25" y="73"/>
                    <a:pt x="26" y="73"/>
                  </a:cubicBezTo>
                  <a:cubicBezTo>
                    <a:pt x="28" y="73"/>
                    <a:pt x="34" y="75"/>
                    <a:pt x="36" y="74"/>
                  </a:cubicBezTo>
                  <a:cubicBezTo>
                    <a:pt x="37" y="73"/>
                    <a:pt x="40" y="67"/>
                    <a:pt x="43" y="66"/>
                  </a:cubicBezTo>
                  <a:cubicBezTo>
                    <a:pt x="46" y="65"/>
                    <a:pt x="50" y="62"/>
                    <a:pt x="50" y="61"/>
                  </a:cubicBezTo>
                  <a:cubicBezTo>
                    <a:pt x="50" y="59"/>
                    <a:pt x="50" y="58"/>
                    <a:pt x="54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51"/>
                    <a:pt x="79" y="44"/>
                    <a:pt x="80" y="44"/>
                  </a:cubicBezTo>
                  <a:cubicBezTo>
                    <a:pt x="79" y="42"/>
                    <a:pt x="78" y="41"/>
                    <a:pt x="79" y="41"/>
                  </a:cubicBezTo>
                  <a:cubicBezTo>
                    <a:pt x="79" y="40"/>
                    <a:pt x="80" y="35"/>
                    <a:pt x="80" y="33"/>
                  </a:cubicBezTo>
                  <a:cubicBezTo>
                    <a:pt x="80" y="32"/>
                    <a:pt x="84" y="33"/>
                    <a:pt x="83" y="31"/>
                  </a:cubicBezTo>
                  <a:cubicBezTo>
                    <a:pt x="81" y="30"/>
                    <a:pt x="82" y="21"/>
                    <a:pt x="82" y="19"/>
                  </a:cubicBezTo>
                  <a:cubicBezTo>
                    <a:pt x="83" y="17"/>
                    <a:pt x="85" y="19"/>
                    <a:pt x="85" y="18"/>
                  </a:cubicBezTo>
                  <a:cubicBezTo>
                    <a:pt x="85" y="16"/>
                    <a:pt x="83" y="11"/>
                    <a:pt x="82" y="10"/>
                  </a:cubicBezTo>
                  <a:cubicBezTo>
                    <a:pt x="81" y="9"/>
                    <a:pt x="74" y="6"/>
                    <a:pt x="72" y="6"/>
                  </a:cubicBezTo>
                  <a:cubicBezTo>
                    <a:pt x="70" y="5"/>
                    <a:pt x="67" y="3"/>
                    <a:pt x="65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4" name="Freeform 1336">
              <a:extLst>
                <a:ext uri="{FF2B5EF4-FFF2-40B4-BE49-F238E27FC236}">
                  <a16:creationId xmlns:a16="http://schemas.microsoft.com/office/drawing/2014/main" id="{94FE6F44-0973-76CC-5CB7-C22252570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3712" y="4319356"/>
              <a:ext cx="55558" cy="52386"/>
            </a:xfrm>
            <a:custGeom>
              <a:avLst/>
              <a:gdLst>
                <a:gd name="T0" fmla="*/ 12 w 15"/>
                <a:gd name="T1" fmla="*/ 0 h 14"/>
                <a:gd name="T2" fmla="*/ 8 w 15"/>
                <a:gd name="T3" fmla="*/ 2 h 14"/>
                <a:gd name="T4" fmla="*/ 4 w 15"/>
                <a:gd name="T5" fmla="*/ 2 h 14"/>
                <a:gd name="T6" fmla="*/ 3 w 15"/>
                <a:gd name="T7" fmla="*/ 3 h 14"/>
                <a:gd name="T8" fmla="*/ 2 w 15"/>
                <a:gd name="T9" fmla="*/ 8 h 14"/>
                <a:gd name="T10" fmla="*/ 0 w 15"/>
                <a:gd name="T11" fmla="*/ 10 h 14"/>
                <a:gd name="T12" fmla="*/ 2 w 15"/>
                <a:gd name="T13" fmla="*/ 13 h 14"/>
                <a:gd name="T14" fmla="*/ 4 w 15"/>
                <a:gd name="T15" fmla="*/ 13 h 14"/>
                <a:gd name="T16" fmla="*/ 8 w 15"/>
                <a:gd name="T17" fmla="*/ 11 h 14"/>
                <a:gd name="T18" fmla="*/ 15 w 15"/>
                <a:gd name="T19" fmla="*/ 9 h 14"/>
                <a:gd name="T20" fmla="*/ 14 w 15"/>
                <a:gd name="T21" fmla="*/ 4 h 14"/>
                <a:gd name="T22" fmla="*/ 12 w 15"/>
                <a:gd name="T2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12" y="0"/>
                  </a:moveTo>
                  <a:cubicBezTo>
                    <a:pt x="11" y="1"/>
                    <a:pt x="9" y="1"/>
                    <a:pt x="8" y="2"/>
                  </a:cubicBezTo>
                  <a:cubicBezTo>
                    <a:pt x="7" y="2"/>
                    <a:pt x="6" y="3"/>
                    <a:pt x="4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1" y="4"/>
                    <a:pt x="2" y="8"/>
                    <a:pt x="2" y="8"/>
                  </a:cubicBezTo>
                  <a:cubicBezTo>
                    <a:pt x="2" y="8"/>
                    <a:pt x="0" y="8"/>
                    <a:pt x="0" y="10"/>
                  </a:cubicBezTo>
                  <a:cubicBezTo>
                    <a:pt x="0" y="12"/>
                    <a:pt x="1" y="12"/>
                    <a:pt x="2" y="13"/>
                  </a:cubicBezTo>
                  <a:cubicBezTo>
                    <a:pt x="3" y="13"/>
                    <a:pt x="3" y="13"/>
                    <a:pt x="4" y="13"/>
                  </a:cubicBezTo>
                  <a:cubicBezTo>
                    <a:pt x="8" y="14"/>
                    <a:pt x="8" y="11"/>
                    <a:pt x="8" y="11"/>
                  </a:cubicBezTo>
                  <a:cubicBezTo>
                    <a:pt x="8" y="11"/>
                    <a:pt x="14" y="11"/>
                    <a:pt x="15" y="9"/>
                  </a:cubicBezTo>
                  <a:cubicBezTo>
                    <a:pt x="15" y="7"/>
                    <a:pt x="14" y="4"/>
                    <a:pt x="14" y="4"/>
                  </a:cubicBezTo>
                  <a:lnTo>
                    <a:pt x="1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5" name="Freeform 1338">
              <a:extLst>
                <a:ext uri="{FF2B5EF4-FFF2-40B4-BE49-F238E27FC236}">
                  <a16:creationId xmlns:a16="http://schemas.microsoft.com/office/drawing/2014/main" id="{6E8BAD0F-277E-9A74-A655-18ED77830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3885" y="3952663"/>
              <a:ext cx="288901" cy="385742"/>
            </a:xfrm>
            <a:custGeom>
              <a:avLst/>
              <a:gdLst>
                <a:gd name="T0" fmla="*/ 18 w 77"/>
                <a:gd name="T1" fmla="*/ 19 h 103"/>
                <a:gd name="T2" fmla="*/ 23 w 77"/>
                <a:gd name="T3" fmla="*/ 24 h 103"/>
                <a:gd name="T4" fmla="*/ 38 w 77"/>
                <a:gd name="T5" fmla="*/ 29 h 103"/>
                <a:gd name="T6" fmla="*/ 48 w 77"/>
                <a:gd name="T7" fmla="*/ 31 h 103"/>
                <a:gd name="T8" fmla="*/ 51 w 77"/>
                <a:gd name="T9" fmla="*/ 33 h 103"/>
                <a:gd name="T10" fmla="*/ 31 w 77"/>
                <a:gd name="T11" fmla="*/ 53 h 103"/>
                <a:gd name="T12" fmla="*/ 23 w 77"/>
                <a:gd name="T13" fmla="*/ 54 h 103"/>
                <a:gd name="T14" fmla="*/ 13 w 77"/>
                <a:gd name="T15" fmla="*/ 59 h 103"/>
                <a:gd name="T16" fmla="*/ 7 w 77"/>
                <a:gd name="T17" fmla="*/ 60 h 103"/>
                <a:gd name="T18" fmla="*/ 4 w 77"/>
                <a:gd name="T19" fmla="*/ 65 h 103"/>
                <a:gd name="T20" fmla="*/ 0 w 77"/>
                <a:gd name="T21" fmla="*/ 71 h 103"/>
                <a:gd name="T22" fmla="*/ 1 w 77"/>
                <a:gd name="T23" fmla="*/ 97 h 103"/>
                <a:gd name="T24" fmla="*/ 4 w 77"/>
                <a:gd name="T25" fmla="*/ 103 h 103"/>
                <a:gd name="T26" fmla="*/ 21 w 77"/>
                <a:gd name="T27" fmla="*/ 86 h 103"/>
                <a:gd name="T28" fmla="*/ 34 w 77"/>
                <a:gd name="T29" fmla="*/ 76 h 103"/>
                <a:gd name="T30" fmla="*/ 52 w 77"/>
                <a:gd name="T31" fmla="*/ 58 h 103"/>
                <a:gd name="T32" fmla="*/ 61 w 77"/>
                <a:gd name="T33" fmla="*/ 44 h 103"/>
                <a:gd name="T34" fmla="*/ 67 w 77"/>
                <a:gd name="T35" fmla="*/ 33 h 103"/>
                <a:gd name="T36" fmla="*/ 74 w 77"/>
                <a:gd name="T37" fmla="*/ 18 h 103"/>
                <a:gd name="T38" fmla="*/ 77 w 77"/>
                <a:gd name="T39" fmla="*/ 5 h 103"/>
                <a:gd name="T40" fmla="*/ 72 w 77"/>
                <a:gd name="T41" fmla="*/ 2 h 103"/>
                <a:gd name="T42" fmla="*/ 55 w 77"/>
                <a:gd name="T43" fmla="*/ 7 h 103"/>
                <a:gd name="T44" fmla="*/ 43 w 77"/>
                <a:gd name="T45" fmla="*/ 10 h 103"/>
                <a:gd name="T46" fmla="*/ 34 w 77"/>
                <a:gd name="T47" fmla="*/ 11 h 103"/>
                <a:gd name="T48" fmla="*/ 22 w 77"/>
                <a:gd name="T49" fmla="*/ 11 h 103"/>
                <a:gd name="T50" fmla="*/ 18 w 77"/>
                <a:gd name="T51" fmla="*/ 6 h 103"/>
                <a:gd name="T52" fmla="*/ 14 w 77"/>
                <a:gd name="T53" fmla="*/ 13 h 103"/>
                <a:gd name="T54" fmla="*/ 18 w 77"/>
                <a:gd name="T55" fmla="*/ 19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7" h="103">
                  <a:moveTo>
                    <a:pt x="18" y="19"/>
                  </a:moveTo>
                  <a:cubicBezTo>
                    <a:pt x="19" y="20"/>
                    <a:pt x="22" y="24"/>
                    <a:pt x="23" y="24"/>
                  </a:cubicBezTo>
                  <a:cubicBezTo>
                    <a:pt x="25" y="24"/>
                    <a:pt x="33" y="27"/>
                    <a:pt x="38" y="29"/>
                  </a:cubicBezTo>
                  <a:cubicBezTo>
                    <a:pt x="43" y="31"/>
                    <a:pt x="47" y="31"/>
                    <a:pt x="48" y="31"/>
                  </a:cubicBezTo>
                  <a:cubicBezTo>
                    <a:pt x="50" y="31"/>
                    <a:pt x="52" y="32"/>
                    <a:pt x="51" y="33"/>
                  </a:cubicBezTo>
                  <a:cubicBezTo>
                    <a:pt x="49" y="34"/>
                    <a:pt x="33" y="50"/>
                    <a:pt x="31" y="53"/>
                  </a:cubicBezTo>
                  <a:cubicBezTo>
                    <a:pt x="29" y="55"/>
                    <a:pt x="28" y="54"/>
                    <a:pt x="23" y="54"/>
                  </a:cubicBezTo>
                  <a:cubicBezTo>
                    <a:pt x="18" y="54"/>
                    <a:pt x="15" y="60"/>
                    <a:pt x="13" y="59"/>
                  </a:cubicBezTo>
                  <a:cubicBezTo>
                    <a:pt x="12" y="59"/>
                    <a:pt x="10" y="60"/>
                    <a:pt x="7" y="60"/>
                  </a:cubicBezTo>
                  <a:cubicBezTo>
                    <a:pt x="4" y="65"/>
                    <a:pt x="4" y="65"/>
                    <a:pt x="4" y="65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7" y="99"/>
                    <a:pt x="15" y="92"/>
                    <a:pt x="21" y="86"/>
                  </a:cubicBezTo>
                  <a:cubicBezTo>
                    <a:pt x="27" y="79"/>
                    <a:pt x="30" y="78"/>
                    <a:pt x="34" y="76"/>
                  </a:cubicBezTo>
                  <a:cubicBezTo>
                    <a:pt x="37" y="74"/>
                    <a:pt x="46" y="65"/>
                    <a:pt x="52" y="58"/>
                  </a:cubicBezTo>
                  <a:cubicBezTo>
                    <a:pt x="56" y="53"/>
                    <a:pt x="60" y="48"/>
                    <a:pt x="61" y="44"/>
                  </a:cubicBezTo>
                  <a:cubicBezTo>
                    <a:pt x="61" y="41"/>
                    <a:pt x="65" y="36"/>
                    <a:pt x="67" y="33"/>
                  </a:cubicBezTo>
                  <a:cubicBezTo>
                    <a:pt x="70" y="29"/>
                    <a:pt x="74" y="21"/>
                    <a:pt x="74" y="18"/>
                  </a:cubicBezTo>
                  <a:cubicBezTo>
                    <a:pt x="74" y="15"/>
                    <a:pt x="76" y="10"/>
                    <a:pt x="77" y="5"/>
                  </a:cubicBezTo>
                  <a:cubicBezTo>
                    <a:pt x="77" y="0"/>
                    <a:pt x="73" y="0"/>
                    <a:pt x="72" y="2"/>
                  </a:cubicBezTo>
                  <a:cubicBezTo>
                    <a:pt x="71" y="5"/>
                    <a:pt x="61" y="7"/>
                    <a:pt x="55" y="7"/>
                  </a:cubicBezTo>
                  <a:cubicBezTo>
                    <a:pt x="49" y="7"/>
                    <a:pt x="46" y="8"/>
                    <a:pt x="43" y="10"/>
                  </a:cubicBezTo>
                  <a:cubicBezTo>
                    <a:pt x="41" y="12"/>
                    <a:pt x="36" y="9"/>
                    <a:pt x="34" y="11"/>
                  </a:cubicBezTo>
                  <a:cubicBezTo>
                    <a:pt x="32" y="14"/>
                    <a:pt x="24" y="16"/>
                    <a:pt x="22" y="11"/>
                  </a:cubicBezTo>
                  <a:cubicBezTo>
                    <a:pt x="20" y="8"/>
                    <a:pt x="19" y="7"/>
                    <a:pt x="18" y="6"/>
                  </a:cubicBezTo>
                  <a:cubicBezTo>
                    <a:pt x="16" y="8"/>
                    <a:pt x="13" y="12"/>
                    <a:pt x="14" y="13"/>
                  </a:cubicBezTo>
                  <a:cubicBezTo>
                    <a:pt x="14" y="14"/>
                    <a:pt x="17" y="19"/>
                    <a:pt x="18" y="1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6" name="Freeform 1340">
              <a:extLst>
                <a:ext uri="{FF2B5EF4-FFF2-40B4-BE49-F238E27FC236}">
                  <a16:creationId xmlns:a16="http://schemas.microsoft.com/office/drawing/2014/main" id="{E57274D2-083D-78B3-F11C-0C1F7CC4C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3981" y="3251026"/>
              <a:ext cx="336523" cy="273034"/>
            </a:xfrm>
            <a:custGeom>
              <a:avLst/>
              <a:gdLst>
                <a:gd name="T0" fmla="*/ 33 w 90"/>
                <a:gd name="T1" fmla="*/ 73 h 73"/>
                <a:gd name="T2" fmla="*/ 33 w 90"/>
                <a:gd name="T3" fmla="*/ 62 h 73"/>
                <a:gd name="T4" fmla="*/ 45 w 90"/>
                <a:gd name="T5" fmla="*/ 54 h 73"/>
                <a:gd name="T6" fmla="*/ 50 w 90"/>
                <a:gd name="T7" fmla="*/ 53 h 73"/>
                <a:gd name="T8" fmla="*/ 56 w 90"/>
                <a:gd name="T9" fmla="*/ 51 h 73"/>
                <a:gd name="T10" fmla="*/ 60 w 90"/>
                <a:gd name="T11" fmla="*/ 47 h 73"/>
                <a:gd name="T12" fmla="*/ 66 w 90"/>
                <a:gd name="T13" fmla="*/ 45 h 73"/>
                <a:gd name="T14" fmla="*/ 69 w 90"/>
                <a:gd name="T15" fmla="*/ 43 h 73"/>
                <a:gd name="T16" fmla="*/ 70 w 90"/>
                <a:gd name="T17" fmla="*/ 38 h 73"/>
                <a:gd name="T18" fmla="*/ 73 w 90"/>
                <a:gd name="T19" fmla="*/ 36 h 73"/>
                <a:gd name="T20" fmla="*/ 77 w 90"/>
                <a:gd name="T21" fmla="*/ 34 h 73"/>
                <a:gd name="T22" fmla="*/ 88 w 90"/>
                <a:gd name="T23" fmla="*/ 33 h 73"/>
                <a:gd name="T24" fmla="*/ 90 w 90"/>
                <a:gd name="T25" fmla="*/ 30 h 73"/>
                <a:gd name="T26" fmla="*/ 87 w 90"/>
                <a:gd name="T27" fmla="*/ 25 h 73"/>
                <a:gd name="T28" fmla="*/ 86 w 90"/>
                <a:gd name="T29" fmla="*/ 18 h 73"/>
                <a:gd name="T30" fmla="*/ 84 w 90"/>
                <a:gd name="T31" fmla="*/ 10 h 73"/>
                <a:gd name="T32" fmla="*/ 83 w 90"/>
                <a:gd name="T33" fmla="*/ 8 h 73"/>
                <a:gd name="T34" fmla="*/ 74 w 90"/>
                <a:gd name="T35" fmla="*/ 6 h 73"/>
                <a:gd name="T36" fmla="*/ 61 w 90"/>
                <a:gd name="T37" fmla="*/ 5 h 73"/>
                <a:gd name="T38" fmla="*/ 54 w 90"/>
                <a:gd name="T39" fmla="*/ 1 h 73"/>
                <a:gd name="T40" fmla="*/ 46 w 90"/>
                <a:gd name="T41" fmla="*/ 17 h 73"/>
                <a:gd name="T42" fmla="*/ 35 w 90"/>
                <a:gd name="T43" fmla="*/ 22 h 73"/>
                <a:gd name="T44" fmla="*/ 29 w 90"/>
                <a:gd name="T45" fmla="*/ 29 h 73"/>
                <a:gd name="T46" fmla="*/ 25 w 90"/>
                <a:gd name="T47" fmla="*/ 36 h 73"/>
                <a:gd name="T48" fmla="*/ 25 w 90"/>
                <a:gd name="T49" fmla="*/ 47 h 73"/>
                <a:gd name="T50" fmla="*/ 16 w 90"/>
                <a:gd name="T51" fmla="*/ 60 h 73"/>
                <a:gd name="T52" fmla="*/ 6 w 90"/>
                <a:gd name="T53" fmla="*/ 67 h 73"/>
                <a:gd name="T54" fmla="*/ 0 w 90"/>
                <a:gd name="T55" fmla="*/ 70 h 73"/>
                <a:gd name="T56" fmla="*/ 28 w 90"/>
                <a:gd name="T57" fmla="*/ 70 h 73"/>
                <a:gd name="T58" fmla="*/ 33 w 90"/>
                <a:gd name="T59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0" h="73">
                  <a:moveTo>
                    <a:pt x="33" y="73"/>
                  </a:moveTo>
                  <a:cubicBezTo>
                    <a:pt x="33" y="68"/>
                    <a:pt x="33" y="63"/>
                    <a:pt x="33" y="62"/>
                  </a:cubicBezTo>
                  <a:cubicBezTo>
                    <a:pt x="33" y="61"/>
                    <a:pt x="43" y="55"/>
                    <a:pt x="45" y="54"/>
                  </a:cubicBezTo>
                  <a:cubicBezTo>
                    <a:pt x="47" y="53"/>
                    <a:pt x="50" y="55"/>
                    <a:pt x="50" y="53"/>
                  </a:cubicBezTo>
                  <a:cubicBezTo>
                    <a:pt x="50" y="51"/>
                    <a:pt x="54" y="52"/>
                    <a:pt x="56" y="51"/>
                  </a:cubicBezTo>
                  <a:cubicBezTo>
                    <a:pt x="59" y="51"/>
                    <a:pt x="60" y="49"/>
                    <a:pt x="60" y="47"/>
                  </a:cubicBezTo>
                  <a:cubicBezTo>
                    <a:pt x="60" y="45"/>
                    <a:pt x="64" y="45"/>
                    <a:pt x="66" y="45"/>
                  </a:cubicBezTo>
                  <a:cubicBezTo>
                    <a:pt x="68" y="45"/>
                    <a:pt x="68" y="43"/>
                    <a:pt x="69" y="43"/>
                  </a:cubicBezTo>
                  <a:cubicBezTo>
                    <a:pt x="71" y="43"/>
                    <a:pt x="70" y="41"/>
                    <a:pt x="70" y="38"/>
                  </a:cubicBezTo>
                  <a:cubicBezTo>
                    <a:pt x="70" y="36"/>
                    <a:pt x="70" y="36"/>
                    <a:pt x="73" y="36"/>
                  </a:cubicBezTo>
                  <a:cubicBezTo>
                    <a:pt x="75" y="36"/>
                    <a:pt x="77" y="35"/>
                    <a:pt x="77" y="34"/>
                  </a:cubicBezTo>
                  <a:cubicBezTo>
                    <a:pt x="77" y="32"/>
                    <a:pt x="86" y="33"/>
                    <a:pt x="88" y="33"/>
                  </a:cubicBezTo>
                  <a:cubicBezTo>
                    <a:pt x="89" y="33"/>
                    <a:pt x="90" y="31"/>
                    <a:pt x="90" y="30"/>
                  </a:cubicBezTo>
                  <a:cubicBezTo>
                    <a:pt x="89" y="29"/>
                    <a:pt x="88" y="25"/>
                    <a:pt x="87" y="25"/>
                  </a:cubicBezTo>
                  <a:cubicBezTo>
                    <a:pt x="85" y="25"/>
                    <a:pt x="86" y="21"/>
                    <a:pt x="86" y="18"/>
                  </a:cubicBezTo>
                  <a:cubicBezTo>
                    <a:pt x="86" y="15"/>
                    <a:pt x="86" y="12"/>
                    <a:pt x="84" y="10"/>
                  </a:cubicBezTo>
                  <a:cubicBezTo>
                    <a:pt x="84" y="10"/>
                    <a:pt x="83" y="9"/>
                    <a:pt x="83" y="8"/>
                  </a:cubicBezTo>
                  <a:cubicBezTo>
                    <a:pt x="80" y="8"/>
                    <a:pt x="77" y="6"/>
                    <a:pt x="74" y="6"/>
                  </a:cubicBezTo>
                  <a:cubicBezTo>
                    <a:pt x="70" y="6"/>
                    <a:pt x="64" y="8"/>
                    <a:pt x="61" y="5"/>
                  </a:cubicBezTo>
                  <a:cubicBezTo>
                    <a:pt x="59" y="1"/>
                    <a:pt x="57" y="0"/>
                    <a:pt x="54" y="1"/>
                  </a:cubicBezTo>
                  <a:cubicBezTo>
                    <a:pt x="52" y="2"/>
                    <a:pt x="49" y="13"/>
                    <a:pt x="46" y="17"/>
                  </a:cubicBezTo>
                  <a:cubicBezTo>
                    <a:pt x="44" y="20"/>
                    <a:pt x="38" y="22"/>
                    <a:pt x="35" y="22"/>
                  </a:cubicBezTo>
                  <a:cubicBezTo>
                    <a:pt x="32" y="22"/>
                    <a:pt x="32" y="27"/>
                    <a:pt x="29" y="29"/>
                  </a:cubicBezTo>
                  <a:cubicBezTo>
                    <a:pt x="27" y="30"/>
                    <a:pt x="28" y="33"/>
                    <a:pt x="25" y="36"/>
                  </a:cubicBezTo>
                  <a:cubicBezTo>
                    <a:pt x="22" y="38"/>
                    <a:pt x="24" y="45"/>
                    <a:pt x="25" y="47"/>
                  </a:cubicBezTo>
                  <a:cubicBezTo>
                    <a:pt x="27" y="50"/>
                    <a:pt x="20" y="57"/>
                    <a:pt x="16" y="60"/>
                  </a:cubicBezTo>
                  <a:cubicBezTo>
                    <a:pt x="13" y="62"/>
                    <a:pt x="11" y="66"/>
                    <a:pt x="6" y="67"/>
                  </a:cubicBezTo>
                  <a:cubicBezTo>
                    <a:pt x="3" y="67"/>
                    <a:pt x="1" y="68"/>
                    <a:pt x="0" y="70"/>
                  </a:cubicBezTo>
                  <a:cubicBezTo>
                    <a:pt x="28" y="70"/>
                    <a:pt x="28" y="70"/>
                    <a:pt x="28" y="70"/>
                  </a:cubicBezTo>
                  <a:cubicBezTo>
                    <a:pt x="34" y="70"/>
                    <a:pt x="32" y="71"/>
                    <a:pt x="33" y="7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7" name="Freeform 1342">
              <a:extLst>
                <a:ext uri="{FF2B5EF4-FFF2-40B4-BE49-F238E27FC236}">
                  <a16:creationId xmlns:a16="http://schemas.microsoft.com/office/drawing/2014/main" id="{0E25B8EB-38E0-5BEA-C3DD-BDA338D1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0672" y="3206578"/>
              <a:ext cx="119053" cy="223826"/>
            </a:xfrm>
            <a:custGeom>
              <a:avLst/>
              <a:gdLst>
                <a:gd name="T0" fmla="*/ 9 w 32"/>
                <a:gd name="T1" fmla="*/ 15 h 60"/>
                <a:gd name="T2" fmla="*/ 7 w 32"/>
                <a:gd name="T3" fmla="*/ 23 h 60"/>
                <a:gd name="T4" fmla="*/ 2 w 32"/>
                <a:gd name="T5" fmla="*/ 28 h 60"/>
                <a:gd name="T6" fmla="*/ 5 w 32"/>
                <a:gd name="T7" fmla="*/ 36 h 60"/>
                <a:gd name="T8" fmla="*/ 8 w 32"/>
                <a:gd name="T9" fmla="*/ 41 h 60"/>
                <a:gd name="T10" fmla="*/ 14 w 32"/>
                <a:gd name="T11" fmla="*/ 45 h 60"/>
                <a:gd name="T12" fmla="*/ 17 w 32"/>
                <a:gd name="T13" fmla="*/ 58 h 60"/>
                <a:gd name="T14" fmla="*/ 18 w 32"/>
                <a:gd name="T15" fmla="*/ 60 h 60"/>
                <a:gd name="T16" fmla="*/ 21 w 32"/>
                <a:gd name="T17" fmla="*/ 57 h 60"/>
                <a:gd name="T18" fmla="*/ 22 w 32"/>
                <a:gd name="T19" fmla="*/ 51 h 60"/>
                <a:gd name="T20" fmla="*/ 23 w 32"/>
                <a:gd name="T21" fmla="*/ 48 h 60"/>
                <a:gd name="T22" fmla="*/ 29 w 32"/>
                <a:gd name="T23" fmla="*/ 43 h 60"/>
                <a:gd name="T24" fmla="*/ 32 w 32"/>
                <a:gd name="T25" fmla="*/ 40 h 60"/>
                <a:gd name="T26" fmla="*/ 32 w 32"/>
                <a:gd name="T27" fmla="*/ 37 h 60"/>
                <a:gd name="T28" fmla="*/ 29 w 32"/>
                <a:gd name="T29" fmla="*/ 33 h 60"/>
                <a:gd name="T30" fmla="*/ 26 w 32"/>
                <a:gd name="T31" fmla="*/ 31 h 60"/>
                <a:gd name="T32" fmla="*/ 20 w 32"/>
                <a:gd name="T33" fmla="*/ 28 h 60"/>
                <a:gd name="T34" fmla="*/ 26 w 32"/>
                <a:gd name="T35" fmla="*/ 23 h 60"/>
                <a:gd name="T36" fmla="*/ 27 w 32"/>
                <a:gd name="T37" fmla="*/ 13 h 60"/>
                <a:gd name="T38" fmla="*/ 28 w 32"/>
                <a:gd name="T39" fmla="*/ 7 h 60"/>
                <a:gd name="T40" fmla="*/ 27 w 32"/>
                <a:gd name="T41" fmla="*/ 4 h 60"/>
                <a:gd name="T42" fmla="*/ 23 w 32"/>
                <a:gd name="T43" fmla="*/ 3 h 60"/>
                <a:gd name="T44" fmla="*/ 13 w 32"/>
                <a:gd name="T45" fmla="*/ 2 h 60"/>
                <a:gd name="T46" fmla="*/ 9 w 32"/>
                <a:gd name="T47" fmla="*/ 3 h 60"/>
                <a:gd name="T48" fmla="*/ 9 w 32"/>
                <a:gd name="T49" fmla="*/ 1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" h="60">
                  <a:moveTo>
                    <a:pt x="9" y="15"/>
                  </a:moveTo>
                  <a:cubicBezTo>
                    <a:pt x="11" y="18"/>
                    <a:pt x="8" y="22"/>
                    <a:pt x="7" y="23"/>
                  </a:cubicBezTo>
                  <a:cubicBezTo>
                    <a:pt x="5" y="24"/>
                    <a:pt x="4" y="28"/>
                    <a:pt x="2" y="28"/>
                  </a:cubicBezTo>
                  <a:cubicBezTo>
                    <a:pt x="0" y="28"/>
                    <a:pt x="2" y="34"/>
                    <a:pt x="5" y="36"/>
                  </a:cubicBezTo>
                  <a:cubicBezTo>
                    <a:pt x="8" y="37"/>
                    <a:pt x="8" y="39"/>
                    <a:pt x="8" y="41"/>
                  </a:cubicBezTo>
                  <a:cubicBezTo>
                    <a:pt x="8" y="42"/>
                    <a:pt x="12" y="43"/>
                    <a:pt x="14" y="45"/>
                  </a:cubicBezTo>
                  <a:cubicBezTo>
                    <a:pt x="15" y="47"/>
                    <a:pt x="17" y="55"/>
                    <a:pt x="17" y="58"/>
                  </a:cubicBezTo>
                  <a:cubicBezTo>
                    <a:pt x="17" y="59"/>
                    <a:pt x="18" y="60"/>
                    <a:pt x="18" y="60"/>
                  </a:cubicBezTo>
                  <a:cubicBezTo>
                    <a:pt x="19" y="59"/>
                    <a:pt x="21" y="59"/>
                    <a:pt x="21" y="57"/>
                  </a:cubicBezTo>
                  <a:cubicBezTo>
                    <a:pt x="22" y="56"/>
                    <a:pt x="23" y="52"/>
                    <a:pt x="22" y="51"/>
                  </a:cubicBezTo>
                  <a:cubicBezTo>
                    <a:pt x="22" y="51"/>
                    <a:pt x="22" y="49"/>
                    <a:pt x="23" y="48"/>
                  </a:cubicBezTo>
                  <a:cubicBezTo>
                    <a:pt x="24" y="47"/>
                    <a:pt x="28" y="43"/>
                    <a:pt x="29" y="43"/>
                  </a:cubicBezTo>
                  <a:cubicBezTo>
                    <a:pt x="30" y="42"/>
                    <a:pt x="32" y="43"/>
                    <a:pt x="32" y="40"/>
                  </a:cubicBezTo>
                  <a:cubicBezTo>
                    <a:pt x="32" y="40"/>
                    <a:pt x="32" y="38"/>
                    <a:pt x="32" y="37"/>
                  </a:cubicBezTo>
                  <a:cubicBezTo>
                    <a:pt x="31" y="35"/>
                    <a:pt x="29" y="34"/>
                    <a:pt x="29" y="33"/>
                  </a:cubicBezTo>
                  <a:cubicBezTo>
                    <a:pt x="29" y="32"/>
                    <a:pt x="27" y="30"/>
                    <a:pt x="26" y="31"/>
                  </a:cubicBezTo>
                  <a:cubicBezTo>
                    <a:pt x="25" y="32"/>
                    <a:pt x="21" y="31"/>
                    <a:pt x="20" y="28"/>
                  </a:cubicBezTo>
                  <a:cubicBezTo>
                    <a:pt x="20" y="26"/>
                    <a:pt x="23" y="26"/>
                    <a:pt x="26" y="23"/>
                  </a:cubicBezTo>
                  <a:cubicBezTo>
                    <a:pt x="29" y="21"/>
                    <a:pt x="30" y="16"/>
                    <a:pt x="27" y="13"/>
                  </a:cubicBezTo>
                  <a:cubicBezTo>
                    <a:pt x="23" y="11"/>
                    <a:pt x="26" y="9"/>
                    <a:pt x="28" y="7"/>
                  </a:cubicBezTo>
                  <a:cubicBezTo>
                    <a:pt x="30" y="4"/>
                    <a:pt x="28" y="3"/>
                    <a:pt x="27" y="4"/>
                  </a:cubicBezTo>
                  <a:cubicBezTo>
                    <a:pt x="26" y="5"/>
                    <a:pt x="24" y="5"/>
                    <a:pt x="23" y="3"/>
                  </a:cubicBezTo>
                  <a:cubicBezTo>
                    <a:pt x="23" y="0"/>
                    <a:pt x="16" y="0"/>
                    <a:pt x="13" y="2"/>
                  </a:cubicBezTo>
                  <a:cubicBezTo>
                    <a:pt x="12" y="3"/>
                    <a:pt x="11" y="3"/>
                    <a:pt x="9" y="3"/>
                  </a:cubicBezTo>
                  <a:cubicBezTo>
                    <a:pt x="8" y="8"/>
                    <a:pt x="8" y="13"/>
                    <a:pt x="9" y="1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8" name="Freeform 1344">
              <a:extLst>
                <a:ext uri="{FF2B5EF4-FFF2-40B4-BE49-F238E27FC236}">
                  <a16:creationId xmlns:a16="http://schemas.microsoft.com/office/drawing/2014/main" id="{896233DA-2155-0EAE-6477-CE38B4F74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7796" y="3212928"/>
              <a:ext cx="577802" cy="550834"/>
            </a:xfrm>
            <a:custGeom>
              <a:avLst/>
              <a:gdLst>
                <a:gd name="T0" fmla="*/ 53 w 154"/>
                <a:gd name="T1" fmla="*/ 28 h 147"/>
                <a:gd name="T2" fmla="*/ 53 w 154"/>
                <a:gd name="T3" fmla="*/ 35 h 147"/>
                <a:gd name="T4" fmla="*/ 56 w 154"/>
                <a:gd name="T5" fmla="*/ 40 h 147"/>
                <a:gd name="T6" fmla="*/ 54 w 154"/>
                <a:gd name="T7" fmla="*/ 42 h 147"/>
                <a:gd name="T8" fmla="*/ 44 w 154"/>
                <a:gd name="T9" fmla="*/ 43 h 147"/>
                <a:gd name="T10" fmla="*/ 39 w 154"/>
                <a:gd name="T11" fmla="*/ 46 h 147"/>
                <a:gd name="T12" fmla="*/ 37 w 154"/>
                <a:gd name="T13" fmla="*/ 48 h 147"/>
                <a:gd name="T14" fmla="*/ 36 w 154"/>
                <a:gd name="T15" fmla="*/ 52 h 147"/>
                <a:gd name="T16" fmla="*/ 33 w 154"/>
                <a:gd name="T17" fmla="*/ 54 h 147"/>
                <a:gd name="T18" fmla="*/ 27 w 154"/>
                <a:gd name="T19" fmla="*/ 56 h 147"/>
                <a:gd name="T20" fmla="*/ 23 w 154"/>
                <a:gd name="T21" fmla="*/ 60 h 147"/>
                <a:gd name="T22" fmla="*/ 17 w 154"/>
                <a:gd name="T23" fmla="*/ 62 h 147"/>
                <a:gd name="T24" fmla="*/ 12 w 154"/>
                <a:gd name="T25" fmla="*/ 63 h 147"/>
                <a:gd name="T26" fmla="*/ 0 w 154"/>
                <a:gd name="T27" fmla="*/ 71 h 147"/>
                <a:gd name="T28" fmla="*/ 0 w 154"/>
                <a:gd name="T29" fmla="*/ 81 h 147"/>
                <a:gd name="T30" fmla="*/ 2 w 154"/>
                <a:gd name="T31" fmla="*/ 82 h 147"/>
                <a:gd name="T32" fmla="*/ 73 w 154"/>
                <a:gd name="T33" fmla="*/ 130 h 147"/>
                <a:gd name="T34" fmla="*/ 78 w 154"/>
                <a:gd name="T35" fmla="*/ 137 h 147"/>
                <a:gd name="T36" fmla="*/ 86 w 154"/>
                <a:gd name="T37" fmla="*/ 139 h 147"/>
                <a:gd name="T38" fmla="*/ 90 w 154"/>
                <a:gd name="T39" fmla="*/ 147 h 147"/>
                <a:gd name="T40" fmla="*/ 97 w 154"/>
                <a:gd name="T41" fmla="*/ 146 h 147"/>
                <a:gd name="T42" fmla="*/ 108 w 154"/>
                <a:gd name="T43" fmla="*/ 142 h 147"/>
                <a:gd name="T44" fmla="*/ 122 w 154"/>
                <a:gd name="T45" fmla="*/ 131 h 147"/>
                <a:gd name="T46" fmla="*/ 154 w 154"/>
                <a:gd name="T47" fmla="*/ 111 h 147"/>
                <a:gd name="T48" fmla="*/ 154 w 154"/>
                <a:gd name="T49" fmla="*/ 111 h 147"/>
                <a:gd name="T50" fmla="*/ 150 w 154"/>
                <a:gd name="T51" fmla="*/ 105 h 147"/>
                <a:gd name="T52" fmla="*/ 145 w 154"/>
                <a:gd name="T53" fmla="*/ 104 h 147"/>
                <a:gd name="T54" fmla="*/ 139 w 154"/>
                <a:gd name="T55" fmla="*/ 101 h 147"/>
                <a:gd name="T56" fmla="*/ 139 w 154"/>
                <a:gd name="T57" fmla="*/ 95 h 147"/>
                <a:gd name="T58" fmla="*/ 135 w 154"/>
                <a:gd name="T59" fmla="*/ 90 h 147"/>
                <a:gd name="T60" fmla="*/ 138 w 154"/>
                <a:gd name="T61" fmla="*/ 87 h 147"/>
                <a:gd name="T62" fmla="*/ 137 w 154"/>
                <a:gd name="T63" fmla="*/ 83 h 147"/>
                <a:gd name="T64" fmla="*/ 137 w 154"/>
                <a:gd name="T65" fmla="*/ 79 h 147"/>
                <a:gd name="T66" fmla="*/ 138 w 154"/>
                <a:gd name="T67" fmla="*/ 74 h 147"/>
                <a:gd name="T68" fmla="*/ 138 w 154"/>
                <a:gd name="T69" fmla="*/ 66 h 147"/>
                <a:gd name="T70" fmla="*/ 135 w 154"/>
                <a:gd name="T71" fmla="*/ 59 h 147"/>
                <a:gd name="T72" fmla="*/ 136 w 154"/>
                <a:gd name="T73" fmla="*/ 58 h 147"/>
                <a:gd name="T74" fmla="*/ 136 w 154"/>
                <a:gd name="T75" fmla="*/ 56 h 147"/>
                <a:gd name="T76" fmla="*/ 132 w 154"/>
                <a:gd name="T77" fmla="*/ 43 h 147"/>
                <a:gd name="T78" fmla="*/ 127 w 154"/>
                <a:gd name="T79" fmla="*/ 38 h 147"/>
                <a:gd name="T80" fmla="*/ 124 w 154"/>
                <a:gd name="T81" fmla="*/ 33 h 147"/>
                <a:gd name="T82" fmla="*/ 120 w 154"/>
                <a:gd name="T83" fmla="*/ 26 h 147"/>
                <a:gd name="T84" fmla="*/ 125 w 154"/>
                <a:gd name="T85" fmla="*/ 21 h 147"/>
                <a:gd name="T86" fmla="*/ 127 w 154"/>
                <a:gd name="T87" fmla="*/ 13 h 147"/>
                <a:gd name="T88" fmla="*/ 128 w 154"/>
                <a:gd name="T89" fmla="*/ 1 h 147"/>
                <a:gd name="T90" fmla="*/ 121 w 154"/>
                <a:gd name="T91" fmla="*/ 0 h 147"/>
                <a:gd name="T92" fmla="*/ 113 w 154"/>
                <a:gd name="T93" fmla="*/ 1 h 147"/>
                <a:gd name="T94" fmla="*/ 103 w 154"/>
                <a:gd name="T95" fmla="*/ 3 h 147"/>
                <a:gd name="T96" fmla="*/ 75 w 154"/>
                <a:gd name="T97" fmla="*/ 4 h 147"/>
                <a:gd name="T98" fmla="*/ 64 w 154"/>
                <a:gd name="T99" fmla="*/ 11 h 147"/>
                <a:gd name="T100" fmla="*/ 52 w 154"/>
                <a:gd name="T101" fmla="*/ 17 h 147"/>
                <a:gd name="T102" fmla="*/ 49 w 154"/>
                <a:gd name="T103" fmla="*/ 18 h 147"/>
                <a:gd name="T104" fmla="*/ 51 w 154"/>
                <a:gd name="T105" fmla="*/ 20 h 147"/>
                <a:gd name="T106" fmla="*/ 53 w 154"/>
                <a:gd name="T107" fmla="*/ 2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4" h="147">
                  <a:moveTo>
                    <a:pt x="53" y="28"/>
                  </a:moveTo>
                  <a:cubicBezTo>
                    <a:pt x="53" y="31"/>
                    <a:pt x="52" y="34"/>
                    <a:pt x="53" y="35"/>
                  </a:cubicBezTo>
                  <a:cubicBezTo>
                    <a:pt x="55" y="35"/>
                    <a:pt x="56" y="38"/>
                    <a:pt x="56" y="40"/>
                  </a:cubicBezTo>
                  <a:cubicBezTo>
                    <a:pt x="56" y="41"/>
                    <a:pt x="56" y="42"/>
                    <a:pt x="54" y="42"/>
                  </a:cubicBezTo>
                  <a:cubicBezTo>
                    <a:pt x="53" y="42"/>
                    <a:pt x="44" y="41"/>
                    <a:pt x="44" y="43"/>
                  </a:cubicBezTo>
                  <a:cubicBezTo>
                    <a:pt x="44" y="44"/>
                    <a:pt x="41" y="46"/>
                    <a:pt x="39" y="46"/>
                  </a:cubicBezTo>
                  <a:cubicBezTo>
                    <a:pt x="37" y="46"/>
                    <a:pt x="37" y="45"/>
                    <a:pt x="37" y="48"/>
                  </a:cubicBezTo>
                  <a:cubicBezTo>
                    <a:pt x="37" y="50"/>
                    <a:pt x="37" y="52"/>
                    <a:pt x="36" y="52"/>
                  </a:cubicBezTo>
                  <a:cubicBezTo>
                    <a:pt x="34" y="52"/>
                    <a:pt x="35" y="54"/>
                    <a:pt x="33" y="54"/>
                  </a:cubicBezTo>
                  <a:cubicBezTo>
                    <a:pt x="30" y="54"/>
                    <a:pt x="27" y="54"/>
                    <a:pt x="27" y="56"/>
                  </a:cubicBezTo>
                  <a:cubicBezTo>
                    <a:pt x="27" y="58"/>
                    <a:pt x="26" y="60"/>
                    <a:pt x="23" y="60"/>
                  </a:cubicBezTo>
                  <a:cubicBezTo>
                    <a:pt x="21" y="61"/>
                    <a:pt x="17" y="60"/>
                    <a:pt x="17" y="62"/>
                  </a:cubicBezTo>
                  <a:cubicBezTo>
                    <a:pt x="17" y="64"/>
                    <a:pt x="14" y="62"/>
                    <a:pt x="12" y="63"/>
                  </a:cubicBezTo>
                  <a:cubicBezTo>
                    <a:pt x="10" y="64"/>
                    <a:pt x="0" y="70"/>
                    <a:pt x="0" y="71"/>
                  </a:cubicBezTo>
                  <a:cubicBezTo>
                    <a:pt x="0" y="72"/>
                    <a:pt x="0" y="76"/>
                    <a:pt x="0" y="81"/>
                  </a:cubicBezTo>
                  <a:cubicBezTo>
                    <a:pt x="1" y="82"/>
                    <a:pt x="1" y="82"/>
                    <a:pt x="2" y="82"/>
                  </a:cubicBezTo>
                  <a:cubicBezTo>
                    <a:pt x="5" y="85"/>
                    <a:pt x="71" y="128"/>
                    <a:pt x="73" y="130"/>
                  </a:cubicBezTo>
                  <a:cubicBezTo>
                    <a:pt x="75" y="132"/>
                    <a:pt x="78" y="137"/>
                    <a:pt x="78" y="137"/>
                  </a:cubicBezTo>
                  <a:cubicBezTo>
                    <a:pt x="78" y="137"/>
                    <a:pt x="83" y="137"/>
                    <a:pt x="86" y="139"/>
                  </a:cubicBezTo>
                  <a:cubicBezTo>
                    <a:pt x="90" y="142"/>
                    <a:pt x="90" y="147"/>
                    <a:pt x="90" y="147"/>
                  </a:cubicBezTo>
                  <a:cubicBezTo>
                    <a:pt x="90" y="147"/>
                    <a:pt x="94" y="146"/>
                    <a:pt x="97" y="146"/>
                  </a:cubicBezTo>
                  <a:cubicBezTo>
                    <a:pt x="100" y="145"/>
                    <a:pt x="108" y="142"/>
                    <a:pt x="108" y="142"/>
                  </a:cubicBezTo>
                  <a:cubicBezTo>
                    <a:pt x="122" y="131"/>
                    <a:pt x="122" y="131"/>
                    <a:pt x="122" y="131"/>
                  </a:cubicBezTo>
                  <a:cubicBezTo>
                    <a:pt x="154" y="111"/>
                    <a:pt x="154" y="111"/>
                    <a:pt x="154" y="111"/>
                  </a:cubicBezTo>
                  <a:cubicBezTo>
                    <a:pt x="154" y="111"/>
                    <a:pt x="154" y="111"/>
                    <a:pt x="154" y="111"/>
                  </a:cubicBezTo>
                  <a:cubicBezTo>
                    <a:pt x="153" y="108"/>
                    <a:pt x="152" y="105"/>
                    <a:pt x="150" y="105"/>
                  </a:cubicBezTo>
                  <a:cubicBezTo>
                    <a:pt x="148" y="105"/>
                    <a:pt x="147" y="104"/>
                    <a:pt x="145" y="104"/>
                  </a:cubicBezTo>
                  <a:cubicBezTo>
                    <a:pt x="142" y="104"/>
                    <a:pt x="140" y="102"/>
                    <a:pt x="139" y="101"/>
                  </a:cubicBezTo>
                  <a:cubicBezTo>
                    <a:pt x="139" y="99"/>
                    <a:pt x="140" y="97"/>
                    <a:pt x="139" y="95"/>
                  </a:cubicBezTo>
                  <a:cubicBezTo>
                    <a:pt x="137" y="92"/>
                    <a:pt x="135" y="91"/>
                    <a:pt x="135" y="90"/>
                  </a:cubicBezTo>
                  <a:cubicBezTo>
                    <a:pt x="135" y="89"/>
                    <a:pt x="138" y="87"/>
                    <a:pt x="138" y="87"/>
                  </a:cubicBezTo>
                  <a:cubicBezTo>
                    <a:pt x="139" y="86"/>
                    <a:pt x="137" y="84"/>
                    <a:pt x="137" y="83"/>
                  </a:cubicBezTo>
                  <a:cubicBezTo>
                    <a:pt x="137" y="82"/>
                    <a:pt x="136" y="80"/>
                    <a:pt x="137" y="79"/>
                  </a:cubicBezTo>
                  <a:cubicBezTo>
                    <a:pt x="138" y="77"/>
                    <a:pt x="139" y="76"/>
                    <a:pt x="138" y="74"/>
                  </a:cubicBezTo>
                  <a:cubicBezTo>
                    <a:pt x="137" y="71"/>
                    <a:pt x="140" y="69"/>
                    <a:pt x="138" y="66"/>
                  </a:cubicBezTo>
                  <a:cubicBezTo>
                    <a:pt x="137" y="63"/>
                    <a:pt x="135" y="60"/>
                    <a:pt x="135" y="59"/>
                  </a:cubicBezTo>
                  <a:cubicBezTo>
                    <a:pt x="135" y="59"/>
                    <a:pt x="136" y="58"/>
                    <a:pt x="136" y="58"/>
                  </a:cubicBezTo>
                  <a:cubicBezTo>
                    <a:pt x="136" y="57"/>
                    <a:pt x="136" y="56"/>
                    <a:pt x="136" y="56"/>
                  </a:cubicBezTo>
                  <a:cubicBezTo>
                    <a:pt x="136" y="53"/>
                    <a:pt x="134" y="44"/>
                    <a:pt x="132" y="43"/>
                  </a:cubicBezTo>
                  <a:cubicBezTo>
                    <a:pt x="131" y="41"/>
                    <a:pt x="127" y="39"/>
                    <a:pt x="127" y="38"/>
                  </a:cubicBezTo>
                  <a:cubicBezTo>
                    <a:pt x="127" y="37"/>
                    <a:pt x="127" y="35"/>
                    <a:pt x="124" y="33"/>
                  </a:cubicBezTo>
                  <a:cubicBezTo>
                    <a:pt x="120" y="32"/>
                    <a:pt x="119" y="26"/>
                    <a:pt x="120" y="26"/>
                  </a:cubicBezTo>
                  <a:cubicBezTo>
                    <a:pt x="122" y="26"/>
                    <a:pt x="124" y="22"/>
                    <a:pt x="125" y="21"/>
                  </a:cubicBezTo>
                  <a:cubicBezTo>
                    <a:pt x="127" y="20"/>
                    <a:pt x="129" y="16"/>
                    <a:pt x="127" y="13"/>
                  </a:cubicBezTo>
                  <a:cubicBezTo>
                    <a:pt x="126" y="11"/>
                    <a:pt x="127" y="6"/>
                    <a:pt x="128" y="1"/>
                  </a:cubicBezTo>
                  <a:cubicBezTo>
                    <a:pt x="125" y="1"/>
                    <a:pt x="121" y="0"/>
                    <a:pt x="121" y="0"/>
                  </a:cubicBezTo>
                  <a:cubicBezTo>
                    <a:pt x="119" y="0"/>
                    <a:pt x="115" y="1"/>
                    <a:pt x="113" y="1"/>
                  </a:cubicBezTo>
                  <a:cubicBezTo>
                    <a:pt x="111" y="1"/>
                    <a:pt x="105" y="5"/>
                    <a:pt x="103" y="3"/>
                  </a:cubicBezTo>
                  <a:cubicBezTo>
                    <a:pt x="101" y="1"/>
                    <a:pt x="81" y="4"/>
                    <a:pt x="75" y="4"/>
                  </a:cubicBezTo>
                  <a:cubicBezTo>
                    <a:pt x="69" y="5"/>
                    <a:pt x="67" y="11"/>
                    <a:pt x="64" y="11"/>
                  </a:cubicBezTo>
                  <a:cubicBezTo>
                    <a:pt x="60" y="11"/>
                    <a:pt x="55" y="13"/>
                    <a:pt x="52" y="17"/>
                  </a:cubicBezTo>
                  <a:cubicBezTo>
                    <a:pt x="51" y="17"/>
                    <a:pt x="50" y="18"/>
                    <a:pt x="49" y="18"/>
                  </a:cubicBezTo>
                  <a:cubicBezTo>
                    <a:pt x="50" y="19"/>
                    <a:pt x="50" y="20"/>
                    <a:pt x="51" y="20"/>
                  </a:cubicBezTo>
                  <a:cubicBezTo>
                    <a:pt x="52" y="22"/>
                    <a:pt x="53" y="25"/>
                    <a:pt x="53" y="2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9" name="Freeform 1346">
              <a:extLst>
                <a:ext uri="{FF2B5EF4-FFF2-40B4-BE49-F238E27FC236}">
                  <a16:creationId xmlns:a16="http://schemas.microsoft.com/office/drawing/2014/main" id="{EF1EED4B-61BD-555B-BF50-1834D545A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9405" y="3341508"/>
              <a:ext cx="420653" cy="404792"/>
            </a:xfrm>
            <a:custGeom>
              <a:avLst/>
              <a:gdLst>
                <a:gd name="T0" fmla="*/ 12 w 112"/>
                <a:gd name="T1" fmla="*/ 6 h 108"/>
                <a:gd name="T2" fmla="*/ 7 w 112"/>
                <a:gd name="T3" fmla="*/ 11 h 108"/>
                <a:gd name="T4" fmla="*/ 6 w 112"/>
                <a:gd name="T5" fmla="*/ 15 h 108"/>
                <a:gd name="T6" fmla="*/ 5 w 112"/>
                <a:gd name="T7" fmla="*/ 20 h 108"/>
                <a:gd name="T8" fmla="*/ 0 w 112"/>
                <a:gd name="T9" fmla="*/ 25 h 108"/>
                <a:gd name="T10" fmla="*/ 3 w 112"/>
                <a:gd name="T11" fmla="*/ 32 h 108"/>
                <a:gd name="T12" fmla="*/ 3 w 112"/>
                <a:gd name="T13" fmla="*/ 39 h 108"/>
                <a:gd name="T14" fmla="*/ 3 w 112"/>
                <a:gd name="T15" fmla="*/ 44 h 108"/>
                <a:gd name="T16" fmla="*/ 3 w 112"/>
                <a:gd name="T17" fmla="*/ 49 h 108"/>
                <a:gd name="T18" fmla="*/ 4 w 112"/>
                <a:gd name="T19" fmla="*/ 52 h 108"/>
                <a:gd name="T20" fmla="*/ 0 w 112"/>
                <a:gd name="T21" fmla="*/ 56 h 108"/>
                <a:gd name="T22" fmla="*/ 4 w 112"/>
                <a:gd name="T23" fmla="*/ 61 h 108"/>
                <a:gd name="T24" fmla="*/ 5 w 112"/>
                <a:gd name="T25" fmla="*/ 66 h 108"/>
                <a:gd name="T26" fmla="*/ 10 w 112"/>
                <a:gd name="T27" fmla="*/ 70 h 108"/>
                <a:gd name="T28" fmla="*/ 15 w 112"/>
                <a:gd name="T29" fmla="*/ 71 h 108"/>
                <a:gd name="T30" fmla="*/ 19 w 112"/>
                <a:gd name="T31" fmla="*/ 77 h 108"/>
                <a:gd name="T32" fmla="*/ 30 w 112"/>
                <a:gd name="T33" fmla="*/ 80 h 108"/>
                <a:gd name="T34" fmla="*/ 34 w 112"/>
                <a:gd name="T35" fmla="*/ 84 h 108"/>
                <a:gd name="T36" fmla="*/ 47 w 112"/>
                <a:gd name="T37" fmla="*/ 77 h 108"/>
                <a:gd name="T38" fmla="*/ 103 w 112"/>
                <a:gd name="T39" fmla="*/ 108 h 108"/>
                <a:gd name="T40" fmla="*/ 103 w 112"/>
                <a:gd name="T41" fmla="*/ 104 h 108"/>
                <a:gd name="T42" fmla="*/ 110 w 112"/>
                <a:gd name="T43" fmla="*/ 104 h 108"/>
                <a:gd name="T44" fmla="*/ 110 w 112"/>
                <a:gd name="T45" fmla="*/ 31 h 108"/>
                <a:gd name="T46" fmla="*/ 110 w 112"/>
                <a:gd name="T47" fmla="*/ 20 h 108"/>
                <a:gd name="T48" fmla="*/ 111 w 112"/>
                <a:gd name="T49" fmla="*/ 11 h 108"/>
                <a:gd name="T50" fmla="*/ 112 w 112"/>
                <a:gd name="T51" fmla="*/ 9 h 108"/>
                <a:gd name="T52" fmla="*/ 111 w 112"/>
                <a:gd name="T53" fmla="*/ 9 h 108"/>
                <a:gd name="T54" fmla="*/ 101 w 112"/>
                <a:gd name="T55" fmla="*/ 6 h 108"/>
                <a:gd name="T56" fmla="*/ 90 w 112"/>
                <a:gd name="T57" fmla="*/ 1 h 108"/>
                <a:gd name="T58" fmla="*/ 74 w 112"/>
                <a:gd name="T59" fmla="*/ 9 h 108"/>
                <a:gd name="T60" fmla="*/ 75 w 112"/>
                <a:gd name="T61" fmla="*/ 19 h 108"/>
                <a:gd name="T62" fmla="*/ 63 w 112"/>
                <a:gd name="T63" fmla="*/ 19 h 108"/>
                <a:gd name="T64" fmla="*/ 50 w 112"/>
                <a:gd name="T65" fmla="*/ 14 h 108"/>
                <a:gd name="T66" fmla="*/ 42 w 112"/>
                <a:gd name="T67" fmla="*/ 9 h 108"/>
                <a:gd name="T68" fmla="*/ 38 w 112"/>
                <a:gd name="T69" fmla="*/ 4 h 108"/>
                <a:gd name="T70" fmla="*/ 24 w 112"/>
                <a:gd name="T71" fmla="*/ 2 h 108"/>
                <a:gd name="T72" fmla="*/ 16 w 112"/>
                <a:gd name="T73" fmla="*/ 0 h 108"/>
                <a:gd name="T74" fmla="*/ 15 w 112"/>
                <a:gd name="T75" fmla="*/ 4 h 108"/>
                <a:gd name="T76" fmla="*/ 12 w 112"/>
                <a:gd name="T77" fmla="*/ 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2" h="108">
                  <a:moveTo>
                    <a:pt x="12" y="6"/>
                  </a:moveTo>
                  <a:cubicBezTo>
                    <a:pt x="12" y="6"/>
                    <a:pt x="8" y="10"/>
                    <a:pt x="7" y="11"/>
                  </a:cubicBezTo>
                  <a:cubicBezTo>
                    <a:pt x="6" y="12"/>
                    <a:pt x="6" y="14"/>
                    <a:pt x="6" y="15"/>
                  </a:cubicBezTo>
                  <a:cubicBezTo>
                    <a:pt x="6" y="15"/>
                    <a:pt x="6" y="19"/>
                    <a:pt x="5" y="20"/>
                  </a:cubicBezTo>
                  <a:cubicBezTo>
                    <a:pt x="4" y="22"/>
                    <a:pt x="0" y="24"/>
                    <a:pt x="0" y="25"/>
                  </a:cubicBezTo>
                  <a:cubicBezTo>
                    <a:pt x="0" y="26"/>
                    <a:pt x="2" y="28"/>
                    <a:pt x="3" y="32"/>
                  </a:cubicBezTo>
                  <a:cubicBezTo>
                    <a:pt x="5" y="35"/>
                    <a:pt x="2" y="37"/>
                    <a:pt x="3" y="39"/>
                  </a:cubicBezTo>
                  <a:cubicBezTo>
                    <a:pt x="4" y="42"/>
                    <a:pt x="4" y="43"/>
                    <a:pt x="3" y="44"/>
                  </a:cubicBezTo>
                  <a:cubicBezTo>
                    <a:pt x="1" y="46"/>
                    <a:pt x="3" y="48"/>
                    <a:pt x="3" y="49"/>
                  </a:cubicBezTo>
                  <a:cubicBezTo>
                    <a:pt x="3" y="50"/>
                    <a:pt x="4" y="52"/>
                    <a:pt x="4" y="52"/>
                  </a:cubicBezTo>
                  <a:cubicBezTo>
                    <a:pt x="3" y="53"/>
                    <a:pt x="0" y="55"/>
                    <a:pt x="0" y="56"/>
                  </a:cubicBezTo>
                  <a:cubicBezTo>
                    <a:pt x="0" y="57"/>
                    <a:pt x="2" y="58"/>
                    <a:pt x="4" y="61"/>
                  </a:cubicBezTo>
                  <a:cubicBezTo>
                    <a:pt x="5" y="63"/>
                    <a:pt x="4" y="65"/>
                    <a:pt x="5" y="66"/>
                  </a:cubicBezTo>
                  <a:cubicBezTo>
                    <a:pt x="5" y="68"/>
                    <a:pt x="8" y="70"/>
                    <a:pt x="10" y="70"/>
                  </a:cubicBezTo>
                  <a:cubicBezTo>
                    <a:pt x="12" y="70"/>
                    <a:pt x="13" y="71"/>
                    <a:pt x="15" y="71"/>
                  </a:cubicBezTo>
                  <a:cubicBezTo>
                    <a:pt x="17" y="71"/>
                    <a:pt x="18" y="74"/>
                    <a:pt x="19" y="77"/>
                  </a:cubicBezTo>
                  <a:cubicBezTo>
                    <a:pt x="20" y="77"/>
                    <a:pt x="27" y="78"/>
                    <a:pt x="30" y="80"/>
                  </a:cubicBezTo>
                  <a:cubicBezTo>
                    <a:pt x="33" y="82"/>
                    <a:pt x="34" y="84"/>
                    <a:pt x="34" y="84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103" y="104"/>
                    <a:pt x="103" y="104"/>
                    <a:pt x="103" y="104"/>
                  </a:cubicBezTo>
                  <a:cubicBezTo>
                    <a:pt x="110" y="104"/>
                    <a:pt x="110" y="104"/>
                    <a:pt x="110" y="104"/>
                  </a:cubicBezTo>
                  <a:cubicBezTo>
                    <a:pt x="110" y="31"/>
                    <a:pt x="110" y="31"/>
                    <a:pt x="110" y="31"/>
                  </a:cubicBezTo>
                  <a:cubicBezTo>
                    <a:pt x="110" y="26"/>
                    <a:pt x="108" y="23"/>
                    <a:pt x="110" y="20"/>
                  </a:cubicBezTo>
                  <a:cubicBezTo>
                    <a:pt x="112" y="18"/>
                    <a:pt x="109" y="16"/>
                    <a:pt x="111" y="11"/>
                  </a:cubicBezTo>
                  <a:cubicBezTo>
                    <a:pt x="111" y="11"/>
                    <a:pt x="111" y="10"/>
                    <a:pt x="112" y="9"/>
                  </a:cubicBezTo>
                  <a:cubicBezTo>
                    <a:pt x="112" y="9"/>
                    <a:pt x="111" y="9"/>
                    <a:pt x="111" y="9"/>
                  </a:cubicBezTo>
                  <a:cubicBezTo>
                    <a:pt x="111" y="7"/>
                    <a:pt x="108" y="7"/>
                    <a:pt x="101" y="6"/>
                  </a:cubicBezTo>
                  <a:cubicBezTo>
                    <a:pt x="95" y="5"/>
                    <a:pt x="97" y="1"/>
                    <a:pt x="90" y="1"/>
                  </a:cubicBezTo>
                  <a:cubicBezTo>
                    <a:pt x="83" y="0"/>
                    <a:pt x="74" y="6"/>
                    <a:pt x="74" y="9"/>
                  </a:cubicBezTo>
                  <a:cubicBezTo>
                    <a:pt x="74" y="12"/>
                    <a:pt x="77" y="15"/>
                    <a:pt x="75" y="19"/>
                  </a:cubicBezTo>
                  <a:cubicBezTo>
                    <a:pt x="72" y="22"/>
                    <a:pt x="67" y="22"/>
                    <a:pt x="63" y="19"/>
                  </a:cubicBezTo>
                  <a:cubicBezTo>
                    <a:pt x="60" y="15"/>
                    <a:pt x="54" y="14"/>
                    <a:pt x="50" y="14"/>
                  </a:cubicBezTo>
                  <a:cubicBezTo>
                    <a:pt x="45" y="14"/>
                    <a:pt x="42" y="11"/>
                    <a:pt x="42" y="9"/>
                  </a:cubicBezTo>
                  <a:cubicBezTo>
                    <a:pt x="43" y="6"/>
                    <a:pt x="41" y="5"/>
                    <a:pt x="38" y="4"/>
                  </a:cubicBezTo>
                  <a:cubicBezTo>
                    <a:pt x="34" y="3"/>
                    <a:pt x="31" y="0"/>
                    <a:pt x="24" y="2"/>
                  </a:cubicBezTo>
                  <a:cubicBezTo>
                    <a:pt x="21" y="2"/>
                    <a:pt x="18" y="1"/>
                    <a:pt x="16" y="0"/>
                  </a:cubicBezTo>
                  <a:cubicBezTo>
                    <a:pt x="16" y="1"/>
                    <a:pt x="15" y="3"/>
                    <a:pt x="15" y="4"/>
                  </a:cubicBezTo>
                  <a:cubicBezTo>
                    <a:pt x="16" y="6"/>
                    <a:pt x="13" y="6"/>
                    <a:pt x="12" y="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0" name="Freeform 1348">
              <a:extLst>
                <a:ext uri="{FF2B5EF4-FFF2-40B4-BE49-F238E27FC236}">
                  <a16:creationId xmlns:a16="http://schemas.microsoft.com/office/drawing/2014/main" id="{0AE39835-E95C-175D-C0A0-F647FE576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5565" y="3900279"/>
              <a:ext cx="87306" cy="33336"/>
            </a:xfrm>
            <a:custGeom>
              <a:avLst/>
              <a:gdLst>
                <a:gd name="T0" fmla="*/ 12 w 23"/>
                <a:gd name="T1" fmla="*/ 5 h 9"/>
                <a:gd name="T2" fmla="*/ 18 w 23"/>
                <a:gd name="T3" fmla="*/ 7 h 9"/>
                <a:gd name="T4" fmla="*/ 23 w 23"/>
                <a:gd name="T5" fmla="*/ 6 h 9"/>
                <a:gd name="T6" fmla="*/ 19 w 23"/>
                <a:gd name="T7" fmla="*/ 5 h 9"/>
                <a:gd name="T8" fmla="*/ 11 w 23"/>
                <a:gd name="T9" fmla="*/ 2 h 9"/>
                <a:gd name="T10" fmla="*/ 1 w 23"/>
                <a:gd name="T11" fmla="*/ 3 h 9"/>
                <a:gd name="T12" fmla="*/ 0 w 23"/>
                <a:gd name="T13" fmla="*/ 9 h 9"/>
                <a:gd name="T14" fmla="*/ 3 w 23"/>
                <a:gd name="T15" fmla="*/ 8 h 9"/>
                <a:gd name="T16" fmla="*/ 12 w 23"/>
                <a:gd name="T1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9">
                  <a:moveTo>
                    <a:pt x="12" y="5"/>
                  </a:moveTo>
                  <a:cubicBezTo>
                    <a:pt x="13" y="4"/>
                    <a:pt x="16" y="7"/>
                    <a:pt x="18" y="7"/>
                  </a:cubicBezTo>
                  <a:cubicBezTo>
                    <a:pt x="20" y="8"/>
                    <a:pt x="23" y="6"/>
                    <a:pt x="23" y="6"/>
                  </a:cubicBezTo>
                  <a:cubicBezTo>
                    <a:pt x="23" y="6"/>
                    <a:pt x="23" y="6"/>
                    <a:pt x="19" y="5"/>
                  </a:cubicBezTo>
                  <a:cubicBezTo>
                    <a:pt x="15" y="5"/>
                    <a:pt x="15" y="0"/>
                    <a:pt x="11" y="2"/>
                  </a:cubicBezTo>
                  <a:cubicBezTo>
                    <a:pt x="8" y="3"/>
                    <a:pt x="6" y="4"/>
                    <a:pt x="1" y="3"/>
                  </a:cubicBezTo>
                  <a:cubicBezTo>
                    <a:pt x="1" y="5"/>
                    <a:pt x="1" y="7"/>
                    <a:pt x="0" y="9"/>
                  </a:cubicBezTo>
                  <a:cubicBezTo>
                    <a:pt x="2" y="8"/>
                    <a:pt x="2" y="8"/>
                    <a:pt x="3" y="8"/>
                  </a:cubicBezTo>
                  <a:cubicBezTo>
                    <a:pt x="5" y="8"/>
                    <a:pt x="10" y="7"/>
                    <a:pt x="12" y="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1" name="Freeform 1349">
              <a:extLst>
                <a:ext uri="{FF2B5EF4-FFF2-40B4-BE49-F238E27FC236}">
                  <a16:creationId xmlns:a16="http://schemas.microsoft.com/office/drawing/2014/main" id="{AF1CFA1A-1CAC-AFEE-3DC7-CE50CE80A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5565" y="3900279"/>
              <a:ext cx="87306" cy="33336"/>
            </a:xfrm>
            <a:custGeom>
              <a:avLst/>
              <a:gdLst>
                <a:gd name="T0" fmla="*/ 12 w 23"/>
                <a:gd name="T1" fmla="*/ 5 h 9"/>
                <a:gd name="T2" fmla="*/ 18 w 23"/>
                <a:gd name="T3" fmla="*/ 7 h 9"/>
                <a:gd name="T4" fmla="*/ 23 w 23"/>
                <a:gd name="T5" fmla="*/ 6 h 9"/>
                <a:gd name="T6" fmla="*/ 19 w 23"/>
                <a:gd name="T7" fmla="*/ 5 h 9"/>
                <a:gd name="T8" fmla="*/ 11 w 23"/>
                <a:gd name="T9" fmla="*/ 2 h 9"/>
                <a:gd name="T10" fmla="*/ 1 w 23"/>
                <a:gd name="T11" fmla="*/ 3 h 9"/>
                <a:gd name="T12" fmla="*/ 0 w 23"/>
                <a:gd name="T13" fmla="*/ 9 h 9"/>
                <a:gd name="T14" fmla="*/ 3 w 23"/>
                <a:gd name="T15" fmla="*/ 8 h 9"/>
                <a:gd name="T16" fmla="*/ 12 w 23"/>
                <a:gd name="T1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9">
                  <a:moveTo>
                    <a:pt x="12" y="5"/>
                  </a:moveTo>
                  <a:cubicBezTo>
                    <a:pt x="13" y="4"/>
                    <a:pt x="16" y="7"/>
                    <a:pt x="18" y="7"/>
                  </a:cubicBezTo>
                  <a:cubicBezTo>
                    <a:pt x="20" y="8"/>
                    <a:pt x="23" y="6"/>
                    <a:pt x="23" y="6"/>
                  </a:cubicBezTo>
                  <a:cubicBezTo>
                    <a:pt x="23" y="6"/>
                    <a:pt x="23" y="6"/>
                    <a:pt x="19" y="5"/>
                  </a:cubicBezTo>
                  <a:cubicBezTo>
                    <a:pt x="15" y="5"/>
                    <a:pt x="15" y="0"/>
                    <a:pt x="11" y="2"/>
                  </a:cubicBezTo>
                  <a:cubicBezTo>
                    <a:pt x="8" y="3"/>
                    <a:pt x="6" y="4"/>
                    <a:pt x="1" y="3"/>
                  </a:cubicBezTo>
                  <a:cubicBezTo>
                    <a:pt x="1" y="5"/>
                    <a:pt x="1" y="7"/>
                    <a:pt x="0" y="9"/>
                  </a:cubicBezTo>
                  <a:cubicBezTo>
                    <a:pt x="2" y="8"/>
                    <a:pt x="2" y="8"/>
                    <a:pt x="3" y="8"/>
                  </a:cubicBezTo>
                  <a:cubicBezTo>
                    <a:pt x="5" y="8"/>
                    <a:pt x="10" y="7"/>
                    <a:pt x="12" y="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2" name="Freeform 1350">
              <a:extLst>
                <a:ext uri="{FF2B5EF4-FFF2-40B4-BE49-F238E27FC236}">
                  <a16:creationId xmlns:a16="http://schemas.microsoft.com/office/drawing/2014/main" id="{094D0F17-2839-1C93-CFBB-48FF0CB21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1278" y="3824083"/>
              <a:ext cx="165086" cy="131757"/>
            </a:xfrm>
            <a:custGeom>
              <a:avLst/>
              <a:gdLst>
                <a:gd name="T0" fmla="*/ 10 w 44"/>
                <a:gd name="T1" fmla="*/ 34 h 35"/>
                <a:gd name="T2" fmla="*/ 14 w 44"/>
                <a:gd name="T3" fmla="*/ 32 h 35"/>
                <a:gd name="T4" fmla="*/ 25 w 44"/>
                <a:gd name="T5" fmla="*/ 31 h 35"/>
                <a:gd name="T6" fmla="*/ 27 w 44"/>
                <a:gd name="T7" fmla="*/ 32 h 35"/>
                <a:gd name="T8" fmla="*/ 27 w 44"/>
                <a:gd name="T9" fmla="*/ 31 h 35"/>
                <a:gd name="T10" fmla="*/ 32 w 44"/>
                <a:gd name="T11" fmla="*/ 33 h 35"/>
                <a:gd name="T12" fmla="*/ 43 w 44"/>
                <a:gd name="T13" fmla="*/ 34 h 35"/>
                <a:gd name="T14" fmla="*/ 44 w 44"/>
                <a:gd name="T15" fmla="*/ 34 h 35"/>
                <a:gd name="T16" fmla="*/ 44 w 44"/>
                <a:gd name="T17" fmla="*/ 29 h 35"/>
                <a:gd name="T18" fmla="*/ 40 w 44"/>
                <a:gd name="T19" fmla="*/ 24 h 35"/>
                <a:gd name="T20" fmla="*/ 39 w 44"/>
                <a:gd name="T21" fmla="*/ 19 h 35"/>
                <a:gd name="T22" fmla="*/ 38 w 44"/>
                <a:gd name="T23" fmla="*/ 17 h 35"/>
                <a:gd name="T24" fmla="*/ 33 w 44"/>
                <a:gd name="T25" fmla="*/ 12 h 35"/>
                <a:gd name="T26" fmla="*/ 28 w 44"/>
                <a:gd name="T27" fmla="*/ 5 h 35"/>
                <a:gd name="T28" fmla="*/ 25 w 44"/>
                <a:gd name="T29" fmla="*/ 5 h 35"/>
                <a:gd name="T30" fmla="*/ 21 w 44"/>
                <a:gd name="T31" fmla="*/ 1 h 35"/>
                <a:gd name="T32" fmla="*/ 15 w 44"/>
                <a:gd name="T33" fmla="*/ 2 h 35"/>
                <a:gd name="T34" fmla="*/ 9 w 44"/>
                <a:gd name="T35" fmla="*/ 2 h 35"/>
                <a:gd name="T36" fmla="*/ 4 w 44"/>
                <a:gd name="T37" fmla="*/ 6 h 35"/>
                <a:gd name="T38" fmla="*/ 4 w 44"/>
                <a:gd name="T39" fmla="*/ 6 h 35"/>
                <a:gd name="T40" fmla="*/ 2 w 44"/>
                <a:gd name="T41" fmla="*/ 12 h 35"/>
                <a:gd name="T42" fmla="*/ 5 w 44"/>
                <a:gd name="T43" fmla="*/ 22 h 35"/>
                <a:gd name="T44" fmla="*/ 6 w 44"/>
                <a:gd name="T45" fmla="*/ 24 h 35"/>
                <a:gd name="T46" fmla="*/ 15 w 44"/>
                <a:gd name="T47" fmla="*/ 22 h 35"/>
                <a:gd name="T48" fmla="*/ 22 w 44"/>
                <a:gd name="T49" fmla="*/ 25 h 35"/>
                <a:gd name="T50" fmla="*/ 26 w 44"/>
                <a:gd name="T51" fmla="*/ 26 h 35"/>
                <a:gd name="T52" fmla="*/ 22 w 44"/>
                <a:gd name="T53" fmla="*/ 27 h 35"/>
                <a:gd name="T54" fmla="*/ 15 w 44"/>
                <a:gd name="T55" fmla="*/ 25 h 35"/>
                <a:gd name="T56" fmla="*/ 7 w 44"/>
                <a:gd name="T57" fmla="*/ 28 h 35"/>
                <a:gd name="T58" fmla="*/ 5 w 44"/>
                <a:gd name="T59" fmla="*/ 28 h 35"/>
                <a:gd name="T60" fmla="*/ 5 w 44"/>
                <a:gd name="T61" fmla="*/ 32 h 35"/>
                <a:gd name="T62" fmla="*/ 6 w 44"/>
                <a:gd name="T63" fmla="*/ 33 h 35"/>
                <a:gd name="T64" fmla="*/ 10 w 44"/>
                <a:gd name="T65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4" h="35">
                  <a:moveTo>
                    <a:pt x="10" y="34"/>
                  </a:moveTo>
                  <a:cubicBezTo>
                    <a:pt x="11" y="34"/>
                    <a:pt x="14" y="32"/>
                    <a:pt x="14" y="32"/>
                  </a:cubicBezTo>
                  <a:cubicBezTo>
                    <a:pt x="14" y="32"/>
                    <a:pt x="24" y="31"/>
                    <a:pt x="25" y="31"/>
                  </a:cubicBezTo>
                  <a:cubicBezTo>
                    <a:pt x="26" y="31"/>
                    <a:pt x="26" y="31"/>
                    <a:pt x="27" y="32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32" y="32"/>
                    <a:pt x="32" y="33"/>
                  </a:cubicBezTo>
                  <a:cubicBezTo>
                    <a:pt x="33" y="34"/>
                    <a:pt x="39" y="35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32"/>
                    <a:pt x="44" y="30"/>
                    <a:pt x="44" y="29"/>
                  </a:cubicBezTo>
                  <a:cubicBezTo>
                    <a:pt x="44" y="28"/>
                    <a:pt x="41" y="25"/>
                    <a:pt x="40" y="24"/>
                  </a:cubicBezTo>
                  <a:cubicBezTo>
                    <a:pt x="39" y="23"/>
                    <a:pt x="39" y="19"/>
                    <a:pt x="39" y="19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7"/>
                    <a:pt x="36" y="13"/>
                    <a:pt x="33" y="12"/>
                  </a:cubicBezTo>
                  <a:cubicBezTo>
                    <a:pt x="30" y="11"/>
                    <a:pt x="28" y="5"/>
                    <a:pt x="28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3" y="2"/>
                    <a:pt x="21" y="1"/>
                  </a:cubicBezTo>
                  <a:cubicBezTo>
                    <a:pt x="19" y="0"/>
                    <a:pt x="15" y="2"/>
                    <a:pt x="15" y="2"/>
                  </a:cubicBezTo>
                  <a:cubicBezTo>
                    <a:pt x="15" y="2"/>
                    <a:pt x="11" y="2"/>
                    <a:pt x="9" y="2"/>
                  </a:cubicBezTo>
                  <a:cubicBezTo>
                    <a:pt x="6" y="1"/>
                    <a:pt x="7" y="5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8"/>
                    <a:pt x="3" y="10"/>
                    <a:pt x="2" y="12"/>
                  </a:cubicBezTo>
                  <a:cubicBezTo>
                    <a:pt x="0" y="15"/>
                    <a:pt x="3" y="21"/>
                    <a:pt x="5" y="22"/>
                  </a:cubicBezTo>
                  <a:cubicBezTo>
                    <a:pt x="6" y="23"/>
                    <a:pt x="6" y="23"/>
                    <a:pt x="6" y="24"/>
                  </a:cubicBezTo>
                  <a:cubicBezTo>
                    <a:pt x="10" y="24"/>
                    <a:pt x="12" y="24"/>
                    <a:pt x="15" y="22"/>
                  </a:cubicBezTo>
                  <a:cubicBezTo>
                    <a:pt x="18" y="21"/>
                    <a:pt x="19" y="25"/>
                    <a:pt x="22" y="25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19" y="27"/>
                    <a:pt x="17" y="24"/>
                    <a:pt x="15" y="25"/>
                  </a:cubicBezTo>
                  <a:cubicBezTo>
                    <a:pt x="14" y="27"/>
                    <a:pt x="9" y="28"/>
                    <a:pt x="7" y="28"/>
                  </a:cubicBezTo>
                  <a:cubicBezTo>
                    <a:pt x="6" y="28"/>
                    <a:pt x="6" y="28"/>
                    <a:pt x="5" y="28"/>
                  </a:cubicBezTo>
                  <a:cubicBezTo>
                    <a:pt x="4" y="30"/>
                    <a:pt x="5" y="31"/>
                    <a:pt x="5" y="32"/>
                  </a:cubicBezTo>
                  <a:cubicBezTo>
                    <a:pt x="6" y="32"/>
                    <a:pt x="6" y="32"/>
                    <a:pt x="6" y="33"/>
                  </a:cubicBezTo>
                  <a:cubicBezTo>
                    <a:pt x="10" y="32"/>
                    <a:pt x="9" y="34"/>
                    <a:pt x="10" y="3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3" name="Freeform 1352">
              <a:extLst>
                <a:ext uri="{FF2B5EF4-FFF2-40B4-BE49-F238E27FC236}">
                  <a16:creationId xmlns:a16="http://schemas.microsoft.com/office/drawing/2014/main" id="{FE229999-11C7-B262-B824-90DBD0118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3501" y="3936790"/>
              <a:ext cx="79369" cy="52386"/>
            </a:xfrm>
            <a:custGeom>
              <a:avLst/>
              <a:gdLst>
                <a:gd name="T0" fmla="*/ 11 w 21"/>
                <a:gd name="T1" fmla="*/ 13 h 14"/>
                <a:gd name="T2" fmla="*/ 17 w 21"/>
                <a:gd name="T3" fmla="*/ 9 h 14"/>
                <a:gd name="T4" fmla="*/ 20 w 21"/>
                <a:gd name="T5" fmla="*/ 8 h 14"/>
                <a:gd name="T6" fmla="*/ 20 w 21"/>
                <a:gd name="T7" fmla="*/ 4 h 14"/>
                <a:gd name="T8" fmla="*/ 21 w 21"/>
                <a:gd name="T9" fmla="*/ 1 h 14"/>
                <a:gd name="T10" fmla="*/ 19 w 21"/>
                <a:gd name="T11" fmla="*/ 0 h 14"/>
                <a:gd name="T12" fmla="*/ 8 w 21"/>
                <a:gd name="T13" fmla="*/ 1 h 14"/>
                <a:gd name="T14" fmla="*/ 4 w 21"/>
                <a:gd name="T15" fmla="*/ 3 h 14"/>
                <a:gd name="T16" fmla="*/ 0 w 21"/>
                <a:gd name="T17" fmla="*/ 2 h 14"/>
                <a:gd name="T18" fmla="*/ 6 w 21"/>
                <a:gd name="T19" fmla="*/ 7 h 14"/>
                <a:gd name="T20" fmla="*/ 9 w 21"/>
                <a:gd name="T21" fmla="*/ 13 h 14"/>
                <a:gd name="T22" fmla="*/ 10 w 21"/>
                <a:gd name="T23" fmla="*/ 14 h 14"/>
                <a:gd name="T24" fmla="*/ 11 w 21"/>
                <a:gd name="T25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14">
                  <a:moveTo>
                    <a:pt x="11" y="13"/>
                  </a:moveTo>
                  <a:cubicBezTo>
                    <a:pt x="13" y="12"/>
                    <a:pt x="16" y="8"/>
                    <a:pt x="17" y="9"/>
                  </a:cubicBezTo>
                  <a:cubicBezTo>
                    <a:pt x="19" y="9"/>
                    <a:pt x="20" y="8"/>
                    <a:pt x="20" y="8"/>
                  </a:cubicBezTo>
                  <a:cubicBezTo>
                    <a:pt x="20" y="7"/>
                    <a:pt x="18" y="5"/>
                    <a:pt x="20" y="4"/>
                  </a:cubicBezTo>
                  <a:cubicBezTo>
                    <a:pt x="21" y="3"/>
                    <a:pt x="21" y="2"/>
                    <a:pt x="21" y="1"/>
                  </a:cubicBezTo>
                  <a:cubicBezTo>
                    <a:pt x="21" y="1"/>
                    <a:pt x="20" y="0"/>
                    <a:pt x="19" y="0"/>
                  </a:cubicBezTo>
                  <a:cubicBezTo>
                    <a:pt x="18" y="1"/>
                    <a:pt x="8" y="1"/>
                    <a:pt x="8" y="1"/>
                  </a:cubicBezTo>
                  <a:cubicBezTo>
                    <a:pt x="8" y="1"/>
                    <a:pt x="5" y="3"/>
                    <a:pt x="4" y="3"/>
                  </a:cubicBezTo>
                  <a:cubicBezTo>
                    <a:pt x="3" y="3"/>
                    <a:pt x="4" y="1"/>
                    <a:pt x="0" y="2"/>
                  </a:cubicBezTo>
                  <a:cubicBezTo>
                    <a:pt x="2" y="5"/>
                    <a:pt x="2" y="6"/>
                    <a:pt x="6" y="7"/>
                  </a:cubicBezTo>
                  <a:cubicBezTo>
                    <a:pt x="10" y="8"/>
                    <a:pt x="6" y="11"/>
                    <a:pt x="9" y="13"/>
                  </a:cubicBezTo>
                  <a:cubicBezTo>
                    <a:pt x="10" y="13"/>
                    <a:pt x="10" y="13"/>
                    <a:pt x="10" y="14"/>
                  </a:cubicBezTo>
                  <a:cubicBezTo>
                    <a:pt x="11" y="13"/>
                    <a:pt x="11" y="13"/>
                    <a:pt x="11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4" name="Freeform 1354">
              <a:extLst>
                <a:ext uri="{FF2B5EF4-FFF2-40B4-BE49-F238E27FC236}">
                  <a16:creationId xmlns:a16="http://schemas.microsoft.com/office/drawing/2014/main" id="{617501E7-6BA3-330C-5A1C-4E83E1003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4331" y="3978063"/>
              <a:ext cx="341285" cy="244462"/>
            </a:xfrm>
            <a:custGeom>
              <a:avLst/>
              <a:gdLst>
                <a:gd name="T0" fmla="*/ 84 w 91"/>
                <a:gd name="T1" fmla="*/ 37 h 65"/>
                <a:gd name="T2" fmla="*/ 81 w 91"/>
                <a:gd name="T3" fmla="*/ 32 h 65"/>
                <a:gd name="T4" fmla="*/ 77 w 91"/>
                <a:gd name="T5" fmla="*/ 28 h 65"/>
                <a:gd name="T6" fmla="*/ 74 w 91"/>
                <a:gd name="T7" fmla="*/ 23 h 65"/>
                <a:gd name="T8" fmla="*/ 68 w 91"/>
                <a:gd name="T9" fmla="*/ 21 h 65"/>
                <a:gd name="T10" fmla="*/ 67 w 91"/>
                <a:gd name="T11" fmla="*/ 18 h 65"/>
                <a:gd name="T12" fmla="*/ 63 w 91"/>
                <a:gd name="T13" fmla="*/ 18 h 65"/>
                <a:gd name="T14" fmla="*/ 64 w 91"/>
                <a:gd name="T15" fmla="*/ 15 h 65"/>
                <a:gd name="T16" fmla="*/ 64 w 91"/>
                <a:gd name="T17" fmla="*/ 9 h 65"/>
                <a:gd name="T18" fmla="*/ 59 w 91"/>
                <a:gd name="T19" fmla="*/ 2 h 65"/>
                <a:gd name="T20" fmla="*/ 57 w 91"/>
                <a:gd name="T21" fmla="*/ 1 h 65"/>
                <a:gd name="T22" fmla="*/ 51 w 91"/>
                <a:gd name="T23" fmla="*/ 4 h 65"/>
                <a:gd name="T24" fmla="*/ 50 w 91"/>
                <a:gd name="T25" fmla="*/ 7 h 65"/>
                <a:gd name="T26" fmla="*/ 43 w 91"/>
                <a:gd name="T27" fmla="*/ 15 h 65"/>
                <a:gd name="T28" fmla="*/ 32 w 91"/>
                <a:gd name="T29" fmla="*/ 17 h 65"/>
                <a:gd name="T30" fmla="*/ 32 w 91"/>
                <a:gd name="T31" fmla="*/ 21 h 65"/>
                <a:gd name="T32" fmla="*/ 25 w 91"/>
                <a:gd name="T33" fmla="*/ 24 h 65"/>
                <a:gd name="T34" fmla="*/ 17 w 91"/>
                <a:gd name="T35" fmla="*/ 27 h 65"/>
                <a:gd name="T36" fmla="*/ 12 w 91"/>
                <a:gd name="T37" fmla="*/ 27 h 65"/>
                <a:gd name="T38" fmla="*/ 8 w 91"/>
                <a:gd name="T39" fmla="*/ 28 h 65"/>
                <a:gd name="T40" fmla="*/ 7 w 91"/>
                <a:gd name="T41" fmla="*/ 28 h 65"/>
                <a:gd name="T42" fmla="*/ 4 w 91"/>
                <a:gd name="T43" fmla="*/ 32 h 65"/>
                <a:gd name="T44" fmla="*/ 0 w 91"/>
                <a:gd name="T45" fmla="*/ 40 h 65"/>
                <a:gd name="T46" fmla="*/ 1 w 91"/>
                <a:gd name="T47" fmla="*/ 46 h 65"/>
                <a:gd name="T48" fmla="*/ 3 w 91"/>
                <a:gd name="T49" fmla="*/ 52 h 65"/>
                <a:gd name="T50" fmla="*/ 4 w 91"/>
                <a:gd name="T51" fmla="*/ 56 h 65"/>
                <a:gd name="T52" fmla="*/ 6 w 91"/>
                <a:gd name="T53" fmla="*/ 59 h 65"/>
                <a:gd name="T54" fmla="*/ 11 w 91"/>
                <a:gd name="T55" fmla="*/ 64 h 65"/>
                <a:gd name="T56" fmla="*/ 12 w 91"/>
                <a:gd name="T57" fmla="*/ 65 h 65"/>
                <a:gd name="T58" fmla="*/ 12 w 91"/>
                <a:gd name="T59" fmla="*/ 64 h 65"/>
                <a:gd name="T60" fmla="*/ 14 w 91"/>
                <a:gd name="T61" fmla="*/ 59 h 65"/>
                <a:gd name="T62" fmla="*/ 18 w 91"/>
                <a:gd name="T63" fmla="*/ 58 h 65"/>
                <a:gd name="T64" fmla="*/ 21 w 91"/>
                <a:gd name="T65" fmla="*/ 57 h 65"/>
                <a:gd name="T66" fmla="*/ 27 w 91"/>
                <a:gd name="T67" fmla="*/ 58 h 65"/>
                <a:gd name="T68" fmla="*/ 27 w 91"/>
                <a:gd name="T69" fmla="*/ 53 h 65"/>
                <a:gd name="T70" fmla="*/ 35 w 91"/>
                <a:gd name="T71" fmla="*/ 47 h 65"/>
                <a:gd name="T72" fmla="*/ 41 w 91"/>
                <a:gd name="T73" fmla="*/ 51 h 65"/>
                <a:gd name="T74" fmla="*/ 55 w 91"/>
                <a:gd name="T75" fmla="*/ 54 h 65"/>
                <a:gd name="T76" fmla="*/ 58 w 91"/>
                <a:gd name="T77" fmla="*/ 48 h 65"/>
                <a:gd name="T78" fmla="*/ 63 w 91"/>
                <a:gd name="T79" fmla="*/ 48 h 65"/>
                <a:gd name="T80" fmla="*/ 71 w 91"/>
                <a:gd name="T81" fmla="*/ 46 h 65"/>
                <a:gd name="T82" fmla="*/ 77 w 91"/>
                <a:gd name="T83" fmla="*/ 45 h 65"/>
                <a:gd name="T84" fmla="*/ 85 w 91"/>
                <a:gd name="T85" fmla="*/ 46 h 65"/>
                <a:gd name="T86" fmla="*/ 91 w 91"/>
                <a:gd name="T87" fmla="*/ 45 h 65"/>
                <a:gd name="T88" fmla="*/ 89 w 91"/>
                <a:gd name="T89" fmla="*/ 41 h 65"/>
                <a:gd name="T90" fmla="*/ 84 w 91"/>
                <a:gd name="T91" fmla="*/ 37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1" h="65">
                  <a:moveTo>
                    <a:pt x="84" y="37"/>
                  </a:moveTo>
                  <a:cubicBezTo>
                    <a:pt x="84" y="36"/>
                    <a:pt x="84" y="34"/>
                    <a:pt x="81" y="32"/>
                  </a:cubicBezTo>
                  <a:cubicBezTo>
                    <a:pt x="79" y="30"/>
                    <a:pt x="77" y="29"/>
                    <a:pt x="77" y="28"/>
                  </a:cubicBezTo>
                  <a:cubicBezTo>
                    <a:pt x="77" y="26"/>
                    <a:pt x="76" y="26"/>
                    <a:pt x="74" y="23"/>
                  </a:cubicBezTo>
                  <a:cubicBezTo>
                    <a:pt x="71" y="21"/>
                    <a:pt x="68" y="21"/>
                    <a:pt x="68" y="21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3" y="18"/>
                    <a:pt x="62" y="16"/>
                    <a:pt x="64" y="15"/>
                  </a:cubicBezTo>
                  <a:cubicBezTo>
                    <a:pt x="67" y="14"/>
                    <a:pt x="64" y="10"/>
                    <a:pt x="64" y="9"/>
                  </a:cubicBezTo>
                  <a:cubicBezTo>
                    <a:pt x="64" y="7"/>
                    <a:pt x="60" y="3"/>
                    <a:pt x="59" y="2"/>
                  </a:cubicBezTo>
                  <a:cubicBezTo>
                    <a:pt x="58" y="1"/>
                    <a:pt x="58" y="1"/>
                    <a:pt x="57" y="1"/>
                  </a:cubicBezTo>
                  <a:cubicBezTo>
                    <a:pt x="56" y="0"/>
                    <a:pt x="53" y="2"/>
                    <a:pt x="51" y="4"/>
                  </a:cubicBezTo>
                  <a:cubicBezTo>
                    <a:pt x="50" y="5"/>
                    <a:pt x="51" y="6"/>
                    <a:pt x="50" y="7"/>
                  </a:cubicBezTo>
                  <a:cubicBezTo>
                    <a:pt x="49" y="8"/>
                    <a:pt x="45" y="12"/>
                    <a:pt x="43" y="15"/>
                  </a:cubicBezTo>
                  <a:cubicBezTo>
                    <a:pt x="40" y="18"/>
                    <a:pt x="34" y="16"/>
                    <a:pt x="32" y="17"/>
                  </a:cubicBezTo>
                  <a:cubicBezTo>
                    <a:pt x="30" y="18"/>
                    <a:pt x="33" y="20"/>
                    <a:pt x="32" y="21"/>
                  </a:cubicBezTo>
                  <a:cubicBezTo>
                    <a:pt x="30" y="22"/>
                    <a:pt x="26" y="24"/>
                    <a:pt x="25" y="24"/>
                  </a:cubicBezTo>
                  <a:cubicBezTo>
                    <a:pt x="24" y="25"/>
                    <a:pt x="18" y="25"/>
                    <a:pt x="17" y="27"/>
                  </a:cubicBezTo>
                  <a:cubicBezTo>
                    <a:pt x="15" y="29"/>
                    <a:pt x="14" y="25"/>
                    <a:pt x="12" y="27"/>
                  </a:cubicBezTo>
                  <a:cubicBezTo>
                    <a:pt x="11" y="29"/>
                    <a:pt x="9" y="29"/>
                    <a:pt x="8" y="28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6" y="29"/>
                    <a:pt x="4" y="31"/>
                    <a:pt x="4" y="32"/>
                  </a:cubicBezTo>
                  <a:cubicBezTo>
                    <a:pt x="3" y="35"/>
                    <a:pt x="0" y="38"/>
                    <a:pt x="0" y="40"/>
                  </a:cubicBezTo>
                  <a:cubicBezTo>
                    <a:pt x="0" y="41"/>
                    <a:pt x="1" y="43"/>
                    <a:pt x="1" y="46"/>
                  </a:cubicBezTo>
                  <a:cubicBezTo>
                    <a:pt x="1" y="49"/>
                    <a:pt x="2" y="50"/>
                    <a:pt x="3" y="52"/>
                  </a:cubicBezTo>
                  <a:cubicBezTo>
                    <a:pt x="5" y="54"/>
                    <a:pt x="4" y="56"/>
                    <a:pt x="4" y="56"/>
                  </a:cubicBezTo>
                  <a:cubicBezTo>
                    <a:pt x="4" y="56"/>
                    <a:pt x="5" y="57"/>
                    <a:pt x="6" y="59"/>
                  </a:cubicBezTo>
                  <a:cubicBezTo>
                    <a:pt x="7" y="60"/>
                    <a:pt x="10" y="62"/>
                    <a:pt x="11" y="64"/>
                  </a:cubicBezTo>
                  <a:cubicBezTo>
                    <a:pt x="11" y="64"/>
                    <a:pt x="11" y="64"/>
                    <a:pt x="12" y="65"/>
                  </a:cubicBezTo>
                  <a:cubicBezTo>
                    <a:pt x="12" y="65"/>
                    <a:pt x="12" y="64"/>
                    <a:pt x="12" y="64"/>
                  </a:cubicBezTo>
                  <a:cubicBezTo>
                    <a:pt x="14" y="62"/>
                    <a:pt x="14" y="59"/>
                    <a:pt x="14" y="59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7" y="53"/>
                    <a:pt x="32" y="47"/>
                    <a:pt x="35" y="47"/>
                  </a:cubicBezTo>
                  <a:cubicBezTo>
                    <a:pt x="38" y="47"/>
                    <a:pt x="41" y="51"/>
                    <a:pt x="41" y="51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5" y="54"/>
                    <a:pt x="56" y="49"/>
                    <a:pt x="58" y="48"/>
                  </a:cubicBezTo>
                  <a:cubicBezTo>
                    <a:pt x="59" y="48"/>
                    <a:pt x="62" y="49"/>
                    <a:pt x="63" y="48"/>
                  </a:cubicBezTo>
                  <a:cubicBezTo>
                    <a:pt x="65" y="48"/>
                    <a:pt x="68" y="46"/>
                    <a:pt x="71" y="46"/>
                  </a:cubicBezTo>
                  <a:cubicBezTo>
                    <a:pt x="74" y="46"/>
                    <a:pt x="76" y="48"/>
                    <a:pt x="77" y="45"/>
                  </a:cubicBezTo>
                  <a:cubicBezTo>
                    <a:pt x="79" y="43"/>
                    <a:pt x="85" y="46"/>
                    <a:pt x="85" y="46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1"/>
                    <a:pt x="84" y="38"/>
                    <a:pt x="84" y="3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5" name="Freeform 1356">
              <a:extLst>
                <a:ext uri="{FF2B5EF4-FFF2-40B4-BE49-F238E27FC236}">
                  <a16:creationId xmlns:a16="http://schemas.microsoft.com/office/drawing/2014/main" id="{2194BF64-DCF3-ECEE-4B22-8F6BAA832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2096" y="3903453"/>
              <a:ext cx="330172" cy="273034"/>
            </a:xfrm>
            <a:custGeom>
              <a:avLst/>
              <a:gdLst>
                <a:gd name="T0" fmla="*/ 54 w 88"/>
                <a:gd name="T1" fmla="*/ 53 h 73"/>
                <a:gd name="T2" fmla="*/ 59 w 88"/>
                <a:gd name="T3" fmla="*/ 52 h 73"/>
                <a:gd name="T4" fmla="*/ 64 w 88"/>
                <a:gd name="T5" fmla="*/ 56 h 73"/>
                <a:gd name="T6" fmla="*/ 67 w 88"/>
                <a:gd name="T7" fmla="*/ 53 h 73"/>
                <a:gd name="T8" fmla="*/ 73 w 88"/>
                <a:gd name="T9" fmla="*/ 41 h 73"/>
                <a:gd name="T10" fmla="*/ 76 w 88"/>
                <a:gd name="T11" fmla="*/ 37 h 73"/>
                <a:gd name="T12" fmla="*/ 77 w 88"/>
                <a:gd name="T13" fmla="*/ 33 h 73"/>
                <a:gd name="T14" fmla="*/ 79 w 88"/>
                <a:gd name="T15" fmla="*/ 28 h 73"/>
                <a:gd name="T16" fmla="*/ 83 w 88"/>
                <a:gd name="T17" fmla="*/ 20 h 73"/>
                <a:gd name="T18" fmla="*/ 87 w 88"/>
                <a:gd name="T19" fmla="*/ 18 h 73"/>
                <a:gd name="T20" fmla="*/ 87 w 88"/>
                <a:gd name="T21" fmla="*/ 13 h 73"/>
                <a:gd name="T22" fmla="*/ 84 w 88"/>
                <a:gd name="T23" fmla="*/ 10 h 73"/>
                <a:gd name="T24" fmla="*/ 84 w 88"/>
                <a:gd name="T25" fmla="*/ 6 h 73"/>
                <a:gd name="T26" fmla="*/ 82 w 88"/>
                <a:gd name="T27" fmla="*/ 3 h 73"/>
                <a:gd name="T28" fmla="*/ 79 w 88"/>
                <a:gd name="T29" fmla="*/ 2 h 73"/>
                <a:gd name="T30" fmla="*/ 74 w 88"/>
                <a:gd name="T31" fmla="*/ 6 h 73"/>
                <a:gd name="T32" fmla="*/ 68 w 88"/>
                <a:gd name="T33" fmla="*/ 5 h 73"/>
                <a:gd name="T34" fmla="*/ 58 w 88"/>
                <a:gd name="T35" fmla="*/ 5 h 73"/>
                <a:gd name="T36" fmla="*/ 53 w 88"/>
                <a:gd name="T37" fmla="*/ 8 h 73"/>
                <a:gd name="T38" fmla="*/ 45 w 88"/>
                <a:gd name="T39" fmla="*/ 8 h 73"/>
                <a:gd name="T40" fmla="*/ 40 w 88"/>
                <a:gd name="T41" fmla="*/ 5 h 73"/>
                <a:gd name="T42" fmla="*/ 34 w 88"/>
                <a:gd name="T43" fmla="*/ 7 h 73"/>
                <a:gd name="T44" fmla="*/ 30 w 88"/>
                <a:gd name="T45" fmla="*/ 3 h 73"/>
                <a:gd name="T46" fmla="*/ 24 w 88"/>
                <a:gd name="T47" fmla="*/ 1 h 73"/>
                <a:gd name="T48" fmla="*/ 19 w 88"/>
                <a:gd name="T49" fmla="*/ 3 h 73"/>
                <a:gd name="T50" fmla="*/ 12 w 88"/>
                <a:gd name="T51" fmla="*/ 3 h 73"/>
                <a:gd name="T52" fmla="*/ 11 w 88"/>
                <a:gd name="T53" fmla="*/ 9 h 73"/>
                <a:gd name="T54" fmla="*/ 7 w 88"/>
                <a:gd name="T55" fmla="*/ 14 h 73"/>
                <a:gd name="T56" fmla="*/ 7 w 88"/>
                <a:gd name="T57" fmla="*/ 15 h 73"/>
                <a:gd name="T58" fmla="*/ 7 w 88"/>
                <a:gd name="T59" fmla="*/ 20 h 73"/>
                <a:gd name="T60" fmla="*/ 7 w 88"/>
                <a:gd name="T61" fmla="*/ 31 h 73"/>
                <a:gd name="T62" fmla="*/ 4 w 88"/>
                <a:gd name="T63" fmla="*/ 35 h 73"/>
                <a:gd name="T64" fmla="*/ 1 w 88"/>
                <a:gd name="T65" fmla="*/ 40 h 73"/>
                <a:gd name="T66" fmla="*/ 1 w 88"/>
                <a:gd name="T67" fmla="*/ 49 h 73"/>
                <a:gd name="T68" fmla="*/ 3 w 88"/>
                <a:gd name="T69" fmla="*/ 55 h 73"/>
                <a:gd name="T70" fmla="*/ 3 w 88"/>
                <a:gd name="T71" fmla="*/ 55 h 73"/>
                <a:gd name="T72" fmla="*/ 14 w 88"/>
                <a:gd name="T73" fmla="*/ 58 h 73"/>
                <a:gd name="T74" fmla="*/ 21 w 88"/>
                <a:gd name="T75" fmla="*/ 66 h 73"/>
                <a:gd name="T76" fmla="*/ 25 w 88"/>
                <a:gd name="T77" fmla="*/ 72 h 73"/>
                <a:gd name="T78" fmla="*/ 33 w 88"/>
                <a:gd name="T79" fmla="*/ 70 h 73"/>
                <a:gd name="T80" fmla="*/ 43 w 88"/>
                <a:gd name="T81" fmla="*/ 69 h 73"/>
                <a:gd name="T82" fmla="*/ 44 w 88"/>
                <a:gd name="T83" fmla="*/ 69 h 73"/>
                <a:gd name="T84" fmla="*/ 46 w 88"/>
                <a:gd name="T85" fmla="*/ 61 h 73"/>
                <a:gd name="T86" fmla="*/ 54 w 88"/>
                <a:gd name="T87" fmla="*/ 5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8" h="73">
                  <a:moveTo>
                    <a:pt x="54" y="53"/>
                  </a:moveTo>
                  <a:cubicBezTo>
                    <a:pt x="55" y="53"/>
                    <a:pt x="57" y="53"/>
                    <a:pt x="59" y="52"/>
                  </a:cubicBezTo>
                  <a:cubicBezTo>
                    <a:pt x="60" y="51"/>
                    <a:pt x="64" y="54"/>
                    <a:pt x="64" y="56"/>
                  </a:cubicBezTo>
                  <a:cubicBezTo>
                    <a:pt x="64" y="58"/>
                    <a:pt x="66" y="55"/>
                    <a:pt x="67" y="53"/>
                  </a:cubicBezTo>
                  <a:cubicBezTo>
                    <a:pt x="68" y="50"/>
                    <a:pt x="73" y="43"/>
                    <a:pt x="73" y="41"/>
                  </a:cubicBezTo>
                  <a:cubicBezTo>
                    <a:pt x="73" y="40"/>
                    <a:pt x="76" y="38"/>
                    <a:pt x="76" y="37"/>
                  </a:cubicBezTo>
                  <a:cubicBezTo>
                    <a:pt x="76" y="36"/>
                    <a:pt x="76" y="34"/>
                    <a:pt x="77" y="33"/>
                  </a:cubicBezTo>
                  <a:cubicBezTo>
                    <a:pt x="78" y="33"/>
                    <a:pt x="79" y="29"/>
                    <a:pt x="79" y="28"/>
                  </a:cubicBezTo>
                  <a:cubicBezTo>
                    <a:pt x="78" y="27"/>
                    <a:pt x="82" y="21"/>
                    <a:pt x="83" y="20"/>
                  </a:cubicBezTo>
                  <a:cubicBezTo>
                    <a:pt x="84" y="19"/>
                    <a:pt x="87" y="20"/>
                    <a:pt x="87" y="18"/>
                  </a:cubicBezTo>
                  <a:cubicBezTo>
                    <a:pt x="88" y="16"/>
                    <a:pt x="88" y="14"/>
                    <a:pt x="87" y="13"/>
                  </a:cubicBezTo>
                  <a:cubicBezTo>
                    <a:pt x="86" y="13"/>
                    <a:pt x="84" y="11"/>
                    <a:pt x="84" y="10"/>
                  </a:cubicBezTo>
                  <a:cubicBezTo>
                    <a:pt x="84" y="9"/>
                    <a:pt x="84" y="8"/>
                    <a:pt x="84" y="6"/>
                  </a:cubicBezTo>
                  <a:cubicBezTo>
                    <a:pt x="83" y="6"/>
                    <a:pt x="83" y="4"/>
                    <a:pt x="82" y="3"/>
                  </a:cubicBezTo>
                  <a:cubicBezTo>
                    <a:pt x="80" y="2"/>
                    <a:pt x="80" y="1"/>
                    <a:pt x="79" y="2"/>
                  </a:cubicBezTo>
                  <a:cubicBezTo>
                    <a:pt x="77" y="2"/>
                    <a:pt x="76" y="6"/>
                    <a:pt x="74" y="6"/>
                  </a:cubicBezTo>
                  <a:cubicBezTo>
                    <a:pt x="72" y="7"/>
                    <a:pt x="69" y="5"/>
                    <a:pt x="68" y="5"/>
                  </a:cubicBezTo>
                  <a:cubicBezTo>
                    <a:pt x="66" y="4"/>
                    <a:pt x="60" y="5"/>
                    <a:pt x="58" y="5"/>
                  </a:cubicBezTo>
                  <a:cubicBezTo>
                    <a:pt x="56" y="4"/>
                    <a:pt x="54" y="7"/>
                    <a:pt x="53" y="8"/>
                  </a:cubicBezTo>
                  <a:cubicBezTo>
                    <a:pt x="51" y="9"/>
                    <a:pt x="47" y="9"/>
                    <a:pt x="45" y="8"/>
                  </a:cubicBezTo>
                  <a:cubicBezTo>
                    <a:pt x="44" y="8"/>
                    <a:pt x="41" y="5"/>
                    <a:pt x="40" y="5"/>
                  </a:cubicBezTo>
                  <a:cubicBezTo>
                    <a:pt x="38" y="5"/>
                    <a:pt x="36" y="5"/>
                    <a:pt x="34" y="7"/>
                  </a:cubicBezTo>
                  <a:cubicBezTo>
                    <a:pt x="31" y="8"/>
                    <a:pt x="31" y="4"/>
                    <a:pt x="30" y="3"/>
                  </a:cubicBezTo>
                  <a:cubicBezTo>
                    <a:pt x="28" y="1"/>
                    <a:pt x="25" y="3"/>
                    <a:pt x="24" y="1"/>
                  </a:cubicBezTo>
                  <a:cubicBezTo>
                    <a:pt x="22" y="0"/>
                    <a:pt x="21" y="3"/>
                    <a:pt x="19" y="3"/>
                  </a:cubicBezTo>
                  <a:cubicBezTo>
                    <a:pt x="18" y="2"/>
                    <a:pt x="14" y="2"/>
                    <a:pt x="12" y="3"/>
                  </a:cubicBezTo>
                  <a:cubicBezTo>
                    <a:pt x="11" y="4"/>
                    <a:pt x="11" y="8"/>
                    <a:pt x="11" y="9"/>
                  </a:cubicBezTo>
                  <a:cubicBezTo>
                    <a:pt x="10" y="9"/>
                    <a:pt x="7" y="12"/>
                    <a:pt x="7" y="14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7"/>
                    <a:pt x="7" y="19"/>
                    <a:pt x="7" y="20"/>
                  </a:cubicBezTo>
                  <a:cubicBezTo>
                    <a:pt x="8" y="22"/>
                    <a:pt x="8" y="29"/>
                    <a:pt x="7" y="31"/>
                  </a:cubicBezTo>
                  <a:cubicBezTo>
                    <a:pt x="5" y="32"/>
                    <a:pt x="4" y="35"/>
                    <a:pt x="4" y="35"/>
                  </a:cubicBezTo>
                  <a:cubicBezTo>
                    <a:pt x="4" y="35"/>
                    <a:pt x="1" y="37"/>
                    <a:pt x="1" y="40"/>
                  </a:cubicBezTo>
                  <a:cubicBezTo>
                    <a:pt x="0" y="44"/>
                    <a:pt x="1" y="46"/>
                    <a:pt x="1" y="49"/>
                  </a:cubicBezTo>
                  <a:cubicBezTo>
                    <a:pt x="1" y="51"/>
                    <a:pt x="2" y="53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5" y="57"/>
                    <a:pt x="11" y="57"/>
                    <a:pt x="14" y="58"/>
                  </a:cubicBezTo>
                  <a:cubicBezTo>
                    <a:pt x="18" y="59"/>
                    <a:pt x="21" y="64"/>
                    <a:pt x="21" y="66"/>
                  </a:cubicBezTo>
                  <a:cubicBezTo>
                    <a:pt x="21" y="67"/>
                    <a:pt x="24" y="71"/>
                    <a:pt x="25" y="72"/>
                  </a:cubicBezTo>
                  <a:cubicBezTo>
                    <a:pt x="27" y="73"/>
                    <a:pt x="31" y="70"/>
                    <a:pt x="33" y="70"/>
                  </a:cubicBezTo>
                  <a:cubicBezTo>
                    <a:pt x="35" y="70"/>
                    <a:pt x="41" y="70"/>
                    <a:pt x="43" y="69"/>
                  </a:cubicBezTo>
                  <a:cubicBezTo>
                    <a:pt x="43" y="69"/>
                    <a:pt x="43" y="69"/>
                    <a:pt x="44" y="69"/>
                  </a:cubicBezTo>
                  <a:cubicBezTo>
                    <a:pt x="45" y="65"/>
                    <a:pt x="46" y="61"/>
                    <a:pt x="46" y="61"/>
                  </a:cubicBezTo>
                  <a:cubicBezTo>
                    <a:pt x="46" y="61"/>
                    <a:pt x="54" y="53"/>
                    <a:pt x="54" y="5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6" name="Freeform 1358">
              <a:extLst>
                <a:ext uri="{FF2B5EF4-FFF2-40B4-BE49-F238E27FC236}">
                  <a16:creationId xmlns:a16="http://schemas.microsoft.com/office/drawing/2014/main" id="{7027B640-87AA-686C-D118-C9B8C02EF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9712" y="3944725"/>
              <a:ext cx="87306" cy="179378"/>
            </a:xfrm>
            <a:custGeom>
              <a:avLst/>
              <a:gdLst>
                <a:gd name="T0" fmla="*/ 15 w 23"/>
                <a:gd name="T1" fmla="*/ 30 h 48"/>
                <a:gd name="T2" fmla="*/ 18 w 23"/>
                <a:gd name="T3" fmla="*/ 25 h 48"/>
                <a:gd name="T4" fmla="*/ 21 w 23"/>
                <a:gd name="T5" fmla="*/ 20 h 48"/>
                <a:gd name="T6" fmla="*/ 22 w 23"/>
                <a:gd name="T7" fmla="*/ 9 h 48"/>
                <a:gd name="T8" fmla="*/ 21 w 23"/>
                <a:gd name="T9" fmla="*/ 4 h 48"/>
                <a:gd name="T10" fmla="*/ 19 w 23"/>
                <a:gd name="T11" fmla="*/ 4 h 48"/>
                <a:gd name="T12" fmla="*/ 17 w 23"/>
                <a:gd name="T13" fmla="*/ 0 h 48"/>
                <a:gd name="T14" fmla="*/ 14 w 23"/>
                <a:gd name="T15" fmla="*/ 4 h 48"/>
                <a:gd name="T16" fmla="*/ 12 w 23"/>
                <a:gd name="T17" fmla="*/ 7 h 48"/>
                <a:gd name="T18" fmla="*/ 5 w 23"/>
                <a:gd name="T19" fmla="*/ 8 h 48"/>
                <a:gd name="T20" fmla="*/ 1 w 23"/>
                <a:gd name="T21" fmla="*/ 11 h 48"/>
                <a:gd name="T22" fmla="*/ 0 w 23"/>
                <a:gd name="T23" fmla="*/ 11 h 48"/>
                <a:gd name="T24" fmla="*/ 4 w 23"/>
                <a:gd name="T25" fmla="*/ 19 h 48"/>
                <a:gd name="T26" fmla="*/ 6 w 23"/>
                <a:gd name="T27" fmla="*/ 24 h 48"/>
                <a:gd name="T28" fmla="*/ 7 w 23"/>
                <a:gd name="T29" fmla="*/ 34 h 48"/>
                <a:gd name="T30" fmla="*/ 7 w 23"/>
                <a:gd name="T31" fmla="*/ 48 h 48"/>
                <a:gd name="T32" fmla="*/ 13 w 23"/>
                <a:gd name="T33" fmla="*/ 47 h 48"/>
                <a:gd name="T34" fmla="*/ 18 w 23"/>
                <a:gd name="T35" fmla="*/ 46 h 48"/>
                <a:gd name="T36" fmla="*/ 15 w 23"/>
                <a:gd name="T37" fmla="*/ 40 h 48"/>
                <a:gd name="T38" fmla="*/ 15 w 23"/>
                <a:gd name="T39" fmla="*/ 3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3" h="48">
                  <a:moveTo>
                    <a:pt x="15" y="30"/>
                  </a:moveTo>
                  <a:cubicBezTo>
                    <a:pt x="16" y="27"/>
                    <a:pt x="18" y="25"/>
                    <a:pt x="18" y="25"/>
                  </a:cubicBezTo>
                  <a:cubicBezTo>
                    <a:pt x="18" y="25"/>
                    <a:pt x="20" y="22"/>
                    <a:pt x="21" y="20"/>
                  </a:cubicBezTo>
                  <a:cubicBezTo>
                    <a:pt x="23" y="19"/>
                    <a:pt x="22" y="11"/>
                    <a:pt x="22" y="9"/>
                  </a:cubicBezTo>
                  <a:cubicBezTo>
                    <a:pt x="22" y="9"/>
                    <a:pt x="22" y="6"/>
                    <a:pt x="21" y="4"/>
                  </a:cubicBezTo>
                  <a:cubicBezTo>
                    <a:pt x="21" y="5"/>
                    <a:pt x="20" y="5"/>
                    <a:pt x="19" y="4"/>
                  </a:cubicBezTo>
                  <a:cubicBezTo>
                    <a:pt x="17" y="3"/>
                    <a:pt x="19" y="1"/>
                    <a:pt x="17" y="0"/>
                  </a:cubicBezTo>
                  <a:cubicBezTo>
                    <a:pt x="14" y="0"/>
                    <a:pt x="13" y="2"/>
                    <a:pt x="14" y="4"/>
                  </a:cubicBezTo>
                  <a:cubicBezTo>
                    <a:pt x="14" y="6"/>
                    <a:pt x="13" y="6"/>
                    <a:pt x="12" y="7"/>
                  </a:cubicBezTo>
                  <a:cubicBezTo>
                    <a:pt x="11" y="8"/>
                    <a:pt x="7" y="8"/>
                    <a:pt x="5" y="8"/>
                  </a:cubicBezTo>
                  <a:cubicBezTo>
                    <a:pt x="4" y="8"/>
                    <a:pt x="3" y="11"/>
                    <a:pt x="1" y="11"/>
                  </a:cubicBezTo>
                  <a:cubicBezTo>
                    <a:pt x="1" y="12"/>
                    <a:pt x="1" y="12"/>
                    <a:pt x="0" y="11"/>
                  </a:cubicBezTo>
                  <a:cubicBezTo>
                    <a:pt x="0" y="18"/>
                    <a:pt x="1" y="17"/>
                    <a:pt x="4" y="19"/>
                  </a:cubicBezTo>
                  <a:cubicBezTo>
                    <a:pt x="7" y="21"/>
                    <a:pt x="4" y="23"/>
                    <a:pt x="6" y="24"/>
                  </a:cubicBezTo>
                  <a:cubicBezTo>
                    <a:pt x="7" y="26"/>
                    <a:pt x="7" y="29"/>
                    <a:pt x="7" y="34"/>
                  </a:cubicBezTo>
                  <a:cubicBezTo>
                    <a:pt x="7" y="36"/>
                    <a:pt x="7" y="43"/>
                    <a:pt x="7" y="48"/>
                  </a:cubicBezTo>
                  <a:cubicBezTo>
                    <a:pt x="9" y="47"/>
                    <a:pt x="11" y="47"/>
                    <a:pt x="13" y="47"/>
                  </a:cubicBezTo>
                  <a:cubicBezTo>
                    <a:pt x="15" y="47"/>
                    <a:pt x="16" y="44"/>
                    <a:pt x="18" y="46"/>
                  </a:cubicBezTo>
                  <a:cubicBezTo>
                    <a:pt x="17" y="43"/>
                    <a:pt x="15" y="42"/>
                    <a:pt x="15" y="40"/>
                  </a:cubicBezTo>
                  <a:cubicBezTo>
                    <a:pt x="15" y="37"/>
                    <a:pt x="15" y="34"/>
                    <a:pt x="15" y="3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7" name="Freeform 1360">
              <a:extLst>
                <a:ext uri="{FF2B5EF4-FFF2-40B4-BE49-F238E27FC236}">
                  <a16:creationId xmlns:a16="http://schemas.microsoft.com/office/drawing/2014/main" id="{CAF48DF2-2956-883C-E1EE-50C7C84E0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7489" y="3982823"/>
              <a:ext cx="52383" cy="146042"/>
            </a:xfrm>
            <a:custGeom>
              <a:avLst/>
              <a:gdLst>
                <a:gd name="T0" fmla="*/ 12 w 14"/>
                <a:gd name="T1" fmla="*/ 14 h 39"/>
                <a:gd name="T2" fmla="*/ 11 w 14"/>
                <a:gd name="T3" fmla="*/ 8 h 39"/>
                <a:gd name="T4" fmla="*/ 6 w 14"/>
                <a:gd name="T5" fmla="*/ 1 h 39"/>
                <a:gd name="T6" fmla="*/ 1 w 14"/>
                <a:gd name="T7" fmla="*/ 0 h 39"/>
                <a:gd name="T8" fmla="*/ 0 w 14"/>
                <a:gd name="T9" fmla="*/ 0 h 39"/>
                <a:gd name="T10" fmla="*/ 1 w 14"/>
                <a:gd name="T11" fmla="*/ 5 h 39"/>
                <a:gd name="T12" fmla="*/ 3 w 14"/>
                <a:gd name="T13" fmla="*/ 10 h 39"/>
                <a:gd name="T14" fmla="*/ 3 w 14"/>
                <a:gd name="T15" fmla="*/ 20 h 39"/>
                <a:gd name="T16" fmla="*/ 5 w 14"/>
                <a:gd name="T17" fmla="*/ 30 h 39"/>
                <a:gd name="T18" fmla="*/ 8 w 14"/>
                <a:gd name="T19" fmla="*/ 39 h 39"/>
                <a:gd name="T20" fmla="*/ 10 w 14"/>
                <a:gd name="T21" fmla="*/ 38 h 39"/>
                <a:gd name="T22" fmla="*/ 14 w 14"/>
                <a:gd name="T23" fmla="*/ 36 h 39"/>
                <a:gd name="T24" fmla="*/ 13 w 14"/>
                <a:gd name="T25" fmla="*/ 22 h 39"/>
                <a:gd name="T26" fmla="*/ 12 w 14"/>
                <a:gd name="T27" fmla="*/ 1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39">
                  <a:moveTo>
                    <a:pt x="12" y="14"/>
                  </a:moveTo>
                  <a:cubicBezTo>
                    <a:pt x="11" y="12"/>
                    <a:pt x="14" y="10"/>
                    <a:pt x="11" y="8"/>
                  </a:cubicBezTo>
                  <a:cubicBezTo>
                    <a:pt x="8" y="6"/>
                    <a:pt x="7" y="7"/>
                    <a:pt x="6" y="1"/>
                  </a:cubicBezTo>
                  <a:cubicBezTo>
                    <a:pt x="5" y="1"/>
                    <a:pt x="2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5"/>
                    <a:pt x="1" y="5"/>
                  </a:cubicBezTo>
                  <a:cubicBezTo>
                    <a:pt x="2" y="6"/>
                    <a:pt x="3" y="7"/>
                    <a:pt x="3" y="10"/>
                  </a:cubicBezTo>
                  <a:cubicBezTo>
                    <a:pt x="3" y="12"/>
                    <a:pt x="2" y="18"/>
                    <a:pt x="3" y="20"/>
                  </a:cubicBezTo>
                  <a:cubicBezTo>
                    <a:pt x="4" y="22"/>
                    <a:pt x="5" y="27"/>
                    <a:pt x="5" y="30"/>
                  </a:cubicBezTo>
                  <a:cubicBezTo>
                    <a:pt x="5" y="33"/>
                    <a:pt x="7" y="36"/>
                    <a:pt x="8" y="39"/>
                  </a:cubicBezTo>
                  <a:cubicBezTo>
                    <a:pt x="9" y="39"/>
                    <a:pt x="9" y="38"/>
                    <a:pt x="10" y="38"/>
                  </a:cubicBezTo>
                  <a:cubicBezTo>
                    <a:pt x="11" y="37"/>
                    <a:pt x="12" y="37"/>
                    <a:pt x="14" y="36"/>
                  </a:cubicBezTo>
                  <a:cubicBezTo>
                    <a:pt x="14" y="32"/>
                    <a:pt x="14" y="25"/>
                    <a:pt x="13" y="22"/>
                  </a:cubicBezTo>
                  <a:cubicBezTo>
                    <a:pt x="13" y="18"/>
                    <a:pt x="14" y="15"/>
                    <a:pt x="12" y="1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8" name="Freeform 1362">
              <a:extLst>
                <a:ext uri="{FF2B5EF4-FFF2-40B4-BE49-F238E27FC236}">
                  <a16:creationId xmlns:a16="http://schemas.microsoft.com/office/drawing/2014/main" id="{05918A2A-0C38-3212-6564-E8504EA18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4007" y="3925677"/>
              <a:ext cx="209533" cy="319071"/>
            </a:xfrm>
            <a:custGeom>
              <a:avLst/>
              <a:gdLst>
                <a:gd name="T0" fmla="*/ 23 w 56"/>
                <a:gd name="T1" fmla="*/ 81 h 85"/>
                <a:gd name="T2" fmla="*/ 43 w 56"/>
                <a:gd name="T3" fmla="*/ 82 h 85"/>
                <a:gd name="T4" fmla="*/ 54 w 56"/>
                <a:gd name="T5" fmla="*/ 85 h 85"/>
                <a:gd name="T6" fmla="*/ 56 w 56"/>
                <a:gd name="T7" fmla="*/ 79 h 85"/>
                <a:gd name="T8" fmla="*/ 54 w 56"/>
                <a:gd name="T9" fmla="*/ 78 h 85"/>
                <a:gd name="T10" fmla="*/ 50 w 56"/>
                <a:gd name="T11" fmla="*/ 73 h 85"/>
                <a:gd name="T12" fmla="*/ 48 w 56"/>
                <a:gd name="T13" fmla="*/ 70 h 85"/>
                <a:gd name="T14" fmla="*/ 47 w 56"/>
                <a:gd name="T15" fmla="*/ 66 h 85"/>
                <a:gd name="T16" fmla="*/ 45 w 56"/>
                <a:gd name="T17" fmla="*/ 60 h 85"/>
                <a:gd name="T18" fmla="*/ 44 w 56"/>
                <a:gd name="T19" fmla="*/ 54 h 85"/>
                <a:gd name="T20" fmla="*/ 47 w 56"/>
                <a:gd name="T21" fmla="*/ 46 h 85"/>
                <a:gd name="T22" fmla="*/ 51 w 56"/>
                <a:gd name="T23" fmla="*/ 42 h 85"/>
                <a:gd name="T24" fmla="*/ 49 w 56"/>
                <a:gd name="T25" fmla="*/ 36 h 85"/>
                <a:gd name="T26" fmla="*/ 43 w 56"/>
                <a:gd name="T27" fmla="*/ 30 h 85"/>
                <a:gd name="T28" fmla="*/ 41 w 56"/>
                <a:gd name="T29" fmla="*/ 25 h 85"/>
                <a:gd name="T30" fmla="*/ 47 w 56"/>
                <a:gd name="T31" fmla="*/ 24 h 85"/>
                <a:gd name="T32" fmla="*/ 50 w 56"/>
                <a:gd name="T33" fmla="*/ 23 h 85"/>
                <a:gd name="T34" fmla="*/ 47 w 56"/>
                <a:gd name="T35" fmla="*/ 14 h 85"/>
                <a:gd name="T36" fmla="*/ 46 w 56"/>
                <a:gd name="T37" fmla="*/ 7 h 85"/>
                <a:gd name="T38" fmla="*/ 42 w 56"/>
                <a:gd name="T39" fmla="*/ 0 h 85"/>
                <a:gd name="T40" fmla="*/ 41 w 56"/>
                <a:gd name="T41" fmla="*/ 0 h 85"/>
                <a:gd name="T42" fmla="*/ 41 w 56"/>
                <a:gd name="T43" fmla="*/ 4 h 85"/>
                <a:gd name="T44" fmla="*/ 44 w 56"/>
                <a:gd name="T45" fmla="*/ 7 h 85"/>
                <a:gd name="T46" fmla="*/ 44 w 56"/>
                <a:gd name="T47" fmla="*/ 12 h 85"/>
                <a:gd name="T48" fmla="*/ 40 w 56"/>
                <a:gd name="T49" fmla="*/ 14 h 85"/>
                <a:gd name="T50" fmla="*/ 36 w 56"/>
                <a:gd name="T51" fmla="*/ 22 h 85"/>
                <a:gd name="T52" fmla="*/ 34 w 56"/>
                <a:gd name="T53" fmla="*/ 27 h 85"/>
                <a:gd name="T54" fmla="*/ 33 w 56"/>
                <a:gd name="T55" fmla="*/ 31 h 85"/>
                <a:gd name="T56" fmla="*/ 29 w 56"/>
                <a:gd name="T57" fmla="*/ 35 h 85"/>
                <a:gd name="T58" fmla="*/ 24 w 56"/>
                <a:gd name="T59" fmla="*/ 47 h 85"/>
                <a:gd name="T60" fmla="*/ 21 w 56"/>
                <a:gd name="T61" fmla="*/ 50 h 85"/>
                <a:gd name="T62" fmla="*/ 15 w 56"/>
                <a:gd name="T63" fmla="*/ 46 h 85"/>
                <a:gd name="T64" fmla="*/ 11 w 56"/>
                <a:gd name="T65" fmla="*/ 47 h 85"/>
                <a:gd name="T66" fmla="*/ 3 w 56"/>
                <a:gd name="T67" fmla="*/ 55 h 85"/>
                <a:gd name="T68" fmla="*/ 0 w 56"/>
                <a:gd name="T69" fmla="*/ 63 h 85"/>
                <a:gd name="T70" fmla="*/ 3 w 56"/>
                <a:gd name="T71" fmla="*/ 67 h 85"/>
                <a:gd name="T72" fmla="*/ 9 w 56"/>
                <a:gd name="T73" fmla="*/ 68 h 85"/>
                <a:gd name="T74" fmla="*/ 11 w 56"/>
                <a:gd name="T75" fmla="*/ 76 h 85"/>
                <a:gd name="T76" fmla="*/ 10 w 56"/>
                <a:gd name="T77" fmla="*/ 82 h 85"/>
                <a:gd name="T78" fmla="*/ 20 w 56"/>
                <a:gd name="T79" fmla="*/ 82 h 85"/>
                <a:gd name="T80" fmla="*/ 23 w 56"/>
                <a:gd name="T81" fmla="*/ 8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6" h="85">
                  <a:moveTo>
                    <a:pt x="23" y="81"/>
                  </a:moveTo>
                  <a:cubicBezTo>
                    <a:pt x="23" y="81"/>
                    <a:pt x="41" y="82"/>
                    <a:pt x="43" y="82"/>
                  </a:cubicBezTo>
                  <a:cubicBezTo>
                    <a:pt x="46" y="81"/>
                    <a:pt x="54" y="85"/>
                    <a:pt x="54" y="85"/>
                  </a:cubicBezTo>
                  <a:cubicBezTo>
                    <a:pt x="54" y="85"/>
                    <a:pt x="54" y="81"/>
                    <a:pt x="56" y="79"/>
                  </a:cubicBezTo>
                  <a:cubicBezTo>
                    <a:pt x="55" y="78"/>
                    <a:pt x="55" y="78"/>
                    <a:pt x="54" y="78"/>
                  </a:cubicBezTo>
                  <a:cubicBezTo>
                    <a:pt x="54" y="76"/>
                    <a:pt x="51" y="74"/>
                    <a:pt x="50" y="73"/>
                  </a:cubicBezTo>
                  <a:cubicBezTo>
                    <a:pt x="48" y="71"/>
                    <a:pt x="48" y="70"/>
                    <a:pt x="48" y="70"/>
                  </a:cubicBezTo>
                  <a:cubicBezTo>
                    <a:pt x="48" y="70"/>
                    <a:pt x="48" y="68"/>
                    <a:pt x="47" y="66"/>
                  </a:cubicBezTo>
                  <a:cubicBezTo>
                    <a:pt x="45" y="64"/>
                    <a:pt x="45" y="63"/>
                    <a:pt x="45" y="60"/>
                  </a:cubicBezTo>
                  <a:cubicBezTo>
                    <a:pt x="45" y="57"/>
                    <a:pt x="44" y="55"/>
                    <a:pt x="44" y="54"/>
                  </a:cubicBezTo>
                  <a:cubicBezTo>
                    <a:pt x="44" y="52"/>
                    <a:pt x="46" y="50"/>
                    <a:pt x="47" y="46"/>
                  </a:cubicBezTo>
                  <a:cubicBezTo>
                    <a:pt x="48" y="45"/>
                    <a:pt x="50" y="43"/>
                    <a:pt x="51" y="42"/>
                  </a:cubicBezTo>
                  <a:cubicBezTo>
                    <a:pt x="50" y="41"/>
                    <a:pt x="50" y="39"/>
                    <a:pt x="49" y="36"/>
                  </a:cubicBezTo>
                  <a:cubicBezTo>
                    <a:pt x="48" y="34"/>
                    <a:pt x="46" y="33"/>
                    <a:pt x="43" y="30"/>
                  </a:cubicBezTo>
                  <a:cubicBezTo>
                    <a:pt x="40" y="27"/>
                    <a:pt x="41" y="26"/>
                    <a:pt x="41" y="25"/>
                  </a:cubicBezTo>
                  <a:cubicBezTo>
                    <a:pt x="41" y="24"/>
                    <a:pt x="45" y="24"/>
                    <a:pt x="47" y="24"/>
                  </a:cubicBezTo>
                  <a:cubicBezTo>
                    <a:pt x="50" y="24"/>
                    <a:pt x="51" y="23"/>
                    <a:pt x="50" y="23"/>
                  </a:cubicBezTo>
                  <a:cubicBezTo>
                    <a:pt x="49" y="22"/>
                    <a:pt x="47" y="17"/>
                    <a:pt x="47" y="14"/>
                  </a:cubicBezTo>
                  <a:cubicBezTo>
                    <a:pt x="47" y="10"/>
                    <a:pt x="46" y="9"/>
                    <a:pt x="46" y="7"/>
                  </a:cubicBezTo>
                  <a:cubicBezTo>
                    <a:pt x="47" y="5"/>
                    <a:pt x="44" y="0"/>
                    <a:pt x="42" y="0"/>
                  </a:cubicBezTo>
                  <a:cubicBezTo>
                    <a:pt x="42" y="0"/>
                    <a:pt x="41" y="0"/>
                    <a:pt x="41" y="0"/>
                  </a:cubicBezTo>
                  <a:cubicBezTo>
                    <a:pt x="41" y="2"/>
                    <a:pt x="41" y="3"/>
                    <a:pt x="41" y="4"/>
                  </a:cubicBezTo>
                  <a:cubicBezTo>
                    <a:pt x="41" y="5"/>
                    <a:pt x="43" y="7"/>
                    <a:pt x="44" y="7"/>
                  </a:cubicBezTo>
                  <a:cubicBezTo>
                    <a:pt x="45" y="7"/>
                    <a:pt x="45" y="10"/>
                    <a:pt x="44" y="12"/>
                  </a:cubicBezTo>
                  <a:cubicBezTo>
                    <a:pt x="44" y="14"/>
                    <a:pt x="41" y="13"/>
                    <a:pt x="40" y="14"/>
                  </a:cubicBezTo>
                  <a:cubicBezTo>
                    <a:pt x="39" y="15"/>
                    <a:pt x="35" y="21"/>
                    <a:pt x="36" y="22"/>
                  </a:cubicBezTo>
                  <a:cubicBezTo>
                    <a:pt x="36" y="23"/>
                    <a:pt x="35" y="27"/>
                    <a:pt x="34" y="27"/>
                  </a:cubicBezTo>
                  <a:cubicBezTo>
                    <a:pt x="33" y="27"/>
                    <a:pt x="33" y="30"/>
                    <a:pt x="33" y="31"/>
                  </a:cubicBezTo>
                  <a:cubicBezTo>
                    <a:pt x="33" y="32"/>
                    <a:pt x="29" y="34"/>
                    <a:pt x="29" y="35"/>
                  </a:cubicBezTo>
                  <a:cubicBezTo>
                    <a:pt x="29" y="37"/>
                    <a:pt x="25" y="44"/>
                    <a:pt x="24" y="47"/>
                  </a:cubicBezTo>
                  <a:cubicBezTo>
                    <a:pt x="23" y="49"/>
                    <a:pt x="21" y="52"/>
                    <a:pt x="21" y="50"/>
                  </a:cubicBezTo>
                  <a:cubicBezTo>
                    <a:pt x="20" y="48"/>
                    <a:pt x="17" y="45"/>
                    <a:pt x="15" y="46"/>
                  </a:cubicBezTo>
                  <a:cubicBezTo>
                    <a:pt x="14" y="47"/>
                    <a:pt x="12" y="47"/>
                    <a:pt x="11" y="47"/>
                  </a:cubicBezTo>
                  <a:cubicBezTo>
                    <a:pt x="10" y="47"/>
                    <a:pt x="3" y="55"/>
                    <a:pt x="3" y="55"/>
                  </a:cubicBezTo>
                  <a:cubicBezTo>
                    <a:pt x="3" y="55"/>
                    <a:pt x="2" y="59"/>
                    <a:pt x="0" y="63"/>
                  </a:cubicBezTo>
                  <a:cubicBezTo>
                    <a:pt x="1" y="64"/>
                    <a:pt x="2" y="66"/>
                    <a:pt x="3" y="67"/>
                  </a:cubicBezTo>
                  <a:cubicBezTo>
                    <a:pt x="5" y="69"/>
                    <a:pt x="8" y="68"/>
                    <a:pt x="9" y="68"/>
                  </a:cubicBezTo>
                  <a:cubicBezTo>
                    <a:pt x="10" y="69"/>
                    <a:pt x="12" y="74"/>
                    <a:pt x="11" y="76"/>
                  </a:cubicBezTo>
                  <a:cubicBezTo>
                    <a:pt x="11" y="77"/>
                    <a:pt x="9" y="80"/>
                    <a:pt x="10" y="82"/>
                  </a:cubicBezTo>
                  <a:cubicBezTo>
                    <a:pt x="20" y="82"/>
                    <a:pt x="20" y="82"/>
                    <a:pt x="20" y="82"/>
                  </a:cubicBezTo>
                  <a:lnTo>
                    <a:pt x="23" y="8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9" name="Freeform 1364">
              <a:extLst>
                <a:ext uri="{FF2B5EF4-FFF2-40B4-BE49-F238E27FC236}">
                  <a16:creationId xmlns:a16="http://schemas.microsoft.com/office/drawing/2014/main" id="{40B412D6-3DF2-86B1-45C3-F7E8571D9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2261" y="3993936"/>
              <a:ext cx="173023" cy="176203"/>
            </a:xfrm>
            <a:custGeom>
              <a:avLst/>
              <a:gdLst>
                <a:gd name="T0" fmla="*/ 43 w 46"/>
                <a:gd name="T1" fmla="*/ 39 h 47"/>
                <a:gd name="T2" fmla="*/ 40 w 46"/>
                <a:gd name="T3" fmla="*/ 31 h 47"/>
                <a:gd name="T4" fmla="*/ 43 w 46"/>
                <a:gd name="T5" fmla="*/ 24 h 47"/>
                <a:gd name="T6" fmla="*/ 46 w 46"/>
                <a:gd name="T7" fmla="*/ 19 h 47"/>
                <a:gd name="T8" fmla="*/ 43 w 46"/>
                <a:gd name="T9" fmla="*/ 7 h 47"/>
                <a:gd name="T10" fmla="*/ 42 w 46"/>
                <a:gd name="T11" fmla="*/ 7 h 47"/>
                <a:gd name="T12" fmla="*/ 33 w 46"/>
                <a:gd name="T13" fmla="*/ 8 h 47"/>
                <a:gd name="T14" fmla="*/ 26 w 46"/>
                <a:gd name="T15" fmla="*/ 5 h 47"/>
                <a:gd name="T16" fmla="*/ 21 w 46"/>
                <a:gd name="T17" fmla="*/ 3 h 47"/>
                <a:gd name="T18" fmla="*/ 18 w 46"/>
                <a:gd name="T19" fmla="*/ 2 h 47"/>
                <a:gd name="T20" fmla="*/ 14 w 46"/>
                <a:gd name="T21" fmla="*/ 2 h 47"/>
                <a:gd name="T22" fmla="*/ 10 w 46"/>
                <a:gd name="T23" fmla="*/ 4 h 47"/>
                <a:gd name="T24" fmla="*/ 6 w 46"/>
                <a:gd name="T25" fmla="*/ 3 h 47"/>
                <a:gd name="T26" fmla="*/ 4 w 46"/>
                <a:gd name="T27" fmla="*/ 4 h 47"/>
                <a:gd name="T28" fmla="*/ 4 w 46"/>
                <a:gd name="T29" fmla="*/ 10 h 47"/>
                <a:gd name="T30" fmla="*/ 5 w 46"/>
                <a:gd name="T31" fmla="*/ 13 h 47"/>
                <a:gd name="T32" fmla="*/ 6 w 46"/>
                <a:gd name="T33" fmla="*/ 18 h 47"/>
                <a:gd name="T34" fmla="*/ 3 w 46"/>
                <a:gd name="T35" fmla="*/ 18 h 47"/>
                <a:gd name="T36" fmla="*/ 4 w 46"/>
                <a:gd name="T37" fmla="*/ 23 h 47"/>
                <a:gd name="T38" fmla="*/ 2 w 46"/>
                <a:gd name="T39" fmla="*/ 27 h 47"/>
                <a:gd name="T40" fmla="*/ 1 w 46"/>
                <a:gd name="T41" fmla="*/ 32 h 47"/>
                <a:gd name="T42" fmla="*/ 3 w 46"/>
                <a:gd name="T43" fmla="*/ 34 h 47"/>
                <a:gd name="T44" fmla="*/ 9 w 46"/>
                <a:gd name="T45" fmla="*/ 40 h 47"/>
                <a:gd name="T46" fmla="*/ 7 w 46"/>
                <a:gd name="T47" fmla="*/ 47 h 47"/>
                <a:gd name="T48" fmla="*/ 29 w 46"/>
                <a:gd name="T49" fmla="*/ 42 h 47"/>
                <a:gd name="T50" fmla="*/ 43 w 46"/>
                <a:gd name="T51" fmla="*/ 43 h 47"/>
                <a:gd name="T52" fmla="*/ 43 w 46"/>
                <a:gd name="T53" fmla="*/ 3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6" h="47">
                  <a:moveTo>
                    <a:pt x="43" y="39"/>
                  </a:moveTo>
                  <a:cubicBezTo>
                    <a:pt x="42" y="38"/>
                    <a:pt x="40" y="33"/>
                    <a:pt x="40" y="31"/>
                  </a:cubicBezTo>
                  <a:cubicBezTo>
                    <a:pt x="40" y="30"/>
                    <a:pt x="43" y="26"/>
                    <a:pt x="43" y="24"/>
                  </a:cubicBezTo>
                  <a:cubicBezTo>
                    <a:pt x="43" y="22"/>
                    <a:pt x="46" y="21"/>
                    <a:pt x="46" y="19"/>
                  </a:cubicBezTo>
                  <a:cubicBezTo>
                    <a:pt x="46" y="18"/>
                    <a:pt x="45" y="11"/>
                    <a:pt x="43" y="7"/>
                  </a:cubicBezTo>
                  <a:cubicBezTo>
                    <a:pt x="43" y="7"/>
                    <a:pt x="42" y="7"/>
                    <a:pt x="42" y="7"/>
                  </a:cubicBezTo>
                  <a:cubicBezTo>
                    <a:pt x="41" y="5"/>
                    <a:pt x="35" y="6"/>
                    <a:pt x="33" y="8"/>
                  </a:cubicBezTo>
                  <a:cubicBezTo>
                    <a:pt x="31" y="10"/>
                    <a:pt x="27" y="6"/>
                    <a:pt x="26" y="5"/>
                  </a:cubicBezTo>
                  <a:cubicBezTo>
                    <a:pt x="26" y="4"/>
                    <a:pt x="23" y="1"/>
                    <a:pt x="21" y="3"/>
                  </a:cubicBezTo>
                  <a:cubicBezTo>
                    <a:pt x="19" y="4"/>
                    <a:pt x="18" y="4"/>
                    <a:pt x="18" y="2"/>
                  </a:cubicBezTo>
                  <a:cubicBezTo>
                    <a:pt x="18" y="0"/>
                    <a:pt x="15" y="0"/>
                    <a:pt x="14" y="2"/>
                  </a:cubicBezTo>
                  <a:cubicBezTo>
                    <a:pt x="14" y="4"/>
                    <a:pt x="11" y="6"/>
                    <a:pt x="10" y="4"/>
                  </a:cubicBezTo>
                  <a:cubicBezTo>
                    <a:pt x="9" y="3"/>
                    <a:pt x="7" y="1"/>
                    <a:pt x="6" y="3"/>
                  </a:cubicBezTo>
                  <a:cubicBezTo>
                    <a:pt x="6" y="5"/>
                    <a:pt x="5" y="4"/>
                    <a:pt x="4" y="4"/>
                  </a:cubicBezTo>
                  <a:cubicBezTo>
                    <a:pt x="3" y="6"/>
                    <a:pt x="3" y="9"/>
                    <a:pt x="4" y="10"/>
                  </a:cubicBezTo>
                  <a:cubicBezTo>
                    <a:pt x="5" y="11"/>
                    <a:pt x="6" y="12"/>
                    <a:pt x="5" y="13"/>
                  </a:cubicBezTo>
                  <a:cubicBezTo>
                    <a:pt x="5" y="14"/>
                    <a:pt x="8" y="17"/>
                    <a:pt x="6" y="18"/>
                  </a:cubicBezTo>
                  <a:cubicBezTo>
                    <a:pt x="5" y="19"/>
                    <a:pt x="4" y="17"/>
                    <a:pt x="3" y="18"/>
                  </a:cubicBezTo>
                  <a:cubicBezTo>
                    <a:pt x="2" y="20"/>
                    <a:pt x="5" y="21"/>
                    <a:pt x="4" y="23"/>
                  </a:cubicBezTo>
                  <a:cubicBezTo>
                    <a:pt x="3" y="24"/>
                    <a:pt x="1" y="24"/>
                    <a:pt x="2" y="27"/>
                  </a:cubicBezTo>
                  <a:cubicBezTo>
                    <a:pt x="2" y="30"/>
                    <a:pt x="2" y="31"/>
                    <a:pt x="1" y="32"/>
                  </a:cubicBezTo>
                  <a:cubicBezTo>
                    <a:pt x="0" y="33"/>
                    <a:pt x="1" y="33"/>
                    <a:pt x="3" y="34"/>
                  </a:cubicBezTo>
                  <a:cubicBezTo>
                    <a:pt x="6" y="36"/>
                    <a:pt x="9" y="38"/>
                    <a:pt x="9" y="40"/>
                  </a:cubicBezTo>
                  <a:cubicBezTo>
                    <a:pt x="9" y="42"/>
                    <a:pt x="8" y="43"/>
                    <a:pt x="7" y="47"/>
                  </a:cubicBezTo>
                  <a:cubicBezTo>
                    <a:pt x="11" y="47"/>
                    <a:pt x="19" y="44"/>
                    <a:pt x="29" y="42"/>
                  </a:cubicBezTo>
                  <a:cubicBezTo>
                    <a:pt x="35" y="41"/>
                    <a:pt x="40" y="42"/>
                    <a:pt x="43" y="43"/>
                  </a:cubicBezTo>
                  <a:cubicBezTo>
                    <a:pt x="44" y="42"/>
                    <a:pt x="44" y="40"/>
                    <a:pt x="43" y="3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0" name="Freeform 1366">
              <a:extLst>
                <a:ext uri="{FF2B5EF4-FFF2-40B4-BE49-F238E27FC236}">
                  <a16:creationId xmlns:a16="http://schemas.microsoft.com/office/drawing/2014/main" id="{4A5C16E2-C2F5-6882-D040-7554D3BE8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7009" y="3982823"/>
              <a:ext cx="123815" cy="179378"/>
            </a:xfrm>
            <a:custGeom>
              <a:avLst/>
              <a:gdLst>
                <a:gd name="T0" fmla="*/ 28 w 33"/>
                <a:gd name="T1" fmla="*/ 20 h 48"/>
                <a:gd name="T2" fmla="*/ 28 w 33"/>
                <a:gd name="T3" fmla="*/ 9 h 48"/>
                <a:gd name="T4" fmla="*/ 26 w 33"/>
                <a:gd name="T5" fmla="*/ 5 h 48"/>
                <a:gd name="T6" fmla="*/ 24 w 33"/>
                <a:gd name="T7" fmla="*/ 0 h 48"/>
                <a:gd name="T8" fmla="*/ 22 w 33"/>
                <a:gd name="T9" fmla="*/ 2 h 48"/>
                <a:gd name="T10" fmla="*/ 3 w 33"/>
                <a:gd name="T11" fmla="*/ 1 h 48"/>
                <a:gd name="T12" fmla="*/ 5 w 33"/>
                <a:gd name="T13" fmla="*/ 9 h 48"/>
                <a:gd name="T14" fmla="*/ 4 w 33"/>
                <a:gd name="T15" fmla="*/ 10 h 48"/>
                <a:gd name="T16" fmla="*/ 6 w 33"/>
                <a:gd name="T17" fmla="*/ 22 h 48"/>
                <a:gd name="T18" fmla="*/ 3 w 33"/>
                <a:gd name="T19" fmla="*/ 27 h 48"/>
                <a:gd name="T20" fmla="*/ 1 w 33"/>
                <a:gd name="T21" fmla="*/ 34 h 48"/>
                <a:gd name="T22" fmla="*/ 4 w 33"/>
                <a:gd name="T23" fmla="*/ 42 h 48"/>
                <a:gd name="T24" fmla="*/ 4 w 33"/>
                <a:gd name="T25" fmla="*/ 46 h 48"/>
                <a:gd name="T26" fmla="*/ 9 w 33"/>
                <a:gd name="T27" fmla="*/ 48 h 48"/>
                <a:gd name="T28" fmla="*/ 24 w 33"/>
                <a:gd name="T29" fmla="*/ 42 h 48"/>
                <a:gd name="T30" fmla="*/ 33 w 33"/>
                <a:gd name="T31" fmla="*/ 39 h 48"/>
                <a:gd name="T32" fmla="*/ 30 w 33"/>
                <a:gd name="T33" fmla="*/ 30 h 48"/>
                <a:gd name="T34" fmla="*/ 28 w 33"/>
                <a:gd name="T35" fmla="*/ 2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48">
                  <a:moveTo>
                    <a:pt x="28" y="20"/>
                  </a:moveTo>
                  <a:cubicBezTo>
                    <a:pt x="27" y="17"/>
                    <a:pt x="27" y="12"/>
                    <a:pt x="28" y="9"/>
                  </a:cubicBezTo>
                  <a:cubicBezTo>
                    <a:pt x="28" y="7"/>
                    <a:pt x="27" y="5"/>
                    <a:pt x="26" y="5"/>
                  </a:cubicBezTo>
                  <a:cubicBezTo>
                    <a:pt x="25" y="4"/>
                    <a:pt x="25" y="2"/>
                    <a:pt x="24" y="0"/>
                  </a:cubicBezTo>
                  <a:cubicBezTo>
                    <a:pt x="23" y="1"/>
                    <a:pt x="23" y="3"/>
                    <a:pt x="22" y="2"/>
                  </a:cubicBezTo>
                  <a:cubicBezTo>
                    <a:pt x="22" y="1"/>
                    <a:pt x="4" y="0"/>
                    <a:pt x="3" y="1"/>
                  </a:cubicBezTo>
                  <a:cubicBezTo>
                    <a:pt x="2" y="3"/>
                    <a:pt x="5" y="8"/>
                    <a:pt x="5" y="9"/>
                  </a:cubicBezTo>
                  <a:cubicBezTo>
                    <a:pt x="5" y="10"/>
                    <a:pt x="4" y="10"/>
                    <a:pt x="4" y="10"/>
                  </a:cubicBezTo>
                  <a:cubicBezTo>
                    <a:pt x="5" y="14"/>
                    <a:pt x="6" y="21"/>
                    <a:pt x="6" y="22"/>
                  </a:cubicBezTo>
                  <a:cubicBezTo>
                    <a:pt x="6" y="24"/>
                    <a:pt x="3" y="25"/>
                    <a:pt x="3" y="27"/>
                  </a:cubicBezTo>
                  <a:cubicBezTo>
                    <a:pt x="4" y="29"/>
                    <a:pt x="1" y="33"/>
                    <a:pt x="1" y="34"/>
                  </a:cubicBezTo>
                  <a:cubicBezTo>
                    <a:pt x="0" y="35"/>
                    <a:pt x="3" y="41"/>
                    <a:pt x="4" y="42"/>
                  </a:cubicBezTo>
                  <a:cubicBezTo>
                    <a:pt x="4" y="43"/>
                    <a:pt x="4" y="45"/>
                    <a:pt x="4" y="46"/>
                  </a:cubicBezTo>
                  <a:cubicBezTo>
                    <a:pt x="7" y="47"/>
                    <a:pt x="9" y="48"/>
                    <a:pt x="9" y="48"/>
                  </a:cubicBezTo>
                  <a:cubicBezTo>
                    <a:pt x="11" y="48"/>
                    <a:pt x="20" y="44"/>
                    <a:pt x="24" y="42"/>
                  </a:cubicBezTo>
                  <a:cubicBezTo>
                    <a:pt x="27" y="41"/>
                    <a:pt x="30" y="40"/>
                    <a:pt x="33" y="39"/>
                  </a:cubicBezTo>
                  <a:cubicBezTo>
                    <a:pt x="31" y="36"/>
                    <a:pt x="30" y="32"/>
                    <a:pt x="30" y="30"/>
                  </a:cubicBezTo>
                  <a:cubicBezTo>
                    <a:pt x="30" y="26"/>
                    <a:pt x="29" y="22"/>
                    <a:pt x="28" y="2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1" name="Freeform 1368">
              <a:extLst>
                <a:ext uri="{FF2B5EF4-FFF2-40B4-BE49-F238E27FC236}">
                  <a16:creationId xmlns:a16="http://schemas.microsoft.com/office/drawing/2014/main" id="{08B2AAD5-4EF1-ABC4-6348-510E93F7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1599" y="3936790"/>
              <a:ext cx="209533" cy="161916"/>
            </a:xfrm>
            <a:custGeom>
              <a:avLst/>
              <a:gdLst>
                <a:gd name="T0" fmla="*/ 19 w 56"/>
                <a:gd name="T1" fmla="*/ 23 h 43"/>
                <a:gd name="T2" fmla="*/ 22 w 56"/>
                <a:gd name="T3" fmla="*/ 22 h 43"/>
                <a:gd name="T4" fmla="*/ 28 w 56"/>
                <a:gd name="T5" fmla="*/ 21 h 43"/>
                <a:gd name="T6" fmla="*/ 34 w 56"/>
                <a:gd name="T7" fmla="*/ 28 h 43"/>
                <a:gd name="T8" fmla="*/ 35 w 56"/>
                <a:gd name="T9" fmla="*/ 33 h 43"/>
                <a:gd name="T10" fmla="*/ 35 w 56"/>
                <a:gd name="T11" fmla="*/ 33 h 43"/>
                <a:gd name="T12" fmla="*/ 40 w 56"/>
                <a:gd name="T13" fmla="*/ 33 h 43"/>
                <a:gd name="T14" fmla="*/ 42 w 56"/>
                <a:gd name="T15" fmla="*/ 39 h 43"/>
                <a:gd name="T16" fmla="*/ 46 w 56"/>
                <a:gd name="T17" fmla="*/ 41 h 43"/>
                <a:gd name="T18" fmla="*/ 49 w 56"/>
                <a:gd name="T19" fmla="*/ 39 h 43"/>
                <a:gd name="T20" fmla="*/ 50 w 56"/>
                <a:gd name="T21" fmla="*/ 40 h 43"/>
                <a:gd name="T22" fmla="*/ 52 w 56"/>
                <a:gd name="T23" fmla="*/ 38 h 43"/>
                <a:gd name="T24" fmla="*/ 52 w 56"/>
                <a:gd name="T25" fmla="*/ 34 h 43"/>
                <a:gd name="T26" fmla="*/ 55 w 56"/>
                <a:gd name="T27" fmla="*/ 33 h 43"/>
                <a:gd name="T28" fmla="*/ 54 w 56"/>
                <a:gd name="T29" fmla="*/ 28 h 43"/>
                <a:gd name="T30" fmla="*/ 53 w 56"/>
                <a:gd name="T31" fmla="*/ 25 h 43"/>
                <a:gd name="T32" fmla="*/ 53 w 56"/>
                <a:gd name="T33" fmla="*/ 19 h 43"/>
                <a:gd name="T34" fmla="*/ 52 w 56"/>
                <a:gd name="T35" fmla="*/ 18 h 43"/>
                <a:gd name="T36" fmla="*/ 50 w 56"/>
                <a:gd name="T37" fmla="*/ 14 h 43"/>
                <a:gd name="T38" fmla="*/ 50 w 56"/>
                <a:gd name="T39" fmla="*/ 11 h 43"/>
                <a:gd name="T40" fmla="*/ 47 w 56"/>
                <a:gd name="T41" fmla="*/ 8 h 43"/>
                <a:gd name="T42" fmla="*/ 44 w 56"/>
                <a:gd name="T43" fmla="*/ 2 h 43"/>
                <a:gd name="T44" fmla="*/ 39 w 56"/>
                <a:gd name="T45" fmla="*/ 6 h 43"/>
                <a:gd name="T46" fmla="*/ 34 w 56"/>
                <a:gd name="T47" fmla="*/ 5 h 43"/>
                <a:gd name="T48" fmla="*/ 30 w 56"/>
                <a:gd name="T49" fmla="*/ 6 h 43"/>
                <a:gd name="T50" fmla="*/ 28 w 56"/>
                <a:gd name="T51" fmla="*/ 4 h 43"/>
                <a:gd name="T52" fmla="*/ 28 w 56"/>
                <a:gd name="T53" fmla="*/ 3 h 43"/>
                <a:gd name="T54" fmla="*/ 27 w 56"/>
                <a:gd name="T55" fmla="*/ 3 h 43"/>
                <a:gd name="T56" fmla="*/ 16 w 56"/>
                <a:gd name="T57" fmla="*/ 2 h 43"/>
                <a:gd name="T58" fmla="*/ 11 w 56"/>
                <a:gd name="T59" fmla="*/ 0 h 43"/>
                <a:gd name="T60" fmla="*/ 9 w 56"/>
                <a:gd name="T61" fmla="*/ 4 h 43"/>
                <a:gd name="T62" fmla="*/ 9 w 56"/>
                <a:gd name="T63" fmla="*/ 7 h 43"/>
                <a:gd name="T64" fmla="*/ 7 w 56"/>
                <a:gd name="T65" fmla="*/ 8 h 43"/>
                <a:gd name="T66" fmla="*/ 1 w 56"/>
                <a:gd name="T67" fmla="*/ 12 h 43"/>
                <a:gd name="T68" fmla="*/ 0 w 56"/>
                <a:gd name="T69" fmla="*/ 13 h 43"/>
                <a:gd name="T70" fmla="*/ 5 w 56"/>
                <a:gd name="T71" fmla="*/ 19 h 43"/>
                <a:gd name="T72" fmla="*/ 14 w 56"/>
                <a:gd name="T73" fmla="*/ 29 h 43"/>
                <a:gd name="T74" fmla="*/ 19 w 56"/>
                <a:gd name="T75" fmla="*/ 2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6" h="43">
                  <a:moveTo>
                    <a:pt x="19" y="23"/>
                  </a:moveTo>
                  <a:cubicBezTo>
                    <a:pt x="19" y="21"/>
                    <a:pt x="20" y="22"/>
                    <a:pt x="22" y="22"/>
                  </a:cubicBezTo>
                  <a:cubicBezTo>
                    <a:pt x="24" y="22"/>
                    <a:pt x="26" y="21"/>
                    <a:pt x="28" y="21"/>
                  </a:cubicBezTo>
                  <a:cubicBezTo>
                    <a:pt x="29" y="21"/>
                    <a:pt x="34" y="27"/>
                    <a:pt x="34" y="28"/>
                  </a:cubicBezTo>
                  <a:cubicBezTo>
                    <a:pt x="34" y="30"/>
                    <a:pt x="34" y="32"/>
                    <a:pt x="35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8" y="33"/>
                    <a:pt x="40" y="33"/>
                    <a:pt x="40" y="33"/>
                  </a:cubicBezTo>
                  <a:cubicBezTo>
                    <a:pt x="41" y="33"/>
                    <a:pt x="43" y="36"/>
                    <a:pt x="42" y="39"/>
                  </a:cubicBezTo>
                  <a:cubicBezTo>
                    <a:pt x="42" y="41"/>
                    <a:pt x="45" y="43"/>
                    <a:pt x="46" y="41"/>
                  </a:cubicBezTo>
                  <a:cubicBezTo>
                    <a:pt x="47" y="40"/>
                    <a:pt x="49" y="38"/>
                    <a:pt x="49" y="39"/>
                  </a:cubicBezTo>
                  <a:cubicBezTo>
                    <a:pt x="49" y="40"/>
                    <a:pt x="50" y="40"/>
                    <a:pt x="50" y="40"/>
                  </a:cubicBezTo>
                  <a:cubicBezTo>
                    <a:pt x="51" y="39"/>
                    <a:pt x="52" y="39"/>
                    <a:pt x="52" y="38"/>
                  </a:cubicBezTo>
                  <a:cubicBezTo>
                    <a:pt x="53" y="37"/>
                    <a:pt x="51" y="35"/>
                    <a:pt x="52" y="34"/>
                  </a:cubicBezTo>
                  <a:cubicBezTo>
                    <a:pt x="53" y="32"/>
                    <a:pt x="54" y="34"/>
                    <a:pt x="55" y="33"/>
                  </a:cubicBezTo>
                  <a:cubicBezTo>
                    <a:pt x="56" y="32"/>
                    <a:pt x="54" y="29"/>
                    <a:pt x="54" y="28"/>
                  </a:cubicBezTo>
                  <a:cubicBezTo>
                    <a:pt x="54" y="27"/>
                    <a:pt x="54" y="26"/>
                    <a:pt x="53" y="25"/>
                  </a:cubicBezTo>
                  <a:cubicBezTo>
                    <a:pt x="51" y="24"/>
                    <a:pt x="52" y="21"/>
                    <a:pt x="53" y="19"/>
                  </a:cubicBezTo>
                  <a:cubicBezTo>
                    <a:pt x="52" y="19"/>
                    <a:pt x="52" y="18"/>
                    <a:pt x="52" y="18"/>
                  </a:cubicBezTo>
                  <a:cubicBezTo>
                    <a:pt x="51" y="17"/>
                    <a:pt x="51" y="14"/>
                    <a:pt x="50" y="14"/>
                  </a:cubicBezTo>
                  <a:cubicBezTo>
                    <a:pt x="48" y="14"/>
                    <a:pt x="48" y="12"/>
                    <a:pt x="50" y="11"/>
                  </a:cubicBezTo>
                  <a:cubicBezTo>
                    <a:pt x="51" y="11"/>
                    <a:pt x="47" y="9"/>
                    <a:pt x="47" y="8"/>
                  </a:cubicBezTo>
                  <a:cubicBezTo>
                    <a:pt x="47" y="6"/>
                    <a:pt x="45" y="2"/>
                    <a:pt x="44" y="2"/>
                  </a:cubicBezTo>
                  <a:cubicBezTo>
                    <a:pt x="43" y="2"/>
                    <a:pt x="40" y="6"/>
                    <a:pt x="39" y="6"/>
                  </a:cubicBezTo>
                  <a:cubicBezTo>
                    <a:pt x="38" y="6"/>
                    <a:pt x="35" y="3"/>
                    <a:pt x="34" y="5"/>
                  </a:cubicBezTo>
                  <a:cubicBezTo>
                    <a:pt x="33" y="8"/>
                    <a:pt x="31" y="4"/>
                    <a:pt x="30" y="6"/>
                  </a:cubicBezTo>
                  <a:cubicBezTo>
                    <a:pt x="28" y="8"/>
                    <a:pt x="28" y="4"/>
                    <a:pt x="28" y="4"/>
                  </a:cubicBezTo>
                  <a:cubicBezTo>
                    <a:pt x="28" y="4"/>
                    <a:pt x="28" y="3"/>
                    <a:pt x="28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3" y="4"/>
                    <a:pt x="16" y="4"/>
                    <a:pt x="16" y="2"/>
                  </a:cubicBezTo>
                  <a:cubicBezTo>
                    <a:pt x="15" y="1"/>
                    <a:pt x="11" y="0"/>
                    <a:pt x="11" y="0"/>
                  </a:cubicBezTo>
                  <a:cubicBezTo>
                    <a:pt x="11" y="0"/>
                    <a:pt x="11" y="3"/>
                    <a:pt x="9" y="4"/>
                  </a:cubicBezTo>
                  <a:cubicBezTo>
                    <a:pt x="7" y="4"/>
                    <a:pt x="9" y="7"/>
                    <a:pt x="9" y="7"/>
                  </a:cubicBezTo>
                  <a:cubicBezTo>
                    <a:pt x="9" y="8"/>
                    <a:pt x="8" y="9"/>
                    <a:pt x="7" y="8"/>
                  </a:cubicBezTo>
                  <a:cubicBezTo>
                    <a:pt x="6" y="8"/>
                    <a:pt x="2" y="11"/>
                    <a:pt x="1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2" y="15"/>
                    <a:pt x="2" y="17"/>
                    <a:pt x="5" y="19"/>
                  </a:cubicBezTo>
                  <a:cubicBezTo>
                    <a:pt x="8" y="21"/>
                    <a:pt x="11" y="24"/>
                    <a:pt x="14" y="29"/>
                  </a:cubicBezTo>
                  <a:cubicBezTo>
                    <a:pt x="16" y="27"/>
                    <a:pt x="19" y="24"/>
                    <a:pt x="19" y="2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2" name="Freeform 1370">
              <a:extLst>
                <a:ext uri="{FF2B5EF4-FFF2-40B4-BE49-F238E27FC236}">
                  <a16:creationId xmlns:a16="http://schemas.microsoft.com/office/drawing/2014/main" id="{49DBCD20-B5C1-A99E-16BB-20EDA34C8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8428" y="4057433"/>
              <a:ext cx="120640" cy="112707"/>
            </a:xfrm>
            <a:custGeom>
              <a:avLst/>
              <a:gdLst>
                <a:gd name="T0" fmla="*/ 26 w 32"/>
                <a:gd name="T1" fmla="*/ 17 h 30"/>
                <a:gd name="T2" fmla="*/ 23 w 32"/>
                <a:gd name="T3" fmla="*/ 15 h 30"/>
                <a:gd name="T4" fmla="*/ 24 w 32"/>
                <a:gd name="T5" fmla="*/ 10 h 30"/>
                <a:gd name="T6" fmla="*/ 24 w 32"/>
                <a:gd name="T7" fmla="*/ 8 h 30"/>
                <a:gd name="T8" fmla="*/ 23 w 32"/>
                <a:gd name="T9" fmla="*/ 7 h 30"/>
                <a:gd name="T10" fmla="*/ 20 w 32"/>
                <a:gd name="T11" fmla="*/ 9 h 30"/>
                <a:gd name="T12" fmla="*/ 16 w 32"/>
                <a:gd name="T13" fmla="*/ 6 h 30"/>
                <a:gd name="T14" fmla="*/ 14 w 32"/>
                <a:gd name="T15" fmla="*/ 0 h 30"/>
                <a:gd name="T16" fmla="*/ 9 w 32"/>
                <a:gd name="T17" fmla="*/ 1 h 30"/>
                <a:gd name="T18" fmla="*/ 8 w 32"/>
                <a:gd name="T19" fmla="*/ 5 h 30"/>
                <a:gd name="T20" fmla="*/ 2 w 32"/>
                <a:gd name="T21" fmla="*/ 10 h 30"/>
                <a:gd name="T22" fmla="*/ 0 w 32"/>
                <a:gd name="T23" fmla="*/ 12 h 30"/>
                <a:gd name="T24" fmla="*/ 10 w 32"/>
                <a:gd name="T25" fmla="*/ 19 h 30"/>
                <a:gd name="T26" fmla="*/ 28 w 32"/>
                <a:gd name="T27" fmla="*/ 30 h 30"/>
                <a:gd name="T28" fmla="*/ 29 w 32"/>
                <a:gd name="T29" fmla="*/ 30 h 30"/>
                <a:gd name="T30" fmla="*/ 32 w 32"/>
                <a:gd name="T31" fmla="*/ 23 h 30"/>
                <a:gd name="T32" fmla="*/ 26 w 32"/>
                <a:gd name="T33" fmla="*/ 1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" h="30">
                  <a:moveTo>
                    <a:pt x="26" y="17"/>
                  </a:moveTo>
                  <a:cubicBezTo>
                    <a:pt x="23" y="16"/>
                    <a:pt x="22" y="16"/>
                    <a:pt x="23" y="15"/>
                  </a:cubicBezTo>
                  <a:cubicBezTo>
                    <a:pt x="24" y="14"/>
                    <a:pt x="24" y="12"/>
                    <a:pt x="24" y="10"/>
                  </a:cubicBezTo>
                  <a:cubicBezTo>
                    <a:pt x="24" y="9"/>
                    <a:pt x="24" y="8"/>
                    <a:pt x="24" y="8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2" y="5"/>
                    <a:pt x="21" y="7"/>
                    <a:pt x="20" y="9"/>
                  </a:cubicBezTo>
                  <a:cubicBezTo>
                    <a:pt x="19" y="11"/>
                    <a:pt x="16" y="9"/>
                    <a:pt x="16" y="6"/>
                  </a:cubicBezTo>
                  <a:cubicBezTo>
                    <a:pt x="17" y="4"/>
                    <a:pt x="15" y="0"/>
                    <a:pt x="14" y="0"/>
                  </a:cubicBezTo>
                  <a:cubicBezTo>
                    <a:pt x="14" y="0"/>
                    <a:pt x="11" y="0"/>
                    <a:pt x="9" y="1"/>
                  </a:cubicBezTo>
                  <a:cubicBezTo>
                    <a:pt x="9" y="2"/>
                    <a:pt x="8" y="3"/>
                    <a:pt x="8" y="5"/>
                  </a:cubicBezTo>
                  <a:cubicBezTo>
                    <a:pt x="8" y="6"/>
                    <a:pt x="3" y="8"/>
                    <a:pt x="2" y="10"/>
                  </a:cubicBezTo>
                  <a:cubicBezTo>
                    <a:pt x="1" y="10"/>
                    <a:pt x="1" y="11"/>
                    <a:pt x="0" y="12"/>
                  </a:cubicBezTo>
                  <a:cubicBezTo>
                    <a:pt x="3" y="14"/>
                    <a:pt x="7" y="17"/>
                    <a:pt x="10" y="19"/>
                  </a:cubicBezTo>
                  <a:cubicBezTo>
                    <a:pt x="15" y="23"/>
                    <a:pt x="24" y="28"/>
                    <a:pt x="28" y="30"/>
                  </a:cubicBezTo>
                  <a:cubicBezTo>
                    <a:pt x="28" y="30"/>
                    <a:pt x="29" y="30"/>
                    <a:pt x="29" y="30"/>
                  </a:cubicBezTo>
                  <a:cubicBezTo>
                    <a:pt x="30" y="26"/>
                    <a:pt x="31" y="25"/>
                    <a:pt x="32" y="23"/>
                  </a:cubicBezTo>
                  <a:cubicBezTo>
                    <a:pt x="32" y="21"/>
                    <a:pt x="28" y="19"/>
                    <a:pt x="26" y="1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3" name="Freeform 1372">
              <a:extLst>
                <a:ext uri="{FF2B5EF4-FFF2-40B4-BE49-F238E27FC236}">
                  <a16:creationId xmlns:a16="http://schemas.microsoft.com/office/drawing/2014/main" id="{26B36979-15CE-DAF0-9EED-3586984C1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0806" y="4016160"/>
              <a:ext cx="85718" cy="88896"/>
            </a:xfrm>
            <a:custGeom>
              <a:avLst/>
              <a:gdLst>
                <a:gd name="T0" fmla="*/ 22 w 23"/>
                <a:gd name="T1" fmla="*/ 16 h 24"/>
                <a:gd name="T2" fmla="*/ 22 w 23"/>
                <a:gd name="T3" fmla="*/ 12 h 24"/>
                <a:gd name="T4" fmla="*/ 21 w 23"/>
                <a:gd name="T5" fmla="*/ 7 h 24"/>
                <a:gd name="T6" fmla="*/ 15 w 23"/>
                <a:gd name="T7" fmla="*/ 0 h 24"/>
                <a:gd name="T8" fmla="*/ 9 w 23"/>
                <a:gd name="T9" fmla="*/ 1 h 24"/>
                <a:gd name="T10" fmla="*/ 6 w 23"/>
                <a:gd name="T11" fmla="*/ 2 h 24"/>
                <a:gd name="T12" fmla="*/ 0 w 23"/>
                <a:gd name="T13" fmla="*/ 7 h 24"/>
                <a:gd name="T14" fmla="*/ 1 w 23"/>
                <a:gd name="T15" fmla="*/ 10 h 24"/>
                <a:gd name="T16" fmla="*/ 8 w 23"/>
                <a:gd name="T17" fmla="*/ 20 h 24"/>
                <a:gd name="T18" fmla="*/ 14 w 23"/>
                <a:gd name="T19" fmla="*/ 24 h 24"/>
                <a:gd name="T20" fmla="*/ 15 w 23"/>
                <a:gd name="T21" fmla="*/ 21 h 24"/>
                <a:gd name="T22" fmla="*/ 22 w 23"/>
                <a:gd name="T23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" h="24">
                  <a:moveTo>
                    <a:pt x="22" y="16"/>
                  </a:moveTo>
                  <a:cubicBezTo>
                    <a:pt x="22" y="15"/>
                    <a:pt x="23" y="13"/>
                    <a:pt x="22" y="12"/>
                  </a:cubicBezTo>
                  <a:cubicBezTo>
                    <a:pt x="21" y="10"/>
                    <a:pt x="21" y="9"/>
                    <a:pt x="21" y="7"/>
                  </a:cubicBezTo>
                  <a:cubicBezTo>
                    <a:pt x="21" y="6"/>
                    <a:pt x="17" y="0"/>
                    <a:pt x="15" y="0"/>
                  </a:cubicBezTo>
                  <a:cubicBezTo>
                    <a:pt x="13" y="0"/>
                    <a:pt x="11" y="1"/>
                    <a:pt x="9" y="1"/>
                  </a:cubicBezTo>
                  <a:cubicBezTo>
                    <a:pt x="7" y="0"/>
                    <a:pt x="6" y="0"/>
                    <a:pt x="6" y="2"/>
                  </a:cubicBezTo>
                  <a:cubicBezTo>
                    <a:pt x="5" y="3"/>
                    <a:pt x="3" y="6"/>
                    <a:pt x="0" y="7"/>
                  </a:cubicBezTo>
                  <a:cubicBezTo>
                    <a:pt x="1" y="8"/>
                    <a:pt x="1" y="9"/>
                    <a:pt x="1" y="10"/>
                  </a:cubicBezTo>
                  <a:cubicBezTo>
                    <a:pt x="3" y="16"/>
                    <a:pt x="5" y="18"/>
                    <a:pt x="8" y="20"/>
                  </a:cubicBezTo>
                  <a:cubicBezTo>
                    <a:pt x="9" y="21"/>
                    <a:pt x="11" y="22"/>
                    <a:pt x="14" y="24"/>
                  </a:cubicBezTo>
                  <a:cubicBezTo>
                    <a:pt x="14" y="23"/>
                    <a:pt x="15" y="22"/>
                    <a:pt x="15" y="21"/>
                  </a:cubicBezTo>
                  <a:cubicBezTo>
                    <a:pt x="17" y="20"/>
                    <a:pt x="21" y="18"/>
                    <a:pt x="22" y="1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4" name="Freeform 1374">
              <a:extLst>
                <a:ext uri="{FF2B5EF4-FFF2-40B4-BE49-F238E27FC236}">
                  <a16:creationId xmlns:a16="http://schemas.microsoft.com/office/drawing/2014/main" id="{691911CD-9C20-5031-50B2-743056692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9215" y="3505013"/>
              <a:ext cx="231756" cy="192078"/>
            </a:xfrm>
            <a:custGeom>
              <a:avLst/>
              <a:gdLst>
                <a:gd name="T0" fmla="*/ 29 w 62"/>
                <a:gd name="T1" fmla="*/ 39 h 51"/>
                <a:gd name="T2" fmla="*/ 37 w 62"/>
                <a:gd name="T3" fmla="*/ 33 h 51"/>
                <a:gd name="T4" fmla="*/ 37 w 62"/>
                <a:gd name="T5" fmla="*/ 13 h 51"/>
                <a:gd name="T6" fmla="*/ 62 w 62"/>
                <a:gd name="T7" fmla="*/ 13 h 51"/>
                <a:gd name="T8" fmla="*/ 62 w 62"/>
                <a:gd name="T9" fmla="*/ 3 h 51"/>
                <a:gd name="T10" fmla="*/ 57 w 62"/>
                <a:gd name="T11" fmla="*/ 0 h 51"/>
                <a:gd name="T12" fmla="*/ 29 w 62"/>
                <a:gd name="T13" fmla="*/ 0 h 51"/>
                <a:gd name="T14" fmla="*/ 25 w 62"/>
                <a:gd name="T15" fmla="*/ 7 h 51"/>
                <a:gd name="T16" fmla="*/ 15 w 62"/>
                <a:gd name="T17" fmla="*/ 20 h 51"/>
                <a:gd name="T18" fmla="*/ 2 w 62"/>
                <a:gd name="T19" fmla="*/ 44 h 51"/>
                <a:gd name="T20" fmla="*/ 0 w 62"/>
                <a:gd name="T21" fmla="*/ 51 h 51"/>
                <a:gd name="T22" fmla="*/ 29 w 62"/>
                <a:gd name="T23" fmla="*/ 51 h 51"/>
                <a:gd name="T24" fmla="*/ 29 w 62"/>
                <a:gd name="T25" fmla="*/ 3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51">
                  <a:moveTo>
                    <a:pt x="29" y="39"/>
                  </a:moveTo>
                  <a:cubicBezTo>
                    <a:pt x="29" y="37"/>
                    <a:pt x="37" y="35"/>
                    <a:pt x="37" y="3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61" y="14"/>
                    <a:pt x="62" y="13"/>
                  </a:cubicBezTo>
                  <a:cubicBezTo>
                    <a:pt x="62" y="13"/>
                    <a:pt x="62" y="8"/>
                    <a:pt x="62" y="3"/>
                  </a:cubicBezTo>
                  <a:cubicBezTo>
                    <a:pt x="61" y="1"/>
                    <a:pt x="62" y="0"/>
                    <a:pt x="5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2"/>
                    <a:pt x="26" y="4"/>
                    <a:pt x="25" y="7"/>
                  </a:cubicBezTo>
                  <a:cubicBezTo>
                    <a:pt x="24" y="10"/>
                    <a:pt x="15" y="15"/>
                    <a:pt x="15" y="20"/>
                  </a:cubicBezTo>
                  <a:cubicBezTo>
                    <a:pt x="15" y="25"/>
                    <a:pt x="7" y="33"/>
                    <a:pt x="2" y="44"/>
                  </a:cubicBezTo>
                  <a:cubicBezTo>
                    <a:pt x="1" y="46"/>
                    <a:pt x="0" y="49"/>
                    <a:pt x="0" y="51"/>
                  </a:cubicBezTo>
                  <a:cubicBezTo>
                    <a:pt x="29" y="51"/>
                    <a:pt x="29" y="51"/>
                    <a:pt x="29" y="51"/>
                  </a:cubicBezTo>
                  <a:lnTo>
                    <a:pt x="29" y="3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5" name="Freeform 1376">
              <a:extLst>
                <a:ext uri="{FF2B5EF4-FFF2-40B4-BE49-F238E27FC236}">
                  <a16:creationId xmlns:a16="http://schemas.microsoft.com/office/drawing/2014/main" id="{4E875E59-2CBC-C381-CAE7-875AAA55B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9215" y="3509775"/>
              <a:ext cx="336523" cy="374630"/>
            </a:xfrm>
            <a:custGeom>
              <a:avLst/>
              <a:gdLst>
                <a:gd name="T0" fmla="*/ 7 w 90"/>
                <a:gd name="T1" fmla="*/ 86 h 100"/>
                <a:gd name="T2" fmla="*/ 13 w 90"/>
                <a:gd name="T3" fmla="*/ 86 h 100"/>
                <a:gd name="T4" fmla="*/ 19 w 90"/>
                <a:gd name="T5" fmla="*/ 86 h 100"/>
                <a:gd name="T6" fmla="*/ 23 w 90"/>
                <a:gd name="T7" fmla="*/ 90 h 100"/>
                <a:gd name="T8" fmla="*/ 26 w 90"/>
                <a:gd name="T9" fmla="*/ 90 h 100"/>
                <a:gd name="T10" fmla="*/ 31 w 90"/>
                <a:gd name="T11" fmla="*/ 96 h 100"/>
                <a:gd name="T12" fmla="*/ 35 w 90"/>
                <a:gd name="T13" fmla="*/ 100 h 100"/>
                <a:gd name="T14" fmla="*/ 39 w 90"/>
                <a:gd name="T15" fmla="*/ 98 h 100"/>
                <a:gd name="T16" fmla="*/ 43 w 90"/>
                <a:gd name="T17" fmla="*/ 96 h 100"/>
                <a:gd name="T18" fmla="*/ 47 w 90"/>
                <a:gd name="T19" fmla="*/ 95 h 100"/>
                <a:gd name="T20" fmla="*/ 52 w 90"/>
                <a:gd name="T21" fmla="*/ 96 h 100"/>
                <a:gd name="T22" fmla="*/ 57 w 90"/>
                <a:gd name="T23" fmla="*/ 94 h 100"/>
                <a:gd name="T24" fmla="*/ 86 w 90"/>
                <a:gd name="T25" fmla="*/ 94 h 100"/>
                <a:gd name="T26" fmla="*/ 87 w 90"/>
                <a:gd name="T27" fmla="*/ 87 h 100"/>
                <a:gd name="T28" fmla="*/ 85 w 90"/>
                <a:gd name="T29" fmla="*/ 85 h 100"/>
                <a:gd name="T30" fmla="*/ 78 w 90"/>
                <a:gd name="T31" fmla="*/ 19 h 100"/>
                <a:gd name="T32" fmla="*/ 90 w 90"/>
                <a:gd name="T33" fmla="*/ 19 h 100"/>
                <a:gd name="T34" fmla="*/ 64 w 90"/>
                <a:gd name="T35" fmla="*/ 2 h 100"/>
                <a:gd name="T36" fmla="*/ 62 w 90"/>
                <a:gd name="T37" fmla="*/ 0 h 100"/>
                <a:gd name="T38" fmla="*/ 62 w 90"/>
                <a:gd name="T39" fmla="*/ 11 h 100"/>
                <a:gd name="T40" fmla="*/ 37 w 90"/>
                <a:gd name="T41" fmla="*/ 11 h 100"/>
                <a:gd name="T42" fmla="*/ 37 w 90"/>
                <a:gd name="T43" fmla="*/ 31 h 100"/>
                <a:gd name="T44" fmla="*/ 29 w 90"/>
                <a:gd name="T45" fmla="*/ 37 h 100"/>
                <a:gd name="T46" fmla="*/ 29 w 90"/>
                <a:gd name="T47" fmla="*/ 49 h 100"/>
                <a:gd name="T48" fmla="*/ 0 w 90"/>
                <a:gd name="T49" fmla="*/ 49 h 100"/>
                <a:gd name="T50" fmla="*/ 4 w 90"/>
                <a:gd name="T51" fmla="*/ 57 h 100"/>
                <a:gd name="T52" fmla="*/ 6 w 90"/>
                <a:gd name="T53" fmla="*/ 69 h 100"/>
                <a:gd name="T54" fmla="*/ 3 w 90"/>
                <a:gd name="T55" fmla="*/ 84 h 100"/>
                <a:gd name="T56" fmla="*/ 2 w 90"/>
                <a:gd name="T57" fmla="*/ 90 h 100"/>
                <a:gd name="T58" fmla="*/ 2 w 90"/>
                <a:gd name="T59" fmla="*/ 90 h 100"/>
                <a:gd name="T60" fmla="*/ 7 w 90"/>
                <a:gd name="T61" fmla="*/ 8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0" h="100">
                  <a:moveTo>
                    <a:pt x="7" y="86"/>
                  </a:moveTo>
                  <a:cubicBezTo>
                    <a:pt x="9" y="87"/>
                    <a:pt x="13" y="86"/>
                    <a:pt x="13" y="86"/>
                  </a:cubicBezTo>
                  <a:cubicBezTo>
                    <a:pt x="13" y="86"/>
                    <a:pt x="17" y="85"/>
                    <a:pt x="19" y="86"/>
                  </a:cubicBezTo>
                  <a:cubicBezTo>
                    <a:pt x="21" y="87"/>
                    <a:pt x="23" y="90"/>
                    <a:pt x="23" y="90"/>
                  </a:cubicBezTo>
                  <a:cubicBezTo>
                    <a:pt x="26" y="90"/>
                    <a:pt x="26" y="90"/>
                    <a:pt x="26" y="90"/>
                  </a:cubicBezTo>
                  <a:cubicBezTo>
                    <a:pt x="26" y="90"/>
                    <a:pt x="28" y="95"/>
                    <a:pt x="31" y="96"/>
                  </a:cubicBezTo>
                  <a:cubicBezTo>
                    <a:pt x="33" y="97"/>
                    <a:pt x="34" y="99"/>
                    <a:pt x="35" y="100"/>
                  </a:cubicBezTo>
                  <a:cubicBezTo>
                    <a:pt x="37" y="100"/>
                    <a:pt x="39" y="99"/>
                    <a:pt x="39" y="98"/>
                  </a:cubicBezTo>
                  <a:cubicBezTo>
                    <a:pt x="39" y="96"/>
                    <a:pt x="40" y="93"/>
                    <a:pt x="43" y="96"/>
                  </a:cubicBezTo>
                  <a:cubicBezTo>
                    <a:pt x="47" y="99"/>
                    <a:pt x="47" y="96"/>
                    <a:pt x="47" y="95"/>
                  </a:cubicBezTo>
                  <a:cubicBezTo>
                    <a:pt x="48" y="94"/>
                    <a:pt x="50" y="96"/>
                    <a:pt x="52" y="96"/>
                  </a:cubicBezTo>
                  <a:cubicBezTo>
                    <a:pt x="54" y="96"/>
                    <a:pt x="57" y="94"/>
                    <a:pt x="57" y="94"/>
                  </a:cubicBezTo>
                  <a:cubicBezTo>
                    <a:pt x="57" y="94"/>
                    <a:pt x="85" y="95"/>
                    <a:pt x="86" y="94"/>
                  </a:cubicBezTo>
                  <a:cubicBezTo>
                    <a:pt x="87" y="93"/>
                    <a:pt x="87" y="87"/>
                    <a:pt x="87" y="87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90" y="19"/>
                    <a:pt x="90" y="19"/>
                    <a:pt x="90" y="19"/>
                  </a:cubicBezTo>
                  <a:cubicBezTo>
                    <a:pt x="77" y="10"/>
                    <a:pt x="65" y="3"/>
                    <a:pt x="64" y="2"/>
                  </a:cubicBezTo>
                  <a:cubicBezTo>
                    <a:pt x="63" y="1"/>
                    <a:pt x="63" y="1"/>
                    <a:pt x="62" y="0"/>
                  </a:cubicBezTo>
                  <a:cubicBezTo>
                    <a:pt x="63" y="6"/>
                    <a:pt x="63" y="11"/>
                    <a:pt x="62" y="11"/>
                  </a:cubicBezTo>
                  <a:cubicBezTo>
                    <a:pt x="62" y="12"/>
                    <a:pt x="37" y="11"/>
                    <a:pt x="37" y="1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3"/>
                    <a:pt x="29" y="35"/>
                    <a:pt x="29" y="37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2" y="55"/>
                    <a:pt x="4" y="57"/>
                  </a:cubicBezTo>
                  <a:cubicBezTo>
                    <a:pt x="6" y="60"/>
                    <a:pt x="2" y="64"/>
                    <a:pt x="6" y="69"/>
                  </a:cubicBezTo>
                  <a:cubicBezTo>
                    <a:pt x="9" y="74"/>
                    <a:pt x="5" y="81"/>
                    <a:pt x="3" y="84"/>
                  </a:cubicBezTo>
                  <a:cubicBezTo>
                    <a:pt x="2" y="85"/>
                    <a:pt x="2" y="88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5" y="90"/>
                    <a:pt x="4" y="86"/>
                    <a:pt x="7" y="8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6" name="Freeform 1378">
              <a:extLst>
                <a:ext uri="{FF2B5EF4-FFF2-40B4-BE49-F238E27FC236}">
                  <a16:creationId xmlns:a16="http://schemas.microsoft.com/office/drawing/2014/main" id="{4998A73C-9840-28CF-A489-D0151F18F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6203" y="3584384"/>
              <a:ext cx="465100" cy="431777"/>
            </a:xfrm>
            <a:custGeom>
              <a:avLst/>
              <a:gdLst>
                <a:gd name="T0" fmla="*/ 117 w 124"/>
                <a:gd name="T1" fmla="*/ 48 h 115"/>
                <a:gd name="T2" fmla="*/ 113 w 124"/>
                <a:gd name="T3" fmla="*/ 40 h 115"/>
                <a:gd name="T4" fmla="*/ 105 w 124"/>
                <a:gd name="T5" fmla="*/ 37 h 115"/>
                <a:gd name="T6" fmla="*/ 100 w 124"/>
                <a:gd name="T7" fmla="*/ 31 h 115"/>
                <a:gd name="T8" fmla="*/ 55 w 124"/>
                <a:gd name="T9" fmla="*/ 0 h 115"/>
                <a:gd name="T10" fmla="*/ 42 w 124"/>
                <a:gd name="T11" fmla="*/ 0 h 115"/>
                <a:gd name="T12" fmla="*/ 49 w 124"/>
                <a:gd name="T13" fmla="*/ 65 h 115"/>
                <a:gd name="T14" fmla="*/ 52 w 124"/>
                <a:gd name="T15" fmla="*/ 67 h 115"/>
                <a:gd name="T16" fmla="*/ 51 w 124"/>
                <a:gd name="T17" fmla="*/ 74 h 115"/>
                <a:gd name="T18" fmla="*/ 22 w 124"/>
                <a:gd name="T19" fmla="*/ 74 h 115"/>
                <a:gd name="T20" fmla="*/ 17 w 124"/>
                <a:gd name="T21" fmla="*/ 75 h 115"/>
                <a:gd name="T22" fmla="*/ 12 w 124"/>
                <a:gd name="T23" fmla="*/ 75 h 115"/>
                <a:gd name="T24" fmla="*/ 8 w 124"/>
                <a:gd name="T25" fmla="*/ 76 h 115"/>
                <a:gd name="T26" fmla="*/ 4 w 124"/>
                <a:gd name="T27" fmla="*/ 77 h 115"/>
                <a:gd name="T28" fmla="*/ 0 w 124"/>
                <a:gd name="T29" fmla="*/ 80 h 115"/>
                <a:gd name="T30" fmla="*/ 1 w 124"/>
                <a:gd name="T31" fmla="*/ 81 h 115"/>
                <a:gd name="T32" fmla="*/ 2 w 124"/>
                <a:gd name="T33" fmla="*/ 83 h 115"/>
                <a:gd name="T34" fmla="*/ 3 w 124"/>
                <a:gd name="T35" fmla="*/ 88 h 115"/>
                <a:gd name="T36" fmla="*/ 7 w 124"/>
                <a:gd name="T37" fmla="*/ 93 h 115"/>
                <a:gd name="T38" fmla="*/ 7 w 124"/>
                <a:gd name="T39" fmla="*/ 99 h 115"/>
                <a:gd name="T40" fmla="*/ 9 w 124"/>
                <a:gd name="T41" fmla="*/ 101 h 115"/>
                <a:gd name="T42" fmla="*/ 13 w 124"/>
                <a:gd name="T43" fmla="*/ 100 h 115"/>
                <a:gd name="T44" fmla="*/ 18 w 124"/>
                <a:gd name="T45" fmla="*/ 100 h 115"/>
                <a:gd name="T46" fmla="*/ 24 w 124"/>
                <a:gd name="T47" fmla="*/ 97 h 115"/>
                <a:gd name="T48" fmla="*/ 26 w 124"/>
                <a:gd name="T49" fmla="*/ 102 h 115"/>
                <a:gd name="T50" fmla="*/ 29 w 124"/>
                <a:gd name="T51" fmla="*/ 106 h 115"/>
                <a:gd name="T52" fmla="*/ 29 w 124"/>
                <a:gd name="T53" fmla="*/ 108 h 115"/>
                <a:gd name="T54" fmla="*/ 31 w 124"/>
                <a:gd name="T55" fmla="*/ 112 h 115"/>
                <a:gd name="T56" fmla="*/ 34 w 124"/>
                <a:gd name="T57" fmla="*/ 113 h 115"/>
                <a:gd name="T58" fmla="*/ 38 w 124"/>
                <a:gd name="T59" fmla="*/ 114 h 115"/>
                <a:gd name="T60" fmla="*/ 42 w 124"/>
                <a:gd name="T61" fmla="*/ 112 h 115"/>
                <a:gd name="T62" fmla="*/ 46 w 124"/>
                <a:gd name="T63" fmla="*/ 112 h 115"/>
                <a:gd name="T64" fmla="*/ 49 w 124"/>
                <a:gd name="T65" fmla="*/ 112 h 115"/>
                <a:gd name="T66" fmla="*/ 51 w 124"/>
                <a:gd name="T67" fmla="*/ 112 h 115"/>
                <a:gd name="T68" fmla="*/ 53 w 124"/>
                <a:gd name="T69" fmla="*/ 106 h 115"/>
                <a:gd name="T70" fmla="*/ 52 w 124"/>
                <a:gd name="T71" fmla="*/ 102 h 115"/>
                <a:gd name="T72" fmla="*/ 58 w 124"/>
                <a:gd name="T73" fmla="*/ 99 h 115"/>
                <a:gd name="T74" fmla="*/ 61 w 124"/>
                <a:gd name="T75" fmla="*/ 94 h 115"/>
                <a:gd name="T76" fmla="*/ 63 w 124"/>
                <a:gd name="T77" fmla="*/ 89 h 115"/>
                <a:gd name="T78" fmla="*/ 68 w 124"/>
                <a:gd name="T79" fmla="*/ 89 h 115"/>
                <a:gd name="T80" fmla="*/ 71 w 124"/>
                <a:gd name="T81" fmla="*/ 86 h 115"/>
                <a:gd name="T82" fmla="*/ 74 w 124"/>
                <a:gd name="T83" fmla="*/ 84 h 115"/>
                <a:gd name="T84" fmla="*/ 77 w 124"/>
                <a:gd name="T85" fmla="*/ 82 h 115"/>
                <a:gd name="T86" fmla="*/ 84 w 124"/>
                <a:gd name="T87" fmla="*/ 80 h 115"/>
                <a:gd name="T88" fmla="*/ 89 w 124"/>
                <a:gd name="T89" fmla="*/ 77 h 115"/>
                <a:gd name="T90" fmla="*/ 98 w 124"/>
                <a:gd name="T91" fmla="*/ 78 h 115"/>
                <a:gd name="T92" fmla="*/ 104 w 124"/>
                <a:gd name="T93" fmla="*/ 76 h 115"/>
                <a:gd name="T94" fmla="*/ 116 w 124"/>
                <a:gd name="T95" fmla="*/ 75 h 115"/>
                <a:gd name="T96" fmla="*/ 120 w 124"/>
                <a:gd name="T97" fmla="*/ 71 h 115"/>
                <a:gd name="T98" fmla="*/ 123 w 124"/>
                <a:gd name="T99" fmla="*/ 66 h 115"/>
                <a:gd name="T100" fmla="*/ 123 w 124"/>
                <a:gd name="T101" fmla="*/ 46 h 115"/>
                <a:gd name="T102" fmla="*/ 117 w 124"/>
                <a:gd name="T103" fmla="*/ 4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4" h="115">
                  <a:moveTo>
                    <a:pt x="117" y="48"/>
                  </a:moveTo>
                  <a:cubicBezTo>
                    <a:pt x="117" y="48"/>
                    <a:pt x="117" y="42"/>
                    <a:pt x="113" y="40"/>
                  </a:cubicBezTo>
                  <a:cubicBezTo>
                    <a:pt x="110" y="38"/>
                    <a:pt x="105" y="37"/>
                    <a:pt x="105" y="37"/>
                  </a:cubicBezTo>
                  <a:cubicBezTo>
                    <a:pt x="105" y="37"/>
                    <a:pt x="102" y="33"/>
                    <a:pt x="100" y="31"/>
                  </a:cubicBezTo>
                  <a:cubicBezTo>
                    <a:pt x="99" y="29"/>
                    <a:pt x="75" y="13"/>
                    <a:pt x="5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52" y="67"/>
                    <a:pt x="52" y="67"/>
                    <a:pt x="52" y="67"/>
                  </a:cubicBezTo>
                  <a:cubicBezTo>
                    <a:pt x="52" y="67"/>
                    <a:pt x="52" y="73"/>
                    <a:pt x="51" y="74"/>
                  </a:cubicBezTo>
                  <a:cubicBezTo>
                    <a:pt x="49" y="74"/>
                    <a:pt x="22" y="74"/>
                    <a:pt x="22" y="74"/>
                  </a:cubicBezTo>
                  <a:cubicBezTo>
                    <a:pt x="22" y="74"/>
                    <a:pt x="19" y="75"/>
                    <a:pt x="17" y="75"/>
                  </a:cubicBezTo>
                  <a:cubicBezTo>
                    <a:pt x="15" y="75"/>
                    <a:pt x="13" y="74"/>
                    <a:pt x="12" y="75"/>
                  </a:cubicBezTo>
                  <a:cubicBezTo>
                    <a:pt x="12" y="76"/>
                    <a:pt x="12" y="79"/>
                    <a:pt x="8" y="76"/>
                  </a:cubicBezTo>
                  <a:cubicBezTo>
                    <a:pt x="5" y="73"/>
                    <a:pt x="4" y="75"/>
                    <a:pt x="4" y="77"/>
                  </a:cubicBezTo>
                  <a:cubicBezTo>
                    <a:pt x="4" y="79"/>
                    <a:pt x="2" y="80"/>
                    <a:pt x="0" y="80"/>
                  </a:cubicBezTo>
                  <a:cubicBezTo>
                    <a:pt x="0" y="81"/>
                    <a:pt x="1" y="81"/>
                    <a:pt x="1" y="81"/>
                  </a:cubicBezTo>
                  <a:cubicBezTo>
                    <a:pt x="2" y="83"/>
                    <a:pt x="2" y="83"/>
                    <a:pt x="2" y="83"/>
                  </a:cubicBezTo>
                  <a:cubicBezTo>
                    <a:pt x="2" y="83"/>
                    <a:pt x="2" y="87"/>
                    <a:pt x="3" y="88"/>
                  </a:cubicBezTo>
                  <a:cubicBezTo>
                    <a:pt x="4" y="89"/>
                    <a:pt x="7" y="92"/>
                    <a:pt x="7" y="93"/>
                  </a:cubicBezTo>
                  <a:cubicBezTo>
                    <a:pt x="7" y="94"/>
                    <a:pt x="7" y="99"/>
                    <a:pt x="7" y="99"/>
                  </a:cubicBezTo>
                  <a:cubicBezTo>
                    <a:pt x="7" y="99"/>
                    <a:pt x="8" y="102"/>
                    <a:pt x="9" y="101"/>
                  </a:cubicBezTo>
                  <a:cubicBezTo>
                    <a:pt x="11" y="99"/>
                    <a:pt x="12" y="102"/>
                    <a:pt x="13" y="100"/>
                  </a:cubicBezTo>
                  <a:cubicBezTo>
                    <a:pt x="14" y="98"/>
                    <a:pt x="17" y="100"/>
                    <a:pt x="18" y="100"/>
                  </a:cubicBezTo>
                  <a:cubicBezTo>
                    <a:pt x="20" y="100"/>
                    <a:pt x="23" y="96"/>
                    <a:pt x="24" y="97"/>
                  </a:cubicBezTo>
                  <a:cubicBezTo>
                    <a:pt x="25" y="97"/>
                    <a:pt x="26" y="101"/>
                    <a:pt x="26" y="102"/>
                  </a:cubicBezTo>
                  <a:cubicBezTo>
                    <a:pt x="26" y="104"/>
                    <a:pt x="30" y="105"/>
                    <a:pt x="29" y="106"/>
                  </a:cubicBezTo>
                  <a:cubicBezTo>
                    <a:pt x="28" y="106"/>
                    <a:pt x="28" y="108"/>
                    <a:pt x="29" y="108"/>
                  </a:cubicBezTo>
                  <a:cubicBezTo>
                    <a:pt x="31" y="108"/>
                    <a:pt x="30" y="111"/>
                    <a:pt x="31" y="112"/>
                  </a:cubicBezTo>
                  <a:cubicBezTo>
                    <a:pt x="32" y="114"/>
                    <a:pt x="33" y="115"/>
                    <a:pt x="34" y="113"/>
                  </a:cubicBezTo>
                  <a:cubicBezTo>
                    <a:pt x="35" y="111"/>
                    <a:pt x="37" y="113"/>
                    <a:pt x="38" y="114"/>
                  </a:cubicBezTo>
                  <a:cubicBezTo>
                    <a:pt x="39" y="115"/>
                    <a:pt x="42" y="114"/>
                    <a:pt x="42" y="112"/>
                  </a:cubicBezTo>
                  <a:cubicBezTo>
                    <a:pt x="43" y="110"/>
                    <a:pt x="46" y="110"/>
                    <a:pt x="46" y="112"/>
                  </a:cubicBezTo>
                  <a:cubicBezTo>
                    <a:pt x="46" y="114"/>
                    <a:pt x="46" y="114"/>
                    <a:pt x="49" y="112"/>
                  </a:cubicBezTo>
                  <a:cubicBezTo>
                    <a:pt x="49" y="112"/>
                    <a:pt x="50" y="112"/>
                    <a:pt x="51" y="112"/>
                  </a:cubicBezTo>
                  <a:cubicBezTo>
                    <a:pt x="51" y="109"/>
                    <a:pt x="52" y="107"/>
                    <a:pt x="53" y="106"/>
                  </a:cubicBezTo>
                  <a:cubicBezTo>
                    <a:pt x="53" y="105"/>
                    <a:pt x="51" y="102"/>
                    <a:pt x="52" y="102"/>
                  </a:cubicBezTo>
                  <a:cubicBezTo>
                    <a:pt x="53" y="101"/>
                    <a:pt x="57" y="102"/>
                    <a:pt x="58" y="99"/>
                  </a:cubicBezTo>
                  <a:cubicBezTo>
                    <a:pt x="59" y="96"/>
                    <a:pt x="61" y="94"/>
                    <a:pt x="61" y="94"/>
                  </a:cubicBezTo>
                  <a:cubicBezTo>
                    <a:pt x="61" y="94"/>
                    <a:pt x="61" y="88"/>
                    <a:pt x="63" y="89"/>
                  </a:cubicBezTo>
                  <a:cubicBezTo>
                    <a:pt x="65" y="90"/>
                    <a:pt x="67" y="92"/>
                    <a:pt x="68" y="89"/>
                  </a:cubicBezTo>
                  <a:cubicBezTo>
                    <a:pt x="68" y="86"/>
                    <a:pt x="70" y="88"/>
                    <a:pt x="71" y="86"/>
                  </a:cubicBezTo>
                  <a:cubicBezTo>
                    <a:pt x="71" y="83"/>
                    <a:pt x="73" y="83"/>
                    <a:pt x="74" y="84"/>
                  </a:cubicBezTo>
                  <a:cubicBezTo>
                    <a:pt x="76" y="84"/>
                    <a:pt x="77" y="84"/>
                    <a:pt x="77" y="82"/>
                  </a:cubicBezTo>
                  <a:cubicBezTo>
                    <a:pt x="77" y="81"/>
                    <a:pt x="81" y="82"/>
                    <a:pt x="84" y="80"/>
                  </a:cubicBezTo>
                  <a:cubicBezTo>
                    <a:pt x="86" y="78"/>
                    <a:pt x="88" y="76"/>
                    <a:pt x="89" y="77"/>
                  </a:cubicBezTo>
                  <a:cubicBezTo>
                    <a:pt x="90" y="78"/>
                    <a:pt x="97" y="78"/>
                    <a:pt x="98" y="78"/>
                  </a:cubicBezTo>
                  <a:cubicBezTo>
                    <a:pt x="99" y="77"/>
                    <a:pt x="102" y="75"/>
                    <a:pt x="104" y="76"/>
                  </a:cubicBezTo>
                  <a:cubicBezTo>
                    <a:pt x="107" y="76"/>
                    <a:pt x="113" y="75"/>
                    <a:pt x="116" y="75"/>
                  </a:cubicBezTo>
                  <a:cubicBezTo>
                    <a:pt x="118" y="75"/>
                    <a:pt x="120" y="72"/>
                    <a:pt x="120" y="71"/>
                  </a:cubicBezTo>
                  <a:cubicBezTo>
                    <a:pt x="121" y="71"/>
                    <a:pt x="122" y="67"/>
                    <a:pt x="123" y="66"/>
                  </a:cubicBezTo>
                  <a:cubicBezTo>
                    <a:pt x="124" y="65"/>
                    <a:pt x="123" y="52"/>
                    <a:pt x="123" y="46"/>
                  </a:cubicBezTo>
                  <a:cubicBezTo>
                    <a:pt x="121" y="47"/>
                    <a:pt x="117" y="48"/>
                    <a:pt x="117" y="4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7" name="Freeform 1380">
              <a:extLst>
                <a:ext uri="{FF2B5EF4-FFF2-40B4-BE49-F238E27FC236}">
                  <a16:creationId xmlns:a16="http://schemas.microsoft.com/office/drawing/2014/main" id="{578D5EA5-5602-5901-7074-2AC695891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3514" y="3870118"/>
              <a:ext cx="233344" cy="165091"/>
            </a:xfrm>
            <a:custGeom>
              <a:avLst/>
              <a:gdLst>
                <a:gd name="T0" fmla="*/ 61 w 62"/>
                <a:gd name="T1" fmla="*/ 24 h 44"/>
                <a:gd name="T2" fmla="*/ 58 w 62"/>
                <a:gd name="T3" fmla="*/ 23 h 44"/>
                <a:gd name="T4" fmla="*/ 58 w 62"/>
                <a:gd name="T5" fmla="*/ 19 h 44"/>
                <a:gd name="T6" fmla="*/ 54 w 62"/>
                <a:gd name="T7" fmla="*/ 19 h 44"/>
                <a:gd name="T8" fmla="*/ 51 w 62"/>
                <a:gd name="T9" fmla="*/ 17 h 44"/>
                <a:gd name="T10" fmla="*/ 50 w 62"/>
                <a:gd name="T11" fmla="*/ 14 h 44"/>
                <a:gd name="T12" fmla="*/ 46 w 62"/>
                <a:gd name="T13" fmla="*/ 10 h 44"/>
                <a:gd name="T14" fmla="*/ 44 w 62"/>
                <a:gd name="T15" fmla="*/ 6 h 44"/>
                <a:gd name="T16" fmla="*/ 44 w 62"/>
                <a:gd name="T17" fmla="*/ 2 h 44"/>
                <a:gd name="T18" fmla="*/ 39 w 62"/>
                <a:gd name="T19" fmla="*/ 1 h 44"/>
                <a:gd name="T20" fmla="*/ 33 w 62"/>
                <a:gd name="T21" fmla="*/ 3 h 44"/>
                <a:gd name="T22" fmla="*/ 27 w 62"/>
                <a:gd name="T23" fmla="*/ 6 h 44"/>
                <a:gd name="T24" fmla="*/ 24 w 62"/>
                <a:gd name="T25" fmla="*/ 7 h 44"/>
                <a:gd name="T26" fmla="*/ 21 w 62"/>
                <a:gd name="T27" fmla="*/ 9 h 44"/>
                <a:gd name="T28" fmla="*/ 17 w 62"/>
                <a:gd name="T29" fmla="*/ 13 h 44"/>
                <a:gd name="T30" fmla="*/ 13 w 62"/>
                <a:gd name="T31" fmla="*/ 12 h 44"/>
                <a:gd name="T32" fmla="*/ 10 w 62"/>
                <a:gd name="T33" fmla="*/ 18 h 44"/>
                <a:gd name="T34" fmla="*/ 8 w 62"/>
                <a:gd name="T35" fmla="*/ 23 h 44"/>
                <a:gd name="T36" fmla="*/ 2 w 62"/>
                <a:gd name="T37" fmla="*/ 25 h 44"/>
                <a:gd name="T38" fmla="*/ 2 w 62"/>
                <a:gd name="T39" fmla="*/ 30 h 44"/>
                <a:gd name="T40" fmla="*/ 0 w 62"/>
                <a:gd name="T41" fmla="*/ 36 h 44"/>
                <a:gd name="T42" fmla="*/ 4 w 62"/>
                <a:gd name="T43" fmla="*/ 38 h 44"/>
                <a:gd name="T44" fmla="*/ 11 w 62"/>
                <a:gd name="T45" fmla="*/ 41 h 44"/>
                <a:gd name="T46" fmla="*/ 19 w 62"/>
                <a:gd name="T47" fmla="*/ 40 h 44"/>
                <a:gd name="T48" fmla="*/ 22 w 62"/>
                <a:gd name="T49" fmla="*/ 40 h 44"/>
                <a:gd name="T50" fmla="*/ 20 w 62"/>
                <a:gd name="T51" fmla="*/ 32 h 44"/>
                <a:gd name="T52" fmla="*/ 39 w 62"/>
                <a:gd name="T53" fmla="*/ 33 h 44"/>
                <a:gd name="T54" fmla="*/ 42 w 62"/>
                <a:gd name="T55" fmla="*/ 31 h 44"/>
                <a:gd name="T56" fmla="*/ 49 w 62"/>
                <a:gd name="T57" fmla="*/ 31 h 44"/>
                <a:gd name="T58" fmla="*/ 53 w 62"/>
                <a:gd name="T59" fmla="*/ 29 h 44"/>
                <a:gd name="T60" fmla="*/ 59 w 62"/>
                <a:gd name="T61" fmla="*/ 27 h 44"/>
                <a:gd name="T62" fmla="*/ 61 w 62"/>
                <a:gd name="T63" fmla="*/ 24 h 44"/>
                <a:gd name="T64" fmla="*/ 61 w 62"/>
                <a:gd name="T65" fmla="*/ 2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2" h="44">
                  <a:moveTo>
                    <a:pt x="61" y="24"/>
                  </a:moveTo>
                  <a:cubicBezTo>
                    <a:pt x="60" y="23"/>
                    <a:pt x="59" y="23"/>
                    <a:pt x="58" y="23"/>
                  </a:cubicBezTo>
                  <a:cubicBezTo>
                    <a:pt x="57" y="23"/>
                    <a:pt x="58" y="19"/>
                    <a:pt x="58" y="19"/>
                  </a:cubicBezTo>
                  <a:cubicBezTo>
                    <a:pt x="57" y="18"/>
                    <a:pt x="55" y="20"/>
                    <a:pt x="54" y="19"/>
                  </a:cubicBezTo>
                  <a:cubicBezTo>
                    <a:pt x="53" y="19"/>
                    <a:pt x="52" y="17"/>
                    <a:pt x="51" y="17"/>
                  </a:cubicBezTo>
                  <a:cubicBezTo>
                    <a:pt x="50" y="17"/>
                    <a:pt x="50" y="15"/>
                    <a:pt x="50" y="14"/>
                  </a:cubicBezTo>
                  <a:cubicBezTo>
                    <a:pt x="50" y="12"/>
                    <a:pt x="47" y="11"/>
                    <a:pt x="46" y="10"/>
                  </a:cubicBezTo>
                  <a:cubicBezTo>
                    <a:pt x="45" y="9"/>
                    <a:pt x="44" y="6"/>
                    <a:pt x="44" y="6"/>
                  </a:cubicBezTo>
                  <a:cubicBezTo>
                    <a:pt x="43" y="5"/>
                    <a:pt x="43" y="3"/>
                    <a:pt x="44" y="2"/>
                  </a:cubicBezTo>
                  <a:cubicBezTo>
                    <a:pt x="41" y="2"/>
                    <a:pt x="39" y="1"/>
                    <a:pt x="39" y="1"/>
                  </a:cubicBezTo>
                  <a:cubicBezTo>
                    <a:pt x="38" y="0"/>
                    <a:pt x="36" y="1"/>
                    <a:pt x="33" y="3"/>
                  </a:cubicBezTo>
                  <a:cubicBezTo>
                    <a:pt x="31" y="5"/>
                    <a:pt x="27" y="5"/>
                    <a:pt x="27" y="6"/>
                  </a:cubicBezTo>
                  <a:cubicBezTo>
                    <a:pt x="27" y="7"/>
                    <a:pt x="26" y="8"/>
                    <a:pt x="24" y="7"/>
                  </a:cubicBezTo>
                  <a:cubicBezTo>
                    <a:pt x="23" y="7"/>
                    <a:pt x="21" y="7"/>
                    <a:pt x="21" y="9"/>
                  </a:cubicBezTo>
                  <a:cubicBezTo>
                    <a:pt x="20" y="12"/>
                    <a:pt x="18" y="10"/>
                    <a:pt x="17" y="13"/>
                  </a:cubicBezTo>
                  <a:cubicBezTo>
                    <a:pt x="17" y="15"/>
                    <a:pt x="15" y="14"/>
                    <a:pt x="13" y="12"/>
                  </a:cubicBezTo>
                  <a:cubicBezTo>
                    <a:pt x="11" y="11"/>
                    <a:pt x="10" y="18"/>
                    <a:pt x="10" y="18"/>
                  </a:cubicBezTo>
                  <a:cubicBezTo>
                    <a:pt x="10" y="18"/>
                    <a:pt x="9" y="20"/>
                    <a:pt x="8" y="23"/>
                  </a:cubicBezTo>
                  <a:cubicBezTo>
                    <a:pt x="7" y="26"/>
                    <a:pt x="3" y="25"/>
                    <a:pt x="2" y="25"/>
                  </a:cubicBezTo>
                  <a:cubicBezTo>
                    <a:pt x="1" y="26"/>
                    <a:pt x="3" y="29"/>
                    <a:pt x="2" y="30"/>
                  </a:cubicBezTo>
                  <a:cubicBezTo>
                    <a:pt x="2" y="31"/>
                    <a:pt x="1" y="33"/>
                    <a:pt x="0" y="36"/>
                  </a:cubicBezTo>
                  <a:cubicBezTo>
                    <a:pt x="2" y="36"/>
                    <a:pt x="3" y="38"/>
                    <a:pt x="4" y="38"/>
                  </a:cubicBezTo>
                  <a:cubicBezTo>
                    <a:pt x="5" y="39"/>
                    <a:pt x="9" y="44"/>
                    <a:pt x="11" y="41"/>
                  </a:cubicBezTo>
                  <a:cubicBezTo>
                    <a:pt x="13" y="39"/>
                    <a:pt x="18" y="39"/>
                    <a:pt x="19" y="40"/>
                  </a:cubicBezTo>
                  <a:cubicBezTo>
                    <a:pt x="21" y="42"/>
                    <a:pt x="22" y="41"/>
                    <a:pt x="22" y="40"/>
                  </a:cubicBezTo>
                  <a:cubicBezTo>
                    <a:pt x="22" y="38"/>
                    <a:pt x="20" y="33"/>
                    <a:pt x="20" y="32"/>
                  </a:cubicBezTo>
                  <a:cubicBezTo>
                    <a:pt x="21" y="31"/>
                    <a:pt x="38" y="31"/>
                    <a:pt x="39" y="33"/>
                  </a:cubicBezTo>
                  <a:cubicBezTo>
                    <a:pt x="40" y="34"/>
                    <a:pt x="40" y="30"/>
                    <a:pt x="42" y="31"/>
                  </a:cubicBezTo>
                  <a:cubicBezTo>
                    <a:pt x="44" y="31"/>
                    <a:pt x="48" y="32"/>
                    <a:pt x="49" y="31"/>
                  </a:cubicBezTo>
                  <a:cubicBezTo>
                    <a:pt x="50" y="31"/>
                    <a:pt x="52" y="29"/>
                    <a:pt x="53" y="29"/>
                  </a:cubicBezTo>
                  <a:cubicBezTo>
                    <a:pt x="54" y="29"/>
                    <a:pt x="58" y="28"/>
                    <a:pt x="59" y="27"/>
                  </a:cubicBezTo>
                  <a:cubicBezTo>
                    <a:pt x="60" y="26"/>
                    <a:pt x="62" y="26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8" name="Freeform 1382">
              <a:extLst>
                <a:ext uri="{FF2B5EF4-FFF2-40B4-BE49-F238E27FC236}">
                  <a16:creationId xmlns:a16="http://schemas.microsoft.com/office/drawing/2014/main" id="{E05B7725-E50C-5BA1-896B-F5B3CADED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5426" y="3628831"/>
              <a:ext cx="427002" cy="338120"/>
            </a:xfrm>
            <a:custGeom>
              <a:avLst/>
              <a:gdLst>
                <a:gd name="T0" fmla="*/ 109 w 114"/>
                <a:gd name="T1" fmla="*/ 13 h 90"/>
                <a:gd name="T2" fmla="*/ 109 w 114"/>
                <a:gd name="T3" fmla="*/ 3 h 90"/>
                <a:gd name="T4" fmla="*/ 103 w 114"/>
                <a:gd name="T5" fmla="*/ 7 h 90"/>
                <a:gd name="T6" fmla="*/ 98 w 114"/>
                <a:gd name="T7" fmla="*/ 2 h 90"/>
                <a:gd name="T8" fmla="*/ 87 w 114"/>
                <a:gd name="T9" fmla="*/ 0 h 90"/>
                <a:gd name="T10" fmla="*/ 56 w 114"/>
                <a:gd name="T11" fmla="*/ 20 h 90"/>
                <a:gd name="T12" fmla="*/ 42 w 114"/>
                <a:gd name="T13" fmla="*/ 31 h 90"/>
                <a:gd name="T14" fmla="*/ 31 w 114"/>
                <a:gd name="T15" fmla="*/ 34 h 90"/>
                <a:gd name="T16" fmla="*/ 30 w 114"/>
                <a:gd name="T17" fmla="*/ 35 h 90"/>
                <a:gd name="T18" fmla="*/ 29 w 114"/>
                <a:gd name="T19" fmla="*/ 54 h 90"/>
                <a:gd name="T20" fmla="*/ 27 w 114"/>
                <a:gd name="T21" fmla="*/ 60 h 90"/>
                <a:gd name="T22" fmla="*/ 22 w 114"/>
                <a:gd name="T23" fmla="*/ 63 h 90"/>
                <a:gd name="T24" fmla="*/ 11 w 114"/>
                <a:gd name="T25" fmla="*/ 64 h 90"/>
                <a:gd name="T26" fmla="*/ 5 w 114"/>
                <a:gd name="T27" fmla="*/ 66 h 90"/>
                <a:gd name="T28" fmla="*/ 0 w 114"/>
                <a:gd name="T29" fmla="*/ 67 h 90"/>
                <a:gd name="T30" fmla="*/ 0 w 114"/>
                <a:gd name="T31" fmla="*/ 71 h 90"/>
                <a:gd name="T32" fmla="*/ 3 w 114"/>
                <a:gd name="T33" fmla="*/ 75 h 90"/>
                <a:gd name="T34" fmla="*/ 6 w 114"/>
                <a:gd name="T35" fmla="*/ 79 h 90"/>
                <a:gd name="T36" fmla="*/ 7 w 114"/>
                <a:gd name="T37" fmla="*/ 82 h 90"/>
                <a:gd name="T38" fmla="*/ 10 w 114"/>
                <a:gd name="T39" fmla="*/ 84 h 90"/>
                <a:gd name="T40" fmla="*/ 14 w 114"/>
                <a:gd name="T41" fmla="*/ 84 h 90"/>
                <a:gd name="T42" fmla="*/ 14 w 114"/>
                <a:gd name="T43" fmla="*/ 88 h 90"/>
                <a:gd name="T44" fmla="*/ 17 w 114"/>
                <a:gd name="T45" fmla="*/ 89 h 90"/>
                <a:gd name="T46" fmla="*/ 20 w 114"/>
                <a:gd name="T47" fmla="*/ 86 h 90"/>
                <a:gd name="T48" fmla="*/ 22 w 114"/>
                <a:gd name="T49" fmla="*/ 90 h 90"/>
                <a:gd name="T50" fmla="*/ 26 w 114"/>
                <a:gd name="T51" fmla="*/ 88 h 90"/>
                <a:gd name="T52" fmla="*/ 29 w 114"/>
                <a:gd name="T53" fmla="*/ 83 h 90"/>
                <a:gd name="T54" fmla="*/ 31 w 114"/>
                <a:gd name="T55" fmla="*/ 77 h 90"/>
                <a:gd name="T56" fmla="*/ 37 w 114"/>
                <a:gd name="T57" fmla="*/ 77 h 90"/>
                <a:gd name="T58" fmla="*/ 42 w 114"/>
                <a:gd name="T59" fmla="*/ 75 h 90"/>
                <a:gd name="T60" fmla="*/ 48 w 114"/>
                <a:gd name="T61" fmla="*/ 77 h 90"/>
                <a:gd name="T62" fmla="*/ 52 w 114"/>
                <a:gd name="T63" fmla="*/ 81 h 90"/>
                <a:gd name="T64" fmla="*/ 58 w 114"/>
                <a:gd name="T65" fmla="*/ 79 h 90"/>
                <a:gd name="T66" fmla="*/ 64 w 114"/>
                <a:gd name="T67" fmla="*/ 82 h 90"/>
                <a:gd name="T68" fmla="*/ 71 w 114"/>
                <a:gd name="T69" fmla="*/ 82 h 90"/>
                <a:gd name="T70" fmla="*/ 76 w 114"/>
                <a:gd name="T71" fmla="*/ 79 h 90"/>
                <a:gd name="T72" fmla="*/ 86 w 114"/>
                <a:gd name="T73" fmla="*/ 79 h 90"/>
                <a:gd name="T74" fmla="*/ 92 w 114"/>
                <a:gd name="T75" fmla="*/ 81 h 90"/>
                <a:gd name="T76" fmla="*/ 97 w 114"/>
                <a:gd name="T77" fmla="*/ 76 h 90"/>
                <a:gd name="T78" fmla="*/ 98 w 114"/>
                <a:gd name="T79" fmla="*/ 76 h 90"/>
                <a:gd name="T80" fmla="*/ 98 w 114"/>
                <a:gd name="T81" fmla="*/ 73 h 90"/>
                <a:gd name="T82" fmla="*/ 100 w 114"/>
                <a:gd name="T83" fmla="*/ 67 h 90"/>
                <a:gd name="T84" fmla="*/ 111 w 114"/>
                <a:gd name="T85" fmla="*/ 52 h 90"/>
                <a:gd name="T86" fmla="*/ 112 w 114"/>
                <a:gd name="T87" fmla="*/ 33 h 90"/>
                <a:gd name="T88" fmla="*/ 113 w 114"/>
                <a:gd name="T89" fmla="*/ 26 h 90"/>
                <a:gd name="T90" fmla="*/ 112 w 114"/>
                <a:gd name="T91" fmla="*/ 20 h 90"/>
                <a:gd name="T92" fmla="*/ 109 w 114"/>
                <a:gd name="T93" fmla="*/ 1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4" h="90">
                  <a:moveTo>
                    <a:pt x="109" y="13"/>
                  </a:moveTo>
                  <a:cubicBezTo>
                    <a:pt x="109" y="12"/>
                    <a:pt x="109" y="7"/>
                    <a:pt x="109" y="3"/>
                  </a:cubicBezTo>
                  <a:cubicBezTo>
                    <a:pt x="103" y="7"/>
                    <a:pt x="103" y="7"/>
                    <a:pt x="103" y="7"/>
                  </a:cubicBezTo>
                  <a:cubicBezTo>
                    <a:pt x="103" y="7"/>
                    <a:pt x="101" y="4"/>
                    <a:pt x="98" y="2"/>
                  </a:cubicBezTo>
                  <a:cubicBezTo>
                    <a:pt x="95" y="0"/>
                    <a:pt x="87" y="0"/>
                    <a:pt x="87" y="0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33" y="34"/>
                    <a:pt x="31" y="34"/>
                  </a:cubicBezTo>
                  <a:cubicBezTo>
                    <a:pt x="30" y="34"/>
                    <a:pt x="30" y="35"/>
                    <a:pt x="30" y="35"/>
                  </a:cubicBezTo>
                  <a:cubicBezTo>
                    <a:pt x="30" y="40"/>
                    <a:pt x="30" y="54"/>
                    <a:pt x="29" y="54"/>
                  </a:cubicBezTo>
                  <a:cubicBezTo>
                    <a:pt x="28" y="55"/>
                    <a:pt x="28" y="59"/>
                    <a:pt x="27" y="60"/>
                  </a:cubicBezTo>
                  <a:cubicBezTo>
                    <a:pt x="26" y="61"/>
                    <a:pt x="25" y="63"/>
                    <a:pt x="22" y="63"/>
                  </a:cubicBezTo>
                  <a:cubicBezTo>
                    <a:pt x="20" y="63"/>
                    <a:pt x="13" y="65"/>
                    <a:pt x="11" y="64"/>
                  </a:cubicBezTo>
                  <a:cubicBezTo>
                    <a:pt x="8" y="64"/>
                    <a:pt x="6" y="66"/>
                    <a:pt x="5" y="66"/>
                  </a:cubicBezTo>
                  <a:cubicBezTo>
                    <a:pt x="4" y="67"/>
                    <a:pt x="2" y="67"/>
                    <a:pt x="0" y="67"/>
                  </a:cubicBezTo>
                  <a:cubicBezTo>
                    <a:pt x="0" y="68"/>
                    <a:pt x="0" y="70"/>
                    <a:pt x="0" y="71"/>
                  </a:cubicBezTo>
                  <a:cubicBezTo>
                    <a:pt x="1" y="71"/>
                    <a:pt x="1" y="74"/>
                    <a:pt x="3" y="75"/>
                  </a:cubicBezTo>
                  <a:cubicBezTo>
                    <a:pt x="4" y="76"/>
                    <a:pt x="6" y="77"/>
                    <a:pt x="6" y="79"/>
                  </a:cubicBezTo>
                  <a:cubicBezTo>
                    <a:pt x="6" y="80"/>
                    <a:pt x="6" y="82"/>
                    <a:pt x="7" y="82"/>
                  </a:cubicBezTo>
                  <a:cubicBezTo>
                    <a:pt x="8" y="82"/>
                    <a:pt x="9" y="84"/>
                    <a:pt x="10" y="84"/>
                  </a:cubicBezTo>
                  <a:cubicBezTo>
                    <a:pt x="12" y="85"/>
                    <a:pt x="14" y="83"/>
                    <a:pt x="14" y="84"/>
                  </a:cubicBezTo>
                  <a:cubicBezTo>
                    <a:pt x="14" y="84"/>
                    <a:pt x="14" y="88"/>
                    <a:pt x="14" y="88"/>
                  </a:cubicBezTo>
                  <a:cubicBezTo>
                    <a:pt x="15" y="88"/>
                    <a:pt x="16" y="88"/>
                    <a:pt x="17" y="89"/>
                  </a:cubicBezTo>
                  <a:cubicBezTo>
                    <a:pt x="17" y="88"/>
                    <a:pt x="18" y="85"/>
                    <a:pt x="20" y="86"/>
                  </a:cubicBezTo>
                  <a:cubicBezTo>
                    <a:pt x="22" y="87"/>
                    <a:pt x="21" y="89"/>
                    <a:pt x="22" y="90"/>
                  </a:cubicBezTo>
                  <a:cubicBezTo>
                    <a:pt x="24" y="90"/>
                    <a:pt x="26" y="90"/>
                    <a:pt x="26" y="88"/>
                  </a:cubicBezTo>
                  <a:cubicBezTo>
                    <a:pt x="26" y="87"/>
                    <a:pt x="28" y="84"/>
                    <a:pt x="29" y="83"/>
                  </a:cubicBezTo>
                  <a:cubicBezTo>
                    <a:pt x="29" y="82"/>
                    <a:pt x="29" y="78"/>
                    <a:pt x="31" y="77"/>
                  </a:cubicBezTo>
                  <a:cubicBezTo>
                    <a:pt x="32" y="76"/>
                    <a:pt x="36" y="77"/>
                    <a:pt x="37" y="77"/>
                  </a:cubicBezTo>
                  <a:cubicBezTo>
                    <a:pt x="39" y="77"/>
                    <a:pt x="40" y="74"/>
                    <a:pt x="42" y="75"/>
                  </a:cubicBezTo>
                  <a:cubicBezTo>
                    <a:pt x="43" y="77"/>
                    <a:pt x="46" y="76"/>
                    <a:pt x="48" y="77"/>
                  </a:cubicBezTo>
                  <a:cubicBezTo>
                    <a:pt x="49" y="79"/>
                    <a:pt x="50" y="82"/>
                    <a:pt x="52" y="81"/>
                  </a:cubicBezTo>
                  <a:cubicBezTo>
                    <a:pt x="54" y="80"/>
                    <a:pt x="57" y="79"/>
                    <a:pt x="58" y="79"/>
                  </a:cubicBezTo>
                  <a:cubicBezTo>
                    <a:pt x="59" y="79"/>
                    <a:pt x="62" y="82"/>
                    <a:pt x="64" y="82"/>
                  </a:cubicBezTo>
                  <a:cubicBezTo>
                    <a:pt x="65" y="83"/>
                    <a:pt x="69" y="83"/>
                    <a:pt x="71" y="82"/>
                  </a:cubicBezTo>
                  <a:cubicBezTo>
                    <a:pt x="72" y="82"/>
                    <a:pt x="74" y="79"/>
                    <a:pt x="76" y="79"/>
                  </a:cubicBezTo>
                  <a:cubicBezTo>
                    <a:pt x="78" y="79"/>
                    <a:pt x="84" y="78"/>
                    <a:pt x="86" y="79"/>
                  </a:cubicBezTo>
                  <a:cubicBezTo>
                    <a:pt x="87" y="80"/>
                    <a:pt x="90" y="81"/>
                    <a:pt x="92" y="81"/>
                  </a:cubicBezTo>
                  <a:cubicBezTo>
                    <a:pt x="94" y="80"/>
                    <a:pt x="95" y="76"/>
                    <a:pt x="97" y="76"/>
                  </a:cubicBezTo>
                  <a:cubicBezTo>
                    <a:pt x="97" y="76"/>
                    <a:pt x="98" y="76"/>
                    <a:pt x="98" y="76"/>
                  </a:cubicBezTo>
                  <a:cubicBezTo>
                    <a:pt x="98" y="75"/>
                    <a:pt x="98" y="74"/>
                    <a:pt x="98" y="73"/>
                  </a:cubicBezTo>
                  <a:cubicBezTo>
                    <a:pt x="98" y="69"/>
                    <a:pt x="99" y="71"/>
                    <a:pt x="100" y="67"/>
                  </a:cubicBezTo>
                  <a:cubicBezTo>
                    <a:pt x="100" y="63"/>
                    <a:pt x="110" y="53"/>
                    <a:pt x="111" y="52"/>
                  </a:cubicBezTo>
                  <a:cubicBezTo>
                    <a:pt x="112" y="51"/>
                    <a:pt x="112" y="36"/>
                    <a:pt x="112" y="33"/>
                  </a:cubicBezTo>
                  <a:cubicBezTo>
                    <a:pt x="112" y="31"/>
                    <a:pt x="113" y="29"/>
                    <a:pt x="113" y="26"/>
                  </a:cubicBezTo>
                  <a:cubicBezTo>
                    <a:pt x="114" y="22"/>
                    <a:pt x="112" y="23"/>
                    <a:pt x="112" y="20"/>
                  </a:cubicBezTo>
                  <a:cubicBezTo>
                    <a:pt x="112" y="17"/>
                    <a:pt x="109" y="15"/>
                    <a:pt x="109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9" name="Freeform 1384">
              <a:extLst>
                <a:ext uri="{FF2B5EF4-FFF2-40B4-BE49-F238E27FC236}">
                  <a16:creationId xmlns:a16="http://schemas.microsoft.com/office/drawing/2014/main" id="{D00672E2-A85F-BDF2-13F2-87F27E0F9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8933" y="3628831"/>
              <a:ext cx="280965" cy="461938"/>
            </a:xfrm>
            <a:custGeom>
              <a:avLst/>
              <a:gdLst>
                <a:gd name="T0" fmla="*/ 74 w 75"/>
                <a:gd name="T1" fmla="*/ 30 h 123"/>
                <a:gd name="T2" fmla="*/ 18 w 75"/>
                <a:gd name="T3" fmla="*/ 0 h 123"/>
                <a:gd name="T4" fmla="*/ 11 w 75"/>
                <a:gd name="T5" fmla="*/ 3 h 123"/>
                <a:gd name="T6" fmla="*/ 11 w 75"/>
                <a:gd name="T7" fmla="*/ 13 h 123"/>
                <a:gd name="T8" fmla="*/ 15 w 75"/>
                <a:gd name="T9" fmla="*/ 20 h 123"/>
                <a:gd name="T10" fmla="*/ 16 w 75"/>
                <a:gd name="T11" fmla="*/ 25 h 123"/>
                <a:gd name="T12" fmla="*/ 15 w 75"/>
                <a:gd name="T13" fmla="*/ 33 h 123"/>
                <a:gd name="T14" fmla="*/ 14 w 75"/>
                <a:gd name="T15" fmla="*/ 51 h 123"/>
                <a:gd name="T16" fmla="*/ 2 w 75"/>
                <a:gd name="T17" fmla="*/ 66 h 123"/>
                <a:gd name="T18" fmla="*/ 0 w 75"/>
                <a:gd name="T19" fmla="*/ 73 h 123"/>
                <a:gd name="T20" fmla="*/ 0 w 75"/>
                <a:gd name="T21" fmla="*/ 75 h 123"/>
                <a:gd name="T22" fmla="*/ 2 w 75"/>
                <a:gd name="T23" fmla="*/ 77 h 123"/>
                <a:gd name="T24" fmla="*/ 5 w 75"/>
                <a:gd name="T25" fmla="*/ 80 h 123"/>
                <a:gd name="T26" fmla="*/ 10 w 75"/>
                <a:gd name="T27" fmla="*/ 87 h 123"/>
                <a:gd name="T28" fmla="*/ 11 w 75"/>
                <a:gd name="T29" fmla="*/ 93 h 123"/>
                <a:gd name="T30" fmla="*/ 14 w 75"/>
                <a:gd name="T31" fmla="*/ 102 h 123"/>
                <a:gd name="T32" fmla="*/ 11 w 75"/>
                <a:gd name="T33" fmla="*/ 103 h 123"/>
                <a:gd name="T34" fmla="*/ 4 w 75"/>
                <a:gd name="T35" fmla="*/ 104 h 123"/>
                <a:gd name="T36" fmla="*/ 6 w 75"/>
                <a:gd name="T37" fmla="*/ 109 h 123"/>
                <a:gd name="T38" fmla="*/ 12 w 75"/>
                <a:gd name="T39" fmla="*/ 116 h 123"/>
                <a:gd name="T40" fmla="*/ 15 w 75"/>
                <a:gd name="T41" fmla="*/ 122 h 123"/>
                <a:gd name="T42" fmla="*/ 19 w 75"/>
                <a:gd name="T43" fmla="*/ 120 h 123"/>
                <a:gd name="T44" fmla="*/ 24 w 75"/>
                <a:gd name="T45" fmla="*/ 120 h 123"/>
                <a:gd name="T46" fmla="*/ 32 w 75"/>
                <a:gd name="T47" fmla="*/ 118 h 123"/>
                <a:gd name="T48" fmla="*/ 39 w 75"/>
                <a:gd name="T49" fmla="*/ 114 h 123"/>
                <a:gd name="T50" fmla="*/ 39 w 75"/>
                <a:gd name="T51" fmla="*/ 110 h 123"/>
                <a:gd name="T52" fmla="*/ 50 w 75"/>
                <a:gd name="T53" fmla="*/ 108 h 123"/>
                <a:gd name="T54" fmla="*/ 57 w 75"/>
                <a:gd name="T55" fmla="*/ 101 h 123"/>
                <a:gd name="T56" fmla="*/ 58 w 75"/>
                <a:gd name="T57" fmla="*/ 97 h 123"/>
                <a:gd name="T58" fmla="*/ 64 w 75"/>
                <a:gd name="T59" fmla="*/ 95 h 123"/>
                <a:gd name="T60" fmla="*/ 66 w 75"/>
                <a:gd name="T61" fmla="*/ 95 h 123"/>
                <a:gd name="T62" fmla="*/ 66 w 75"/>
                <a:gd name="T63" fmla="*/ 95 h 123"/>
                <a:gd name="T64" fmla="*/ 66 w 75"/>
                <a:gd name="T65" fmla="*/ 92 h 123"/>
                <a:gd name="T66" fmla="*/ 63 w 75"/>
                <a:gd name="T67" fmla="*/ 87 h 123"/>
                <a:gd name="T68" fmla="*/ 61 w 75"/>
                <a:gd name="T69" fmla="*/ 82 h 123"/>
                <a:gd name="T70" fmla="*/ 61 w 75"/>
                <a:gd name="T71" fmla="*/ 78 h 123"/>
                <a:gd name="T72" fmla="*/ 61 w 75"/>
                <a:gd name="T73" fmla="*/ 72 h 123"/>
                <a:gd name="T74" fmla="*/ 64 w 75"/>
                <a:gd name="T75" fmla="*/ 67 h 123"/>
                <a:gd name="T76" fmla="*/ 67 w 75"/>
                <a:gd name="T77" fmla="*/ 62 h 123"/>
                <a:gd name="T78" fmla="*/ 73 w 75"/>
                <a:gd name="T79" fmla="*/ 58 h 123"/>
                <a:gd name="T80" fmla="*/ 74 w 75"/>
                <a:gd name="T81" fmla="*/ 50 h 123"/>
                <a:gd name="T82" fmla="*/ 74 w 75"/>
                <a:gd name="T83" fmla="*/ 3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5" h="123">
                  <a:moveTo>
                    <a:pt x="74" y="3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7"/>
                    <a:pt x="11" y="12"/>
                    <a:pt x="11" y="13"/>
                  </a:cubicBezTo>
                  <a:cubicBezTo>
                    <a:pt x="11" y="15"/>
                    <a:pt x="15" y="17"/>
                    <a:pt x="15" y="20"/>
                  </a:cubicBezTo>
                  <a:cubicBezTo>
                    <a:pt x="14" y="22"/>
                    <a:pt x="17" y="22"/>
                    <a:pt x="16" y="25"/>
                  </a:cubicBezTo>
                  <a:cubicBezTo>
                    <a:pt x="15" y="28"/>
                    <a:pt x="15" y="31"/>
                    <a:pt x="15" y="33"/>
                  </a:cubicBezTo>
                  <a:cubicBezTo>
                    <a:pt x="15" y="35"/>
                    <a:pt x="15" y="51"/>
                    <a:pt x="14" y="51"/>
                  </a:cubicBezTo>
                  <a:cubicBezTo>
                    <a:pt x="13" y="52"/>
                    <a:pt x="2" y="62"/>
                    <a:pt x="2" y="66"/>
                  </a:cubicBezTo>
                  <a:cubicBezTo>
                    <a:pt x="1" y="70"/>
                    <a:pt x="0" y="69"/>
                    <a:pt x="0" y="73"/>
                  </a:cubicBezTo>
                  <a:cubicBezTo>
                    <a:pt x="0" y="73"/>
                    <a:pt x="0" y="74"/>
                    <a:pt x="0" y="75"/>
                  </a:cubicBezTo>
                  <a:cubicBezTo>
                    <a:pt x="1" y="75"/>
                    <a:pt x="1" y="76"/>
                    <a:pt x="2" y="77"/>
                  </a:cubicBezTo>
                  <a:cubicBezTo>
                    <a:pt x="3" y="78"/>
                    <a:pt x="3" y="80"/>
                    <a:pt x="5" y="80"/>
                  </a:cubicBezTo>
                  <a:cubicBezTo>
                    <a:pt x="7" y="80"/>
                    <a:pt x="10" y="85"/>
                    <a:pt x="10" y="87"/>
                  </a:cubicBezTo>
                  <a:cubicBezTo>
                    <a:pt x="9" y="89"/>
                    <a:pt x="11" y="90"/>
                    <a:pt x="11" y="93"/>
                  </a:cubicBezTo>
                  <a:cubicBezTo>
                    <a:pt x="10" y="97"/>
                    <a:pt x="13" y="102"/>
                    <a:pt x="14" y="102"/>
                  </a:cubicBezTo>
                  <a:cubicBezTo>
                    <a:pt x="15" y="103"/>
                    <a:pt x="13" y="104"/>
                    <a:pt x="11" y="103"/>
                  </a:cubicBezTo>
                  <a:cubicBezTo>
                    <a:pt x="8" y="103"/>
                    <a:pt x="4" y="103"/>
                    <a:pt x="4" y="104"/>
                  </a:cubicBezTo>
                  <a:cubicBezTo>
                    <a:pt x="4" y="105"/>
                    <a:pt x="3" y="107"/>
                    <a:pt x="6" y="109"/>
                  </a:cubicBezTo>
                  <a:cubicBezTo>
                    <a:pt x="9" y="112"/>
                    <a:pt x="11" y="113"/>
                    <a:pt x="12" y="116"/>
                  </a:cubicBezTo>
                  <a:cubicBezTo>
                    <a:pt x="13" y="119"/>
                    <a:pt x="14" y="121"/>
                    <a:pt x="15" y="122"/>
                  </a:cubicBezTo>
                  <a:cubicBezTo>
                    <a:pt x="16" y="123"/>
                    <a:pt x="18" y="122"/>
                    <a:pt x="19" y="120"/>
                  </a:cubicBezTo>
                  <a:cubicBezTo>
                    <a:pt x="21" y="118"/>
                    <a:pt x="22" y="122"/>
                    <a:pt x="24" y="120"/>
                  </a:cubicBezTo>
                  <a:cubicBezTo>
                    <a:pt x="25" y="118"/>
                    <a:pt x="31" y="118"/>
                    <a:pt x="32" y="118"/>
                  </a:cubicBezTo>
                  <a:cubicBezTo>
                    <a:pt x="33" y="117"/>
                    <a:pt x="37" y="115"/>
                    <a:pt x="39" y="114"/>
                  </a:cubicBezTo>
                  <a:cubicBezTo>
                    <a:pt x="40" y="113"/>
                    <a:pt x="37" y="111"/>
                    <a:pt x="39" y="110"/>
                  </a:cubicBezTo>
                  <a:cubicBezTo>
                    <a:pt x="41" y="109"/>
                    <a:pt x="47" y="111"/>
                    <a:pt x="50" y="108"/>
                  </a:cubicBezTo>
                  <a:cubicBezTo>
                    <a:pt x="52" y="105"/>
                    <a:pt x="56" y="102"/>
                    <a:pt x="57" y="101"/>
                  </a:cubicBezTo>
                  <a:cubicBezTo>
                    <a:pt x="58" y="100"/>
                    <a:pt x="57" y="99"/>
                    <a:pt x="58" y="97"/>
                  </a:cubicBezTo>
                  <a:cubicBezTo>
                    <a:pt x="60" y="96"/>
                    <a:pt x="63" y="94"/>
                    <a:pt x="64" y="95"/>
                  </a:cubicBezTo>
                  <a:cubicBezTo>
                    <a:pt x="65" y="95"/>
                    <a:pt x="65" y="95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63" y="90"/>
                    <a:pt x="63" y="87"/>
                  </a:cubicBezTo>
                  <a:cubicBezTo>
                    <a:pt x="63" y="84"/>
                    <a:pt x="64" y="82"/>
                    <a:pt x="61" y="82"/>
                  </a:cubicBezTo>
                  <a:cubicBezTo>
                    <a:pt x="59" y="82"/>
                    <a:pt x="59" y="79"/>
                    <a:pt x="61" y="78"/>
                  </a:cubicBezTo>
                  <a:cubicBezTo>
                    <a:pt x="62" y="76"/>
                    <a:pt x="58" y="72"/>
                    <a:pt x="61" y="72"/>
                  </a:cubicBezTo>
                  <a:cubicBezTo>
                    <a:pt x="64" y="72"/>
                    <a:pt x="62" y="67"/>
                    <a:pt x="64" y="67"/>
                  </a:cubicBezTo>
                  <a:cubicBezTo>
                    <a:pt x="66" y="66"/>
                    <a:pt x="67" y="64"/>
                    <a:pt x="67" y="62"/>
                  </a:cubicBezTo>
                  <a:cubicBezTo>
                    <a:pt x="67" y="60"/>
                    <a:pt x="72" y="58"/>
                    <a:pt x="73" y="58"/>
                  </a:cubicBezTo>
                  <a:cubicBezTo>
                    <a:pt x="75" y="58"/>
                    <a:pt x="74" y="50"/>
                    <a:pt x="74" y="50"/>
                  </a:cubicBezTo>
                  <a:lnTo>
                    <a:pt x="74" y="3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0" name="Freeform 1386">
              <a:extLst>
                <a:ext uri="{FF2B5EF4-FFF2-40B4-BE49-F238E27FC236}">
                  <a16:creationId xmlns:a16="http://schemas.microsoft.com/office/drawing/2014/main" id="{4CE33C3E-03BC-3B4D-F2AC-20D014E7B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1010" y="3374844"/>
              <a:ext cx="303187" cy="303197"/>
            </a:xfrm>
            <a:custGeom>
              <a:avLst/>
              <a:gdLst>
                <a:gd name="T0" fmla="*/ 76 w 81"/>
                <a:gd name="T1" fmla="*/ 18 h 81"/>
                <a:gd name="T2" fmla="*/ 70 w 81"/>
                <a:gd name="T3" fmla="*/ 4 h 81"/>
                <a:gd name="T4" fmla="*/ 69 w 81"/>
                <a:gd name="T5" fmla="*/ 6 h 81"/>
                <a:gd name="T6" fmla="*/ 62 w 81"/>
                <a:gd name="T7" fmla="*/ 5 h 81"/>
                <a:gd name="T8" fmla="*/ 52 w 81"/>
                <a:gd name="T9" fmla="*/ 3 h 81"/>
                <a:gd name="T10" fmla="*/ 37 w 81"/>
                <a:gd name="T11" fmla="*/ 6 h 81"/>
                <a:gd name="T12" fmla="*/ 29 w 81"/>
                <a:gd name="T13" fmla="*/ 7 h 81"/>
                <a:gd name="T14" fmla="*/ 15 w 81"/>
                <a:gd name="T15" fmla="*/ 3 h 81"/>
                <a:gd name="T16" fmla="*/ 4 w 81"/>
                <a:gd name="T17" fmla="*/ 0 h 81"/>
                <a:gd name="T18" fmla="*/ 3 w 81"/>
                <a:gd name="T19" fmla="*/ 2 h 81"/>
                <a:gd name="T20" fmla="*/ 2 w 81"/>
                <a:gd name="T21" fmla="*/ 11 h 81"/>
                <a:gd name="T22" fmla="*/ 2 w 81"/>
                <a:gd name="T23" fmla="*/ 22 h 81"/>
                <a:gd name="T24" fmla="*/ 2 w 81"/>
                <a:gd name="T25" fmla="*/ 79 h 81"/>
                <a:gd name="T26" fmla="*/ 47 w 81"/>
                <a:gd name="T27" fmla="*/ 79 h 81"/>
                <a:gd name="T28" fmla="*/ 50 w 81"/>
                <a:gd name="T29" fmla="*/ 78 h 81"/>
                <a:gd name="T30" fmla="*/ 54 w 81"/>
                <a:gd name="T31" fmla="*/ 79 h 81"/>
                <a:gd name="T32" fmla="*/ 63 w 81"/>
                <a:gd name="T33" fmla="*/ 79 h 81"/>
                <a:gd name="T34" fmla="*/ 67 w 81"/>
                <a:gd name="T35" fmla="*/ 81 h 81"/>
                <a:gd name="T36" fmla="*/ 71 w 81"/>
                <a:gd name="T37" fmla="*/ 78 h 81"/>
                <a:gd name="T38" fmla="*/ 76 w 81"/>
                <a:gd name="T39" fmla="*/ 72 h 81"/>
                <a:gd name="T40" fmla="*/ 80 w 81"/>
                <a:gd name="T41" fmla="*/ 70 h 81"/>
                <a:gd name="T42" fmla="*/ 80 w 81"/>
                <a:gd name="T43" fmla="*/ 69 h 81"/>
                <a:gd name="T44" fmla="*/ 80 w 81"/>
                <a:gd name="T45" fmla="*/ 66 h 81"/>
                <a:gd name="T46" fmla="*/ 77 w 81"/>
                <a:gd name="T47" fmla="*/ 58 h 81"/>
                <a:gd name="T48" fmla="*/ 69 w 81"/>
                <a:gd name="T49" fmla="*/ 43 h 81"/>
                <a:gd name="T50" fmla="*/ 66 w 81"/>
                <a:gd name="T51" fmla="*/ 35 h 81"/>
                <a:gd name="T52" fmla="*/ 61 w 81"/>
                <a:gd name="T53" fmla="*/ 27 h 81"/>
                <a:gd name="T54" fmla="*/ 57 w 81"/>
                <a:gd name="T55" fmla="*/ 13 h 81"/>
                <a:gd name="T56" fmla="*/ 62 w 81"/>
                <a:gd name="T57" fmla="*/ 23 h 81"/>
                <a:gd name="T58" fmla="*/ 70 w 81"/>
                <a:gd name="T59" fmla="*/ 33 h 81"/>
                <a:gd name="T60" fmla="*/ 74 w 81"/>
                <a:gd name="T61" fmla="*/ 22 h 81"/>
                <a:gd name="T62" fmla="*/ 74 w 81"/>
                <a:gd name="T63" fmla="*/ 23 h 81"/>
                <a:gd name="T64" fmla="*/ 75 w 81"/>
                <a:gd name="T65" fmla="*/ 21 h 81"/>
                <a:gd name="T66" fmla="*/ 76 w 81"/>
                <a:gd name="T67" fmla="*/ 1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1" h="81">
                  <a:moveTo>
                    <a:pt x="76" y="18"/>
                  </a:moveTo>
                  <a:cubicBezTo>
                    <a:pt x="70" y="4"/>
                    <a:pt x="70" y="4"/>
                    <a:pt x="70" y="4"/>
                  </a:cubicBezTo>
                  <a:cubicBezTo>
                    <a:pt x="70" y="5"/>
                    <a:pt x="70" y="6"/>
                    <a:pt x="69" y="6"/>
                  </a:cubicBezTo>
                  <a:cubicBezTo>
                    <a:pt x="69" y="7"/>
                    <a:pt x="65" y="4"/>
                    <a:pt x="62" y="5"/>
                  </a:cubicBezTo>
                  <a:cubicBezTo>
                    <a:pt x="58" y="6"/>
                    <a:pt x="56" y="5"/>
                    <a:pt x="52" y="3"/>
                  </a:cubicBezTo>
                  <a:cubicBezTo>
                    <a:pt x="49" y="2"/>
                    <a:pt x="38" y="4"/>
                    <a:pt x="37" y="6"/>
                  </a:cubicBezTo>
                  <a:cubicBezTo>
                    <a:pt x="35" y="8"/>
                    <a:pt x="32" y="8"/>
                    <a:pt x="29" y="7"/>
                  </a:cubicBezTo>
                  <a:cubicBezTo>
                    <a:pt x="25" y="5"/>
                    <a:pt x="21" y="3"/>
                    <a:pt x="15" y="3"/>
                  </a:cubicBezTo>
                  <a:cubicBezTo>
                    <a:pt x="9" y="2"/>
                    <a:pt x="5" y="1"/>
                    <a:pt x="4" y="0"/>
                  </a:cubicBezTo>
                  <a:cubicBezTo>
                    <a:pt x="4" y="1"/>
                    <a:pt x="3" y="1"/>
                    <a:pt x="3" y="2"/>
                  </a:cubicBezTo>
                  <a:cubicBezTo>
                    <a:pt x="1" y="7"/>
                    <a:pt x="4" y="8"/>
                    <a:pt x="2" y="11"/>
                  </a:cubicBezTo>
                  <a:cubicBezTo>
                    <a:pt x="0" y="14"/>
                    <a:pt x="2" y="17"/>
                    <a:pt x="2" y="22"/>
                  </a:cubicBezTo>
                  <a:cubicBezTo>
                    <a:pt x="2" y="79"/>
                    <a:pt x="2" y="79"/>
                    <a:pt x="2" y="79"/>
                  </a:cubicBezTo>
                  <a:cubicBezTo>
                    <a:pt x="47" y="79"/>
                    <a:pt x="47" y="79"/>
                    <a:pt x="47" y="79"/>
                  </a:cubicBezTo>
                  <a:cubicBezTo>
                    <a:pt x="47" y="79"/>
                    <a:pt x="49" y="78"/>
                    <a:pt x="50" y="78"/>
                  </a:cubicBezTo>
                  <a:cubicBezTo>
                    <a:pt x="51" y="77"/>
                    <a:pt x="54" y="79"/>
                    <a:pt x="54" y="79"/>
                  </a:cubicBezTo>
                  <a:cubicBezTo>
                    <a:pt x="63" y="79"/>
                    <a:pt x="63" y="79"/>
                    <a:pt x="63" y="79"/>
                  </a:cubicBezTo>
                  <a:cubicBezTo>
                    <a:pt x="63" y="79"/>
                    <a:pt x="65" y="81"/>
                    <a:pt x="67" y="81"/>
                  </a:cubicBezTo>
                  <a:cubicBezTo>
                    <a:pt x="69" y="81"/>
                    <a:pt x="68" y="78"/>
                    <a:pt x="71" y="78"/>
                  </a:cubicBezTo>
                  <a:cubicBezTo>
                    <a:pt x="75" y="78"/>
                    <a:pt x="74" y="72"/>
                    <a:pt x="76" y="72"/>
                  </a:cubicBezTo>
                  <a:cubicBezTo>
                    <a:pt x="78" y="72"/>
                    <a:pt x="78" y="73"/>
                    <a:pt x="80" y="70"/>
                  </a:cubicBezTo>
                  <a:cubicBezTo>
                    <a:pt x="80" y="70"/>
                    <a:pt x="80" y="69"/>
                    <a:pt x="80" y="69"/>
                  </a:cubicBezTo>
                  <a:cubicBezTo>
                    <a:pt x="80" y="68"/>
                    <a:pt x="80" y="67"/>
                    <a:pt x="80" y="66"/>
                  </a:cubicBezTo>
                  <a:cubicBezTo>
                    <a:pt x="81" y="63"/>
                    <a:pt x="79" y="63"/>
                    <a:pt x="77" y="58"/>
                  </a:cubicBezTo>
                  <a:cubicBezTo>
                    <a:pt x="76" y="53"/>
                    <a:pt x="69" y="46"/>
                    <a:pt x="69" y="43"/>
                  </a:cubicBezTo>
                  <a:cubicBezTo>
                    <a:pt x="69" y="40"/>
                    <a:pt x="66" y="38"/>
                    <a:pt x="66" y="35"/>
                  </a:cubicBezTo>
                  <a:cubicBezTo>
                    <a:pt x="66" y="32"/>
                    <a:pt x="64" y="32"/>
                    <a:pt x="61" y="27"/>
                  </a:cubicBezTo>
                  <a:cubicBezTo>
                    <a:pt x="57" y="22"/>
                    <a:pt x="56" y="14"/>
                    <a:pt x="57" y="13"/>
                  </a:cubicBezTo>
                  <a:cubicBezTo>
                    <a:pt x="58" y="13"/>
                    <a:pt x="61" y="21"/>
                    <a:pt x="62" y="23"/>
                  </a:cubicBezTo>
                  <a:cubicBezTo>
                    <a:pt x="63" y="25"/>
                    <a:pt x="67" y="33"/>
                    <a:pt x="70" y="33"/>
                  </a:cubicBezTo>
                  <a:cubicBezTo>
                    <a:pt x="72" y="33"/>
                    <a:pt x="73" y="22"/>
                    <a:pt x="74" y="22"/>
                  </a:cubicBezTo>
                  <a:cubicBezTo>
                    <a:pt x="74" y="22"/>
                    <a:pt x="74" y="22"/>
                    <a:pt x="74" y="23"/>
                  </a:cubicBezTo>
                  <a:cubicBezTo>
                    <a:pt x="75" y="21"/>
                    <a:pt x="75" y="21"/>
                    <a:pt x="75" y="21"/>
                  </a:cubicBezTo>
                  <a:lnTo>
                    <a:pt x="76" y="1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1" name="Freeform 1388">
              <a:extLst>
                <a:ext uri="{FF2B5EF4-FFF2-40B4-BE49-F238E27FC236}">
                  <a16:creationId xmlns:a16="http://schemas.microsoft.com/office/drawing/2014/main" id="{E1F32B06-23CD-7B35-6A34-AAE8CF7BE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7181" y="4225699"/>
              <a:ext cx="161911" cy="176203"/>
            </a:xfrm>
            <a:custGeom>
              <a:avLst/>
              <a:gdLst>
                <a:gd name="T0" fmla="*/ 22 w 43"/>
                <a:gd name="T1" fmla="*/ 45 h 47"/>
                <a:gd name="T2" fmla="*/ 23 w 43"/>
                <a:gd name="T3" fmla="*/ 39 h 47"/>
                <a:gd name="T4" fmla="*/ 27 w 43"/>
                <a:gd name="T5" fmla="*/ 36 h 47"/>
                <a:gd name="T6" fmla="*/ 31 w 43"/>
                <a:gd name="T7" fmla="*/ 32 h 47"/>
                <a:gd name="T8" fmla="*/ 35 w 43"/>
                <a:gd name="T9" fmla="*/ 36 h 47"/>
                <a:gd name="T10" fmla="*/ 40 w 43"/>
                <a:gd name="T11" fmla="*/ 37 h 47"/>
                <a:gd name="T12" fmla="*/ 43 w 43"/>
                <a:gd name="T13" fmla="*/ 28 h 47"/>
                <a:gd name="T14" fmla="*/ 41 w 43"/>
                <a:gd name="T15" fmla="*/ 21 h 47"/>
                <a:gd name="T16" fmla="*/ 39 w 43"/>
                <a:gd name="T17" fmla="*/ 15 h 47"/>
                <a:gd name="T18" fmla="*/ 40 w 43"/>
                <a:gd name="T19" fmla="*/ 8 h 47"/>
                <a:gd name="T20" fmla="*/ 33 w 43"/>
                <a:gd name="T21" fmla="*/ 8 h 47"/>
                <a:gd name="T22" fmla="*/ 34 w 43"/>
                <a:gd name="T23" fmla="*/ 1 h 47"/>
                <a:gd name="T24" fmla="*/ 23 w 43"/>
                <a:gd name="T25" fmla="*/ 0 h 47"/>
                <a:gd name="T26" fmla="*/ 21 w 43"/>
                <a:gd name="T27" fmla="*/ 1 h 47"/>
                <a:gd name="T28" fmla="*/ 21 w 43"/>
                <a:gd name="T29" fmla="*/ 10 h 47"/>
                <a:gd name="T30" fmla="*/ 11 w 43"/>
                <a:gd name="T31" fmla="*/ 11 h 47"/>
                <a:gd name="T32" fmla="*/ 7 w 43"/>
                <a:gd name="T33" fmla="*/ 11 h 47"/>
                <a:gd name="T34" fmla="*/ 6 w 43"/>
                <a:gd name="T35" fmla="*/ 13 h 47"/>
                <a:gd name="T36" fmla="*/ 9 w 43"/>
                <a:gd name="T37" fmla="*/ 17 h 47"/>
                <a:gd name="T38" fmla="*/ 5 w 43"/>
                <a:gd name="T39" fmla="*/ 20 h 47"/>
                <a:gd name="T40" fmla="*/ 2 w 43"/>
                <a:gd name="T41" fmla="*/ 24 h 47"/>
                <a:gd name="T42" fmla="*/ 5 w 43"/>
                <a:gd name="T43" fmla="*/ 31 h 47"/>
                <a:gd name="T44" fmla="*/ 11 w 43"/>
                <a:gd name="T45" fmla="*/ 38 h 47"/>
                <a:gd name="T46" fmla="*/ 18 w 43"/>
                <a:gd name="T47" fmla="*/ 47 h 47"/>
                <a:gd name="T48" fmla="*/ 22 w 43"/>
                <a:gd name="T49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" h="47">
                  <a:moveTo>
                    <a:pt x="22" y="45"/>
                  </a:moveTo>
                  <a:cubicBezTo>
                    <a:pt x="25" y="45"/>
                    <a:pt x="24" y="43"/>
                    <a:pt x="23" y="39"/>
                  </a:cubicBezTo>
                  <a:cubicBezTo>
                    <a:pt x="21" y="35"/>
                    <a:pt x="25" y="36"/>
                    <a:pt x="27" y="36"/>
                  </a:cubicBezTo>
                  <a:cubicBezTo>
                    <a:pt x="30" y="36"/>
                    <a:pt x="29" y="32"/>
                    <a:pt x="31" y="32"/>
                  </a:cubicBezTo>
                  <a:cubicBezTo>
                    <a:pt x="32" y="32"/>
                    <a:pt x="33" y="37"/>
                    <a:pt x="35" y="36"/>
                  </a:cubicBezTo>
                  <a:cubicBezTo>
                    <a:pt x="37" y="36"/>
                    <a:pt x="38" y="38"/>
                    <a:pt x="40" y="37"/>
                  </a:cubicBezTo>
                  <a:cubicBezTo>
                    <a:pt x="43" y="37"/>
                    <a:pt x="43" y="32"/>
                    <a:pt x="43" y="28"/>
                  </a:cubicBezTo>
                  <a:cubicBezTo>
                    <a:pt x="43" y="25"/>
                    <a:pt x="43" y="22"/>
                    <a:pt x="41" y="21"/>
                  </a:cubicBezTo>
                  <a:cubicBezTo>
                    <a:pt x="38" y="19"/>
                    <a:pt x="37" y="16"/>
                    <a:pt x="39" y="15"/>
                  </a:cubicBezTo>
                  <a:cubicBezTo>
                    <a:pt x="42" y="13"/>
                    <a:pt x="43" y="10"/>
                    <a:pt x="40" y="8"/>
                  </a:cubicBezTo>
                  <a:cubicBezTo>
                    <a:pt x="38" y="7"/>
                    <a:pt x="33" y="10"/>
                    <a:pt x="33" y="8"/>
                  </a:cubicBezTo>
                  <a:cubicBezTo>
                    <a:pt x="33" y="7"/>
                    <a:pt x="33" y="4"/>
                    <a:pt x="34" y="1"/>
                  </a:cubicBezTo>
                  <a:cubicBezTo>
                    <a:pt x="28" y="1"/>
                    <a:pt x="23" y="0"/>
                    <a:pt x="23" y="0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6"/>
                    <a:pt x="21" y="10"/>
                    <a:pt x="21" y="10"/>
                  </a:cubicBezTo>
                  <a:cubicBezTo>
                    <a:pt x="21" y="10"/>
                    <a:pt x="12" y="11"/>
                    <a:pt x="11" y="11"/>
                  </a:cubicBezTo>
                  <a:cubicBezTo>
                    <a:pt x="10" y="11"/>
                    <a:pt x="9" y="11"/>
                    <a:pt x="7" y="11"/>
                  </a:cubicBezTo>
                  <a:cubicBezTo>
                    <a:pt x="7" y="12"/>
                    <a:pt x="6" y="12"/>
                    <a:pt x="6" y="13"/>
                  </a:cubicBezTo>
                  <a:cubicBezTo>
                    <a:pt x="5" y="14"/>
                    <a:pt x="8" y="15"/>
                    <a:pt x="9" y="17"/>
                  </a:cubicBezTo>
                  <a:cubicBezTo>
                    <a:pt x="9" y="18"/>
                    <a:pt x="5" y="18"/>
                    <a:pt x="5" y="20"/>
                  </a:cubicBezTo>
                  <a:cubicBezTo>
                    <a:pt x="5" y="22"/>
                    <a:pt x="3" y="23"/>
                    <a:pt x="2" y="24"/>
                  </a:cubicBezTo>
                  <a:cubicBezTo>
                    <a:pt x="0" y="25"/>
                    <a:pt x="5" y="30"/>
                    <a:pt x="5" y="31"/>
                  </a:cubicBezTo>
                  <a:cubicBezTo>
                    <a:pt x="5" y="33"/>
                    <a:pt x="7" y="34"/>
                    <a:pt x="11" y="38"/>
                  </a:cubicBezTo>
                  <a:cubicBezTo>
                    <a:pt x="15" y="42"/>
                    <a:pt x="13" y="43"/>
                    <a:pt x="18" y="47"/>
                  </a:cubicBezTo>
                  <a:cubicBezTo>
                    <a:pt x="19" y="46"/>
                    <a:pt x="20" y="45"/>
                    <a:pt x="22" y="4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2" name="Freeform 1390">
              <a:extLst>
                <a:ext uri="{FF2B5EF4-FFF2-40B4-BE49-F238E27FC236}">
                  <a16:creationId xmlns:a16="http://schemas.microsoft.com/office/drawing/2014/main" id="{A758F748-4127-3707-5759-4B0A26E68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6230" y="4228874"/>
              <a:ext cx="63494" cy="41273"/>
            </a:xfrm>
            <a:custGeom>
              <a:avLst/>
              <a:gdLst>
                <a:gd name="T0" fmla="*/ 16 w 17"/>
                <a:gd name="T1" fmla="*/ 10 h 11"/>
                <a:gd name="T2" fmla="*/ 17 w 17"/>
                <a:gd name="T3" fmla="*/ 0 h 11"/>
                <a:gd name="T4" fmla="*/ 15 w 17"/>
                <a:gd name="T5" fmla="*/ 0 h 11"/>
                <a:gd name="T6" fmla="*/ 4 w 17"/>
                <a:gd name="T7" fmla="*/ 0 h 11"/>
                <a:gd name="T8" fmla="*/ 4 w 17"/>
                <a:gd name="T9" fmla="*/ 0 h 11"/>
                <a:gd name="T10" fmla="*/ 2 w 17"/>
                <a:gd name="T11" fmla="*/ 6 h 11"/>
                <a:gd name="T12" fmla="*/ 2 w 17"/>
                <a:gd name="T13" fmla="*/ 9 h 11"/>
                <a:gd name="T14" fmla="*/ 2 w 17"/>
                <a:gd name="T15" fmla="*/ 11 h 11"/>
                <a:gd name="T16" fmla="*/ 6 w 17"/>
                <a:gd name="T17" fmla="*/ 10 h 11"/>
                <a:gd name="T18" fmla="*/ 16 w 17"/>
                <a:gd name="T1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1">
                  <a:moveTo>
                    <a:pt x="16" y="10"/>
                  </a:moveTo>
                  <a:cubicBezTo>
                    <a:pt x="16" y="10"/>
                    <a:pt x="17" y="5"/>
                    <a:pt x="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2"/>
                    <a:pt x="5" y="5"/>
                    <a:pt x="2" y="6"/>
                  </a:cubicBezTo>
                  <a:cubicBezTo>
                    <a:pt x="0" y="6"/>
                    <a:pt x="0" y="9"/>
                    <a:pt x="2" y="9"/>
                  </a:cubicBezTo>
                  <a:cubicBezTo>
                    <a:pt x="3" y="9"/>
                    <a:pt x="3" y="10"/>
                    <a:pt x="2" y="11"/>
                  </a:cubicBezTo>
                  <a:cubicBezTo>
                    <a:pt x="4" y="11"/>
                    <a:pt x="5" y="10"/>
                    <a:pt x="6" y="10"/>
                  </a:cubicBezTo>
                  <a:cubicBezTo>
                    <a:pt x="8" y="10"/>
                    <a:pt x="16" y="10"/>
                    <a:pt x="16" y="1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3" name="Freeform 1392">
              <a:extLst>
                <a:ext uri="{FF2B5EF4-FFF2-40B4-BE49-F238E27FC236}">
                  <a16:creationId xmlns:a16="http://schemas.microsoft.com/office/drawing/2014/main" id="{A243AA8F-2ACE-D642-03C4-9B767F98D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5439" y="4187601"/>
              <a:ext cx="195246" cy="247637"/>
            </a:xfrm>
            <a:custGeom>
              <a:avLst/>
              <a:gdLst>
                <a:gd name="T0" fmla="*/ 14 w 52"/>
                <a:gd name="T1" fmla="*/ 62 h 66"/>
                <a:gd name="T2" fmla="*/ 19 w 52"/>
                <a:gd name="T3" fmla="*/ 62 h 66"/>
                <a:gd name="T4" fmla="*/ 25 w 52"/>
                <a:gd name="T5" fmla="*/ 63 h 66"/>
                <a:gd name="T6" fmla="*/ 28 w 52"/>
                <a:gd name="T7" fmla="*/ 62 h 66"/>
                <a:gd name="T8" fmla="*/ 33 w 52"/>
                <a:gd name="T9" fmla="*/ 58 h 66"/>
                <a:gd name="T10" fmla="*/ 36 w 52"/>
                <a:gd name="T11" fmla="*/ 53 h 66"/>
                <a:gd name="T12" fmla="*/ 36 w 52"/>
                <a:gd name="T13" fmla="*/ 40 h 66"/>
                <a:gd name="T14" fmla="*/ 42 w 52"/>
                <a:gd name="T15" fmla="*/ 32 h 66"/>
                <a:gd name="T16" fmla="*/ 48 w 52"/>
                <a:gd name="T17" fmla="*/ 16 h 66"/>
                <a:gd name="T18" fmla="*/ 51 w 52"/>
                <a:gd name="T19" fmla="*/ 8 h 66"/>
                <a:gd name="T20" fmla="*/ 52 w 52"/>
                <a:gd name="T21" fmla="*/ 1 h 66"/>
                <a:gd name="T22" fmla="*/ 52 w 52"/>
                <a:gd name="T23" fmla="*/ 1 h 66"/>
                <a:gd name="T24" fmla="*/ 45 w 52"/>
                <a:gd name="T25" fmla="*/ 0 h 66"/>
                <a:gd name="T26" fmla="*/ 42 w 52"/>
                <a:gd name="T27" fmla="*/ 1 h 66"/>
                <a:gd name="T28" fmla="*/ 38 w 52"/>
                <a:gd name="T29" fmla="*/ 2 h 66"/>
                <a:gd name="T30" fmla="*/ 37 w 52"/>
                <a:gd name="T31" fmla="*/ 7 h 66"/>
                <a:gd name="T32" fmla="*/ 34 w 52"/>
                <a:gd name="T33" fmla="*/ 15 h 66"/>
                <a:gd name="T34" fmla="*/ 24 w 52"/>
                <a:gd name="T35" fmla="*/ 11 h 66"/>
                <a:gd name="T36" fmla="*/ 15 w 52"/>
                <a:gd name="T37" fmla="*/ 11 h 66"/>
                <a:gd name="T38" fmla="*/ 14 w 52"/>
                <a:gd name="T39" fmla="*/ 19 h 66"/>
                <a:gd name="T40" fmla="*/ 22 w 52"/>
                <a:gd name="T41" fmla="*/ 19 h 66"/>
                <a:gd name="T42" fmla="*/ 21 w 52"/>
                <a:gd name="T43" fmla="*/ 25 h 66"/>
                <a:gd name="T44" fmla="*/ 22 w 52"/>
                <a:gd name="T45" fmla="*/ 31 h 66"/>
                <a:gd name="T46" fmla="*/ 24 w 52"/>
                <a:gd name="T47" fmla="*/ 38 h 66"/>
                <a:gd name="T48" fmla="*/ 22 w 52"/>
                <a:gd name="T49" fmla="*/ 47 h 66"/>
                <a:gd name="T50" fmla="*/ 16 w 52"/>
                <a:gd name="T51" fmla="*/ 46 h 66"/>
                <a:gd name="T52" fmla="*/ 12 w 52"/>
                <a:gd name="T53" fmla="*/ 42 h 66"/>
                <a:gd name="T54" fmla="*/ 9 w 52"/>
                <a:gd name="T55" fmla="*/ 46 h 66"/>
                <a:gd name="T56" fmla="*/ 4 w 52"/>
                <a:gd name="T57" fmla="*/ 49 h 66"/>
                <a:gd name="T58" fmla="*/ 3 w 52"/>
                <a:gd name="T59" fmla="*/ 55 h 66"/>
                <a:gd name="T60" fmla="*/ 0 w 52"/>
                <a:gd name="T61" fmla="*/ 57 h 66"/>
                <a:gd name="T62" fmla="*/ 0 w 52"/>
                <a:gd name="T63" fmla="*/ 58 h 66"/>
                <a:gd name="T64" fmla="*/ 7 w 52"/>
                <a:gd name="T65" fmla="*/ 66 h 66"/>
                <a:gd name="T66" fmla="*/ 14 w 52"/>
                <a:gd name="T67" fmla="*/ 6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" h="66">
                  <a:moveTo>
                    <a:pt x="14" y="62"/>
                  </a:moveTo>
                  <a:cubicBezTo>
                    <a:pt x="15" y="62"/>
                    <a:pt x="16" y="65"/>
                    <a:pt x="19" y="62"/>
                  </a:cubicBezTo>
                  <a:cubicBezTo>
                    <a:pt x="22" y="60"/>
                    <a:pt x="25" y="60"/>
                    <a:pt x="25" y="63"/>
                  </a:cubicBezTo>
                  <a:cubicBezTo>
                    <a:pt x="25" y="65"/>
                    <a:pt x="26" y="65"/>
                    <a:pt x="28" y="62"/>
                  </a:cubicBezTo>
                  <a:cubicBezTo>
                    <a:pt x="30" y="60"/>
                    <a:pt x="33" y="63"/>
                    <a:pt x="33" y="58"/>
                  </a:cubicBezTo>
                  <a:cubicBezTo>
                    <a:pt x="33" y="54"/>
                    <a:pt x="36" y="58"/>
                    <a:pt x="36" y="53"/>
                  </a:cubicBezTo>
                  <a:cubicBezTo>
                    <a:pt x="36" y="48"/>
                    <a:pt x="36" y="43"/>
                    <a:pt x="36" y="40"/>
                  </a:cubicBezTo>
                  <a:cubicBezTo>
                    <a:pt x="36" y="38"/>
                    <a:pt x="42" y="36"/>
                    <a:pt x="42" y="32"/>
                  </a:cubicBezTo>
                  <a:cubicBezTo>
                    <a:pt x="42" y="28"/>
                    <a:pt x="48" y="21"/>
                    <a:pt x="48" y="16"/>
                  </a:cubicBezTo>
                  <a:cubicBezTo>
                    <a:pt x="48" y="12"/>
                    <a:pt x="49" y="11"/>
                    <a:pt x="51" y="8"/>
                  </a:cubicBezTo>
                  <a:cubicBezTo>
                    <a:pt x="52" y="7"/>
                    <a:pt x="52" y="4"/>
                    <a:pt x="52" y="1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8" y="2"/>
                    <a:pt x="39" y="5"/>
                    <a:pt x="37" y="7"/>
                  </a:cubicBezTo>
                  <a:cubicBezTo>
                    <a:pt x="35" y="10"/>
                    <a:pt x="34" y="15"/>
                    <a:pt x="34" y="15"/>
                  </a:cubicBezTo>
                  <a:cubicBezTo>
                    <a:pt x="34" y="15"/>
                    <a:pt x="26" y="10"/>
                    <a:pt x="24" y="11"/>
                  </a:cubicBezTo>
                  <a:cubicBezTo>
                    <a:pt x="23" y="11"/>
                    <a:pt x="19" y="11"/>
                    <a:pt x="15" y="11"/>
                  </a:cubicBezTo>
                  <a:cubicBezTo>
                    <a:pt x="15" y="14"/>
                    <a:pt x="14" y="18"/>
                    <a:pt x="14" y="19"/>
                  </a:cubicBezTo>
                  <a:cubicBezTo>
                    <a:pt x="14" y="20"/>
                    <a:pt x="19" y="17"/>
                    <a:pt x="22" y="19"/>
                  </a:cubicBezTo>
                  <a:cubicBezTo>
                    <a:pt x="24" y="20"/>
                    <a:pt x="24" y="23"/>
                    <a:pt x="21" y="25"/>
                  </a:cubicBezTo>
                  <a:cubicBezTo>
                    <a:pt x="18" y="26"/>
                    <a:pt x="20" y="29"/>
                    <a:pt x="22" y="31"/>
                  </a:cubicBezTo>
                  <a:cubicBezTo>
                    <a:pt x="24" y="32"/>
                    <a:pt x="24" y="35"/>
                    <a:pt x="24" y="38"/>
                  </a:cubicBezTo>
                  <a:cubicBezTo>
                    <a:pt x="24" y="42"/>
                    <a:pt x="24" y="47"/>
                    <a:pt x="22" y="47"/>
                  </a:cubicBezTo>
                  <a:cubicBezTo>
                    <a:pt x="19" y="48"/>
                    <a:pt x="18" y="46"/>
                    <a:pt x="16" y="46"/>
                  </a:cubicBezTo>
                  <a:cubicBezTo>
                    <a:pt x="14" y="47"/>
                    <a:pt x="14" y="42"/>
                    <a:pt x="12" y="42"/>
                  </a:cubicBezTo>
                  <a:cubicBezTo>
                    <a:pt x="10" y="42"/>
                    <a:pt x="11" y="46"/>
                    <a:pt x="9" y="46"/>
                  </a:cubicBezTo>
                  <a:cubicBezTo>
                    <a:pt x="7" y="46"/>
                    <a:pt x="3" y="45"/>
                    <a:pt x="4" y="49"/>
                  </a:cubicBezTo>
                  <a:cubicBezTo>
                    <a:pt x="6" y="53"/>
                    <a:pt x="7" y="55"/>
                    <a:pt x="3" y="55"/>
                  </a:cubicBezTo>
                  <a:cubicBezTo>
                    <a:pt x="2" y="55"/>
                    <a:pt x="0" y="56"/>
                    <a:pt x="0" y="57"/>
                  </a:cubicBezTo>
                  <a:cubicBezTo>
                    <a:pt x="0" y="57"/>
                    <a:pt x="0" y="57"/>
                    <a:pt x="0" y="58"/>
                  </a:cubicBezTo>
                  <a:cubicBezTo>
                    <a:pt x="4" y="60"/>
                    <a:pt x="6" y="63"/>
                    <a:pt x="7" y="66"/>
                  </a:cubicBezTo>
                  <a:cubicBezTo>
                    <a:pt x="10" y="63"/>
                    <a:pt x="13" y="62"/>
                    <a:pt x="14" y="6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4" name="Freeform 1394">
              <a:extLst>
                <a:ext uri="{FF2B5EF4-FFF2-40B4-BE49-F238E27FC236}">
                  <a16:creationId xmlns:a16="http://schemas.microsoft.com/office/drawing/2014/main" id="{20AF7EAB-E470-CC35-3D8A-8B3F9056F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3228" y="3628831"/>
              <a:ext cx="460336" cy="566707"/>
            </a:xfrm>
            <a:custGeom>
              <a:avLst/>
              <a:gdLst>
                <a:gd name="T0" fmla="*/ 92 w 123"/>
                <a:gd name="T1" fmla="*/ 8 h 151"/>
                <a:gd name="T2" fmla="*/ 84 w 123"/>
                <a:gd name="T3" fmla="*/ 10 h 151"/>
                <a:gd name="T4" fmla="*/ 71 w 123"/>
                <a:gd name="T5" fmla="*/ 8 h 151"/>
                <a:gd name="T6" fmla="*/ 23 w 123"/>
                <a:gd name="T7" fmla="*/ 10 h 151"/>
                <a:gd name="T8" fmla="*/ 17 w 123"/>
                <a:gd name="T9" fmla="*/ 26 h 151"/>
                <a:gd name="T10" fmla="*/ 16 w 123"/>
                <a:gd name="T11" fmla="*/ 58 h 151"/>
                <a:gd name="T12" fmla="*/ 7 w 123"/>
                <a:gd name="T13" fmla="*/ 66 h 151"/>
                <a:gd name="T14" fmla="*/ 3 w 123"/>
                <a:gd name="T15" fmla="*/ 77 h 151"/>
                <a:gd name="T16" fmla="*/ 5 w 123"/>
                <a:gd name="T17" fmla="*/ 87 h 151"/>
                <a:gd name="T18" fmla="*/ 8 w 123"/>
                <a:gd name="T19" fmla="*/ 95 h 151"/>
                <a:gd name="T20" fmla="*/ 14 w 123"/>
                <a:gd name="T21" fmla="*/ 108 h 151"/>
                <a:gd name="T22" fmla="*/ 16 w 123"/>
                <a:gd name="T23" fmla="*/ 111 h 151"/>
                <a:gd name="T24" fmla="*/ 23 w 123"/>
                <a:gd name="T25" fmla="*/ 116 h 151"/>
                <a:gd name="T26" fmla="*/ 31 w 123"/>
                <a:gd name="T27" fmla="*/ 125 h 151"/>
                <a:gd name="T28" fmla="*/ 38 w 123"/>
                <a:gd name="T29" fmla="*/ 134 h 151"/>
                <a:gd name="T30" fmla="*/ 42 w 123"/>
                <a:gd name="T31" fmla="*/ 140 h 151"/>
                <a:gd name="T32" fmla="*/ 50 w 123"/>
                <a:gd name="T33" fmla="*/ 144 h 151"/>
                <a:gd name="T34" fmla="*/ 58 w 123"/>
                <a:gd name="T35" fmla="*/ 143 h 151"/>
                <a:gd name="T36" fmla="*/ 72 w 123"/>
                <a:gd name="T37" fmla="*/ 149 h 151"/>
                <a:gd name="T38" fmla="*/ 81 w 123"/>
                <a:gd name="T39" fmla="*/ 149 h 151"/>
                <a:gd name="T40" fmla="*/ 89 w 123"/>
                <a:gd name="T41" fmla="*/ 146 h 151"/>
                <a:gd name="T42" fmla="*/ 95 w 123"/>
                <a:gd name="T43" fmla="*/ 141 h 151"/>
                <a:gd name="T44" fmla="*/ 102 w 123"/>
                <a:gd name="T45" fmla="*/ 142 h 151"/>
                <a:gd name="T46" fmla="*/ 95 w 123"/>
                <a:gd name="T47" fmla="*/ 130 h 151"/>
                <a:gd name="T48" fmla="*/ 82 w 123"/>
                <a:gd name="T49" fmla="*/ 118 h 151"/>
                <a:gd name="T50" fmla="*/ 89 w 123"/>
                <a:gd name="T51" fmla="*/ 113 h 151"/>
                <a:gd name="T52" fmla="*/ 92 w 123"/>
                <a:gd name="T53" fmla="*/ 98 h 151"/>
                <a:gd name="T54" fmla="*/ 98 w 123"/>
                <a:gd name="T55" fmla="*/ 87 h 151"/>
                <a:gd name="T56" fmla="*/ 105 w 123"/>
                <a:gd name="T57" fmla="*/ 78 h 151"/>
                <a:gd name="T58" fmla="*/ 109 w 123"/>
                <a:gd name="T59" fmla="*/ 59 h 151"/>
                <a:gd name="T60" fmla="*/ 115 w 123"/>
                <a:gd name="T61" fmla="*/ 48 h 151"/>
                <a:gd name="T62" fmla="*/ 118 w 123"/>
                <a:gd name="T63" fmla="*/ 37 h 151"/>
                <a:gd name="T64" fmla="*/ 112 w 123"/>
                <a:gd name="T65" fmla="*/ 13 h 151"/>
                <a:gd name="T66" fmla="*/ 101 w 123"/>
                <a:gd name="T67" fmla="*/ 0 h 151"/>
                <a:gd name="T68" fmla="*/ 97 w 123"/>
                <a:gd name="T69" fmla="*/ 3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3" h="151">
                  <a:moveTo>
                    <a:pt x="97" y="3"/>
                  </a:moveTo>
                  <a:cubicBezTo>
                    <a:pt x="95" y="3"/>
                    <a:pt x="96" y="8"/>
                    <a:pt x="92" y="8"/>
                  </a:cubicBezTo>
                  <a:cubicBezTo>
                    <a:pt x="89" y="8"/>
                    <a:pt x="90" y="12"/>
                    <a:pt x="88" y="12"/>
                  </a:cubicBezTo>
                  <a:cubicBezTo>
                    <a:pt x="86" y="12"/>
                    <a:pt x="84" y="10"/>
                    <a:pt x="84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2" y="7"/>
                    <a:pt x="71" y="8"/>
                  </a:cubicBezTo>
                  <a:cubicBezTo>
                    <a:pt x="70" y="9"/>
                    <a:pt x="68" y="10"/>
                    <a:pt x="68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7" y="50"/>
                    <a:pt x="17" y="57"/>
                    <a:pt x="16" y="58"/>
                  </a:cubicBezTo>
                  <a:cubicBezTo>
                    <a:pt x="14" y="58"/>
                    <a:pt x="9" y="59"/>
                    <a:pt x="9" y="62"/>
                  </a:cubicBezTo>
                  <a:cubicBezTo>
                    <a:pt x="9" y="64"/>
                    <a:pt x="9" y="66"/>
                    <a:pt x="7" y="66"/>
                  </a:cubicBezTo>
                  <a:cubicBezTo>
                    <a:pt x="4" y="67"/>
                    <a:pt x="7" y="72"/>
                    <a:pt x="3" y="72"/>
                  </a:cubicBezTo>
                  <a:cubicBezTo>
                    <a:pt x="0" y="72"/>
                    <a:pt x="5" y="75"/>
                    <a:pt x="3" y="77"/>
                  </a:cubicBezTo>
                  <a:cubicBezTo>
                    <a:pt x="1" y="79"/>
                    <a:pt x="1" y="81"/>
                    <a:pt x="4" y="81"/>
                  </a:cubicBezTo>
                  <a:cubicBezTo>
                    <a:pt x="6" y="81"/>
                    <a:pt x="5" y="84"/>
                    <a:pt x="5" y="87"/>
                  </a:cubicBezTo>
                  <a:cubicBezTo>
                    <a:pt x="5" y="89"/>
                    <a:pt x="9" y="91"/>
                    <a:pt x="9" y="91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13" y="100"/>
                    <a:pt x="13" y="102"/>
                  </a:cubicBezTo>
                  <a:cubicBezTo>
                    <a:pt x="14" y="103"/>
                    <a:pt x="17" y="107"/>
                    <a:pt x="14" y="108"/>
                  </a:cubicBezTo>
                  <a:cubicBezTo>
                    <a:pt x="11" y="110"/>
                    <a:pt x="13" y="111"/>
                    <a:pt x="13" y="111"/>
                  </a:cubicBezTo>
                  <a:cubicBezTo>
                    <a:pt x="16" y="111"/>
                    <a:pt x="16" y="111"/>
                    <a:pt x="16" y="111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14"/>
                    <a:pt x="21" y="114"/>
                    <a:pt x="23" y="116"/>
                  </a:cubicBezTo>
                  <a:cubicBezTo>
                    <a:pt x="25" y="119"/>
                    <a:pt x="26" y="120"/>
                    <a:pt x="26" y="121"/>
                  </a:cubicBezTo>
                  <a:cubicBezTo>
                    <a:pt x="26" y="122"/>
                    <a:pt x="28" y="123"/>
                    <a:pt x="31" y="125"/>
                  </a:cubicBezTo>
                  <a:cubicBezTo>
                    <a:pt x="33" y="127"/>
                    <a:pt x="33" y="129"/>
                    <a:pt x="33" y="130"/>
                  </a:cubicBezTo>
                  <a:cubicBezTo>
                    <a:pt x="33" y="131"/>
                    <a:pt x="38" y="134"/>
                    <a:pt x="38" y="134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1" y="138"/>
                    <a:pt x="42" y="139"/>
                    <a:pt x="42" y="140"/>
                  </a:cubicBezTo>
                  <a:cubicBezTo>
                    <a:pt x="43" y="142"/>
                    <a:pt x="45" y="144"/>
                    <a:pt x="45" y="144"/>
                  </a:cubicBezTo>
                  <a:cubicBezTo>
                    <a:pt x="45" y="144"/>
                    <a:pt x="48" y="145"/>
                    <a:pt x="50" y="144"/>
                  </a:cubicBezTo>
                  <a:cubicBezTo>
                    <a:pt x="52" y="142"/>
                    <a:pt x="54" y="144"/>
                    <a:pt x="54" y="144"/>
                  </a:cubicBezTo>
                  <a:cubicBezTo>
                    <a:pt x="54" y="144"/>
                    <a:pt x="56" y="142"/>
                    <a:pt x="58" y="143"/>
                  </a:cubicBezTo>
                  <a:cubicBezTo>
                    <a:pt x="58" y="144"/>
                    <a:pt x="63" y="147"/>
                    <a:pt x="66" y="150"/>
                  </a:cubicBezTo>
                  <a:cubicBezTo>
                    <a:pt x="67" y="150"/>
                    <a:pt x="70" y="149"/>
                    <a:pt x="72" y="149"/>
                  </a:cubicBezTo>
                  <a:cubicBezTo>
                    <a:pt x="73" y="149"/>
                    <a:pt x="75" y="151"/>
                    <a:pt x="76" y="150"/>
                  </a:cubicBezTo>
                  <a:cubicBezTo>
                    <a:pt x="77" y="149"/>
                    <a:pt x="80" y="148"/>
                    <a:pt x="81" y="149"/>
                  </a:cubicBezTo>
                  <a:cubicBezTo>
                    <a:pt x="83" y="149"/>
                    <a:pt x="86" y="149"/>
                    <a:pt x="86" y="148"/>
                  </a:cubicBezTo>
                  <a:cubicBezTo>
                    <a:pt x="86" y="147"/>
                    <a:pt x="88" y="147"/>
                    <a:pt x="89" y="146"/>
                  </a:cubicBezTo>
                  <a:cubicBezTo>
                    <a:pt x="89" y="145"/>
                    <a:pt x="89" y="145"/>
                    <a:pt x="90" y="145"/>
                  </a:cubicBezTo>
                  <a:cubicBezTo>
                    <a:pt x="90" y="143"/>
                    <a:pt x="94" y="141"/>
                    <a:pt x="95" y="141"/>
                  </a:cubicBezTo>
                  <a:cubicBezTo>
                    <a:pt x="97" y="140"/>
                    <a:pt x="99" y="140"/>
                    <a:pt x="100" y="141"/>
                  </a:cubicBezTo>
                  <a:cubicBezTo>
                    <a:pt x="100" y="142"/>
                    <a:pt x="101" y="142"/>
                    <a:pt x="102" y="142"/>
                  </a:cubicBezTo>
                  <a:cubicBezTo>
                    <a:pt x="102" y="138"/>
                    <a:pt x="103" y="136"/>
                    <a:pt x="102" y="136"/>
                  </a:cubicBezTo>
                  <a:cubicBezTo>
                    <a:pt x="100" y="136"/>
                    <a:pt x="96" y="134"/>
                    <a:pt x="95" y="130"/>
                  </a:cubicBezTo>
                  <a:cubicBezTo>
                    <a:pt x="94" y="127"/>
                    <a:pt x="89" y="124"/>
                    <a:pt x="89" y="122"/>
                  </a:cubicBezTo>
                  <a:cubicBezTo>
                    <a:pt x="88" y="120"/>
                    <a:pt x="83" y="120"/>
                    <a:pt x="82" y="118"/>
                  </a:cubicBezTo>
                  <a:cubicBezTo>
                    <a:pt x="81" y="117"/>
                    <a:pt x="83" y="117"/>
                    <a:pt x="83" y="114"/>
                  </a:cubicBezTo>
                  <a:cubicBezTo>
                    <a:pt x="83" y="112"/>
                    <a:pt x="89" y="113"/>
                    <a:pt x="89" y="113"/>
                  </a:cubicBezTo>
                  <a:cubicBezTo>
                    <a:pt x="89" y="112"/>
                    <a:pt x="90" y="107"/>
                    <a:pt x="90" y="105"/>
                  </a:cubicBezTo>
                  <a:cubicBezTo>
                    <a:pt x="90" y="102"/>
                    <a:pt x="94" y="99"/>
                    <a:pt x="92" y="98"/>
                  </a:cubicBezTo>
                  <a:cubicBezTo>
                    <a:pt x="91" y="96"/>
                    <a:pt x="94" y="96"/>
                    <a:pt x="95" y="95"/>
                  </a:cubicBezTo>
                  <a:cubicBezTo>
                    <a:pt x="97" y="93"/>
                    <a:pt x="96" y="89"/>
                    <a:pt x="98" y="87"/>
                  </a:cubicBezTo>
                  <a:cubicBezTo>
                    <a:pt x="100" y="86"/>
                    <a:pt x="101" y="82"/>
                    <a:pt x="102" y="82"/>
                  </a:cubicBezTo>
                  <a:cubicBezTo>
                    <a:pt x="104" y="82"/>
                    <a:pt x="105" y="80"/>
                    <a:pt x="105" y="78"/>
                  </a:cubicBezTo>
                  <a:cubicBezTo>
                    <a:pt x="105" y="76"/>
                    <a:pt x="109" y="73"/>
                    <a:pt x="108" y="70"/>
                  </a:cubicBezTo>
                  <a:cubicBezTo>
                    <a:pt x="108" y="66"/>
                    <a:pt x="106" y="62"/>
                    <a:pt x="109" y="59"/>
                  </a:cubicBezTo>
                  <a:cubicBezTo>
                    <a:pt x="111" y="57"/>
                    <a:pt x="112" y="54"/>
                    <a:pt x="111" y="52"/>
                  </a:cubicBezTo>
                  <a:cubicBezTo>
                    <a:pt x="111" y="50"/>
                    <a:pt x="114" y="49"/>
                    <a:pt x="115" y="48"/>
                  </a:cubicBezTo>
                  <a:cubicBezTo>
                    <a:pt x="116" y="47"/>
                    <a:pt x="120" y="46"/>
                    <a:pt x="123" y="41"/>
                  </a:cubicBezTo>
                  <a:cubicBezTo>
                    <a:pt x="121" y="39"/>
                    <a:pt x="119" y="38"/>
                    <a:pt x="118" y="37"/>
                  </a:cubicBezTo>
                  <a:cubicBezTo>
                    <a:pt x="115" y="36"/>
                    <a:pt x="114" y="31"/>
                    <a:pt x="114" y="26"/>
                  </a:cubicBezTo>
                  <a:cubicBezTo>
                    <a:pt x="114" y="20"/>
                    <a:pt x="112" y="15"/>
                    <a:pt x="112" y="13"/>
                  </a:cubicBezTo>
                  <a:cubicBezTo>
                    <a:pt x="112" y="11"/>
                    <a:pt x="109" y="8"/>
                    <a:pt x="106" y="6"/>
                  </a:cubicBezTo>
                  <a:cubicBezTo>
                    <a:pt x="103" y="4"/>
                    <a:pt x="102" y="2"/>
                    <a:pt x="101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99" y="4"/>
                    <a:pt x="99" y="3"/>
                    <a:pt x="97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5" name="Freeform 1396">
              <a:extLst>
                <a:ext uri="{FF2B5EF4-FFF2-40B4-BE49-F238E27FC236}">
                  <a16:creationId xmlns:a16="http://schemas.microsoft.com/office/drawing/2014/main" id="{FACF96CA-1479-C138-E941-220236717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6109" y="3936790"/>
              <a:ext cx="55558" cy="57147"/>
            </a:xfrm>
            <a:custGeom>
              <a:avLst/>
              <a:gdLst>
                <a:gd name="T0" fmla="*/ 5 w 15"/>
                <a:gd name="T1" fmla="*/ 2 h 15"/>
                <a:gd name="T2" fmla="*/ 1 w 15"/>
                <a:gd name="T3" fmla="*/ 7 h 15"/>
                <a:gd name="T4" fmla="*/ 1 w 15"/>
                <a:gd name="T5" fmla="*/ 14 h 15"/>
                <a:gd name="T6" fmla="*/ 5 w 15"/>
                <a:gd name="T7" fmla="*/ 14 h 15"/>
                <a:gd name="T8" fmla="*/ 9 w 15"/>
                <a:gd name="T9" fmla="*/ 15 h 15"/>
                <a:gd name="T10" fmla="*/ 12 w 15"/>
                <a:gd name="T11" fmla="*/ 11 h 15"/>
                <a:gd name="T12" fmla="*/ 8 w 15"/>
                <a:gd name="T13" fmla="*/ 9 h 15"/>
                <a:gd name="T14" fmla="*/ 13 w 15"/>
                <a:gd name="T15" fmla="*/ 6 h 15"/>
                <a:gd name="T16" fmla="*/ 12 w 15"/>
                <a:gd name="T17" fmla="*/ 1 h 15"/>
                <a:gd name="T18" fmla="*/ 11 w 15"/>
                <a:gd name="T19" fmla="*/ 0 h 15"/>
                <a:gd name="T20" fmla="*/ 9 w 15"/>
                <a:gd name="T21" fmla="*/ 1 h 15"/>
                <a:gd name="T22" fmla="*/ 5 w 15"/>
                <a:gd name="T2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5" y="2"/>
                  </a:moveTo>
                  <a:cubicBezTo>
                    <a:pt x="5" y="2"/>
                    <a:pt x="3" y="5"/>
                    <a:pt x="1" y="7"/>
                  </a:cubicBezTo>
                  <a:cubicBezTo>
                    <a:pt x="0" y="9"/>
                    <a:pt x="1" y="13"/>
                    <a:pt x="1" y="14"/>
                  </a:cubicBezTo>
                  <a:cubicBezTo>
                    <a:pt x="1" y="15"/>
                    <a:pt x="4" y="15"/>
                    <a:pt x="5" y="14"/>
                  </a:cubicBezTo>
                  <a:cubicBezTo>
                    <a:pt x="6" y="13"/>
                    <a:pt x="7" y="13"/>
                    <a:pt x="9" y="15"/>
                  </a:cubicBezTo>
                  <a:cubicBezTo>
                    <a:pt x="10" y="14"/>
                    <a:pt x="11" y="12"/>
                    <a:pt x="12" y="11"/>
                  </a:cubicBezTo>
                  <a:cubicBezTo>
                    <a:pt x="10" y="10"/>
                    <a:pt x="9" y="10"/>
                    <a:pt x="8" y="9"/>
                  </a:cubicBezTo>
                  <a:cubicBezTo>
                    <a:pt x="7" y="8"/>
                    <a:pt x="10" y="6"/>
                    <a:pt x="13" y="6"/>
                  </a:cubicBezTo>
                  <a:cubicBezTo>
                    <a:pt x="15" y="5"/>
                    <a:pt x="14" y="2"/>
                    <a:pt x="12" y="1"/>
                  </a:cubicBezTo>
                  <a:cubicBezTo>
                    <a:pt x="12" y="1"/>
                    <a:pt x="11" y="0"/>
                    <a:pt x="11" y="0"/>
                  </a:cubicBezTo>
                  <a:cubicBezTo>
                    <a:pt x="10" y="0"/>
                    <a:pt x="9" y="1"/>
                    <a:pt x="9" y="1"/>
                  </a:cubicBezTo>
                  <a:cubicBezTo>
                    <a:pt x="8" y="2"/>
                    <a:pt x="7" y="2"/>
                    <a:pt x="5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6" name="Freeform 1398">
              <a:extLst>
                <a:ext uri="{FF2B5EF4-FFF2-40B4-BE49-F238E27FC236}">
                  <a16:creationId xmlns:a16="http://schemas.microsoft.com/office/drawing/2014/main" id="{593BA631-D6CE-D6F2-7459-869F902C3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0070" y="3782810"/>
              <a:ext cx="187309" cy="165091"/>
            </a:xfrm>
            <a:custGeom>
              <a:avLst/>
              <a:gdLst>
                <a:gd name="T0" fmla="*/ 9 w 50"/>
                <a:gd name="T1" fmla="*/ 7 h 44"/>
                <a:gd name="T2" fmla="*/ 5 w 50"/>
                <a:gd name="T3" fmla="*/ 11 h 44"/>
                <a:gd name="T4" fmla="*/ 2 w 50"/>
                <a:gd name="T5" fmla="*/ 19 h 44"/>
                <a:gd name="T6" fmla="*/ 1 w 50"/>
                <a:gd name="T7" fmla="*/ 29 h 44"/>
                <a:gd name="T8" fmla="*/ 8 w 50"/>
                <a:gd name="T9" fmla="*/ 29 h 44"/>
                <a:gd name="T10" fmla="*/ 10 w 50"/>
                <a:gd name="T11" fmla="*/ 27 h 44"/>
                <a:gd name="T12" fmla="*/ 14 w 50"/>
                <a:gd name="T13" fmla="*/ 26 h 44"/>
                <a:gd name="T14" fmla="*/ 18 w 50"/>
                <a:gd name="T15" fmla="*/ 28 h 44"/>
                <a:gd name="T16" fmla="*/ 21 w 50"/>
                <a:gd name="T17" fmla="*/ 28 h 44"/>
                <a:gd name="T18" fmla="*/ 29 w 50"/>
                <a:gd name="T19" fmla="*/ 28 h 44"/>
                <a:gd name="T20" fmla="*/ 45 w 50"/>
                <a:gd name="T21" fmla="*/ 43 h 44"/>
                <a:gd name="T22" fmla="*/ 45 w 50"/>
                <a:gd name="T23" fmla="*/ 43 h 44"/>
                <a:gd name="T24" fmla="*/ 48 w 50"/>
                <a:gd name="T25" fmla="*/ 43 h 44"/>
                <a:gd name="T26" fmla="*/ 50 w 50"/>
                <a:gd name="T27" fmla="*/ 42 h 44"/>
                <a:gd name="T28" fmla="*/ 42 w 50"/>
                <a:gd name="T29" fmla="*/ 33 h 44"/>
                <a:gd name="T30" fmla="*/ 30 w 50"/>
                <a:gd name="T31" fmla="*/ 25 h 44"/>
                <a:gd name="T32" fmla="*/ 26 w 50"/>
                <a:gd name="T33" fmla="*/ 20 h 44"/>
                <a:gd name="T34" fmla="*/ 20 w 50"/>
                <a:gd name="T35" fmla="*/ 9 h 44"/>
                <a:gd name="T36" fmla="*/ 16 w 50"/>
                <a:gd name="T37" fmla="*/ 0 h 44"/>
                <a:gd name="T38" fmla="*/ 9 w 50"/>
                <a:gd name="T39" fmla="*/ 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" h="44">
                  <a:moveTo>
                    <a:pt x="9" y="7"/>
                  </a:moveTo>
                  <a:cubicBezTo>
                    <a:pt x="7" y="8"/>
                    <a:pt x="4" y="9"/>
                    <a:pt x="5" y="11"/>
                  </a:cubicBezTo>
                  <a:cubicBezTo>
                    <a:pt x="5" y="14"/>
                    <a:pt x="4" y="16"/>
                    <a:pt x="2" y="19"/>
                  </a:cubicBezTo>
                  <a:cubicBezTo>
                    <a:pt x="0" y="21"/>
                    <a:pt x="1" y="26"/>
                    <a:pt x="1" y="29"/>
                  </a:cubicBezTo>
                  <a:cubicBezTo>
                    <a:pt x="4" y="29"/>
                    <a:pt x="7" y="29"/>
                    <a:pt x="8" y="29"/>
                  </a:cubicBezTo>
                  <a:cubicBezTo>
                    <a:pt x="9" y="30"/>
                    <a:pt x="9" y="29"/>
                    <a:pt x="10" y="27"/>
                  </a:cubicBezTo>
                  <a:cubicBezTo>
                    <a:pt x="11" y="24"/>
                    <a:pt x="12" y="25"/>
                    <a:pt x="14" y="26"/>
                  </a:cubicBezTo>
                  <a:cubicBezTo>
                    <a:pt x="15" y="27"/>
                    <a:pt x="16" y="29"/>
                    <a:pt x="18" y="28"/>
                  </a:cubicBezTo>
                  <a:cubicBezTo>
                    <a:pt x="21" y="27"/>
                    <a:pt x="20" y="27"/>
                    <a:pt x="21" y="28"/>
                  </a:cubicBezTo>
                  <a:cubicBezTo>
                    <a:pt x="23" y="28"/>
                    <a:pt x="27" y="28"/>
                    <a:pt x="29" y="28"/>
                  </a:cubicBezTo>
                  <a:cubicBezTo>
                    <a:pt x="31" y="28"/>
                    <a:pt x="45" y="43"/>
                    <a:pt x="45" y="43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6" y="44"/>
                    <a:pt x="48" y="44"/>
                    <a:pt x="48" y="43"/>
                  </a:cubicBezTo>
                  <a:cubicBezTo>
                    <a:pt x="48" y="43"/>
                    <a:pt x="49" y="42"/>
                    <a:pt x="50" y="42"/>
                  </a:cubicBezTo>
                  <a:cubicBezTo>
                    <a:pt x="48" y="40"/>
                    <a:pt x="46" y="37"/>
                    <a:pt x="42" y="33"/>
                  </a:cubicBezTo>
                  <a:cubicBezTo>
                    <a:pt x="38" y="27"/>
                    <a:pt x="33" y="25"/>
                    <a:pt x="30" y="25"/>
                  </a:cubicBezTo>
                  <a:cubicBezTo>
                    <a:pt x="28" y="25"/>
                    <a:pt x="27" y="20"/>
                    <a:pt x="26" y="20"/>
                  </a:cubicBezTo>
                  <a:cubicBezTo>
                    <a:pt x="24" y="20"/>
                    <a:pt x="20" y="13"/>
                    <a:pt x="20" y="9"/>
                  </a:cubicBezTo>
                  <a:cubicBezTo>
                    <a:pt x="20" y="6"/>
                    <a:pt x="18" y="3"/>
                    <a:pt x="16" y="0"/>
                  </a:cubicBezTo>
                  <a:cubicBezTo>
                    <a:pt x="13" y="5"/>
                    <a:pt x="10" y="6"/>
                    <a:pt x="9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7" name="Freeform 1400">
              <a:extLst>
                <a:ext uri="{FF2B5EF4-FFF2-40B4-BE49-F238E27FC236}">
                  <a16:creationId xmlns:a16="http://schemas.microsoft.com/office/drawing/2014/main" id="{CED507EC-523E-BB65-3C33-DDA66A689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1654" y="3873292"/>
              <a:ext cx="420653" cy="327008"/>
            </a:xfrm>
            <a:custGeom>
              <a:avLst/>
              <a:gdLst>
                <a:gd name="T0" fmla="*/ 8 w 112"/>
                <a:gd name="T1" fmla="*/ 57 h 87"/>
                <a:gd name="T2" fmla="*/ 14 w 112"/>
                <a:gd name="T3" fmla="*/ 65 h 87"/>
                <a:gd name="T4" fmla="*/ 21 w 112"/>
                <a:gd name="T5" fmla="*/ 71 h 87"/>
                <a:gd name="T6" fmla="*/ 21 w 112"/>
                <a:gd name="T7" fmla="*/ 77 h 87"/>
                <a:gd name="T8" fmla="*/ 23 w 112"/>
                <a:gd name="T9" fmla="*/ 78 h 87"/>
                <a:gd name="T10" fmla="*/ 31 w 112"/>
                <a:gd name="T11" fmla="*/ 80 h 87"/>
                <a:gd name="T12" fmla="*/ 40 w 112"/>
                <a:gd name="T13" fmla="*/ 85 h 87"/>
                <a:gd name="T14" fmla="*/ 48 w 112"/>
                <a:gd name="T15" fmla="*/ 86 h 87"/>
                <a:gd name="T16" fmla="*/ 53 w 112"/>
                <a:gd name="T17" fmla="*/ 82 h 87"/>
                <a:gd name="T18" fmla="*/ 59 w 112"/>
                <a:gd name="T19" fmla="*/ 81 h 87"/>
                <a:gd name="T20" fmla="*/ 63 w 112"/>
                <a:gd name="T21" fmla="*/ 82 h 87"/>
                <a:gd name="T22" fmla="*/ 67 w 112"/>
                <a:gd name="T23" fmla="*/ 81 h 87"/>
                <a:gd name="T24" fmla="*/ 73 w 112"/>
                <a:gd name="T25" fmla="*/ 80 h 87"/>
                <a:gd name="T26" fmla="*/ 82 w 112"/>
                <a:gd name="T27" fmla="*/ 75 h 87"/>
                <a:gd name="T28" fmla="*/ 90 w 112"/>
                <a:gd name="T29" fmla="*/ 74 h 87"/>
                <a:gd name="T30" fmla="*/ 110 w 112"/>
                <a:gd name="T31" fmla="*/ 54 h 87"/>
                <a:gd name="T32" fmla="*/ 107 w 112"/>
                <a:gd name="T33" fmla="*/ 53 h 87"/>
                <a:gd name="T34" fmla="*/ 97 w 112"/>
                <a:gd name="T35" fmla="*/ 50 h 87"/>
                <a:gd name="T36" fmla="*/ 82 w 112"/>
                <a:gd name="T37" fmla="*/ 45 h 87"/>
                <a:gd name="T38" fmla="*/ 78 w 112"/>
                <a:gd name="T39" fmla="*/ 41 h 87"/>
                <a:gd name="T40" fmla="*/ 73 w 112"/>
                <a:gd name="T41" fmla="*/ 34 h 87"/>
                <a:gd name="T42" fmla="*/ 74 w 112"/>
                <a:gd name="T43" fmla="*/ 31 h 87"/>
                <a:gd name="T44" fmla="*/ 71 w 112"/>
                <a:gd name="T45" fmla="*/ 30 h 87"/>
                <a:gd name="T46" fmla="*/ 66 w 112"/>
                <a:gd name="T47" fmla="*/ 30 h 87"/>
                <a:gd name="T48" fmla="*/ 67 w 112"/>
                <a:gd name="T49" fmla="*/ 24 h 87"/>
                <a:gd name="T50" fmla="*/ 70 w 112"/>
                <a:gd name="T51" fmla="*/ 19 h 87"/>
                <a:gd name="T52" fmla="*/ 55 w 112"/>
                <a:gd name="T53" fmla="*/ 3 h 87"/>
                <a:gd name="T54" fmla="*/ 47 w 112"/>
                <a:gd name="T55" fmla="*/ 3 h 87"/>
                <a:gd name="T56" fmla="*/ 44 w 112"/>
                <a:gd name="T57" fmla="*/ 3 h 87"/>
                <a:gd name="T58" fmla="*/ 40 w 112"/>
                <a:gd name="T59" fmla="*/ 2 h 87"/>
                <a:gd name="T60" fmla="*/ 36 w 112"/>
                <a:gd name="T61" fmla="*/ 2 h 87"/>
                <a:gd name="T62" fmla="*/ 34 w 112"/>
                <a:gd name="T63" fmla="*/ 5 h 87"/>
                <a:gd name="T64" fmla="*/ 28 w 112"/>
                <a:gd name="T65" fmla="*/ 4 h 87"/>
                <a:gd name="T66" fmla="*/ 28 w 112"/>
                <a:gd name="T67" fmla="*/ 5 h 87"/>
                <a:gd name="T68" fmla="*/ 25 w 112"/>
                <a:gd name="T69" fmla="*/ 13 h 87"/>
                <a:gd name="T70" fmla="*/ 22 w 112"/>
                <a:gd name="T71" fmla="*/ 17 h 87"/>
                <a:gd name="T72" fmla="*/ 17 w 112"/>
                <a:gd name="T73" fmla="*/ 22 h 87"/>
                <a:gd name="T74" fmla="*/ 15 w 112"/>
                <a:gd name="T75" fmla="*/ 30 h 87"/>
                <a:gd name="T76" fmla="*/ 12 w 112"/>
                <a:gd name="T77" fmla="*/ 33 h 87"/>
                <a:gd name="T78" fmla="*/ 9 w 112"/>
                <a:gd name="T79" fmla="*/ 40 h 87"/>
                <a:gd name="T80" fmla="*/ 8 w 112"/>
                <a:gd name="T81" fmla="*/ 48 h 87"/>
                <a:gd name="T82" fmla="*/ 2 w 112"/>
                <a:gd name="T83" fmla="*/ 49 h 87"/>
                <a:gd name="T84" fmla="*/ 1 w 112"/>
                <a:gd name="T85" fmla="*/ 53 h 87"/>
                <a:gd name="T86" fmla="*/ 8 w 112"/>
                <a:gd name="T87" fmla="*/ 5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" h="87">
                  <a:moveTo>
                    <a:pt x="8" y="57"/>
                  </a:moveTo>
                  <a:cubicBezTo>
                    <a:pt x="9" y="59"/>
                    <a:pt x="13" y="62"/>
                    <a:pt x="14" y="65"/>
                  </a:cubicBezTo>
                  <a:cubicBezTo>
                    <a:pt x="16" y="69"/>
                    <a:pt x="19" y="71"/>
                    <a:pt x="21" y="71"/>
                  </a:cubicBezTo>
                  <a:cubicBezTo>
                    <a:pt x="23" y="71"/>
                    <a:pt x="22" y="73"/>
                    <a:pt x="21" y="77"/>
                  </a:cubicBezTo>
                  <a:cubicBezTo>
                    <a:pt x="22" y="78"/>
                    <a:pt x="23" y="78"/>
                    <a:pt x="23" y="78"/>
                  </a:cubicBezTo>
                  <a:cubicBezTo>
                    <a:pt x="25" y="79"/>
                    <a:pt x="29" y="78"/>
                    <a:pt x="31" y="80"/>
                  </a:cubicBezTo>
                  <a:cubicBezTo>
                    <a:pt x="33" y="81"/>
                    <a:pt x="38" y="85"/>
                    <a:pt x="40" y="85"/>
                  </a:cubicBezTo>
                  <a:cubicBezTo>
                    <a:pt x="41" y="85"/>
                    <a:pt x="47" y="86"/>
                    <a:pt x="48" y="86"/>
                  </a:cubicBezTo>
                  <a:cubicBezTo>
                    <a:pt x="49" y="87"/>
                    <a:pt x="50" y="84"/>
                    <a:pt x="53" y="82"/>
                  </a:cubicBezTo>
                  <a:cubicBezTo>
                    <a:pt x="56" y="81"/>
                    <a:pt x="59" y="80"/>
                    <a:pt x="59" y="81"/>
                  </a:cubicBezTo>
                  <a:cubicBezTo>
                    <a:pt x="60" y="82"/>
                    <a:pt x="62" y="83"/>
                    <a:pt x="63" y="82"/>
                  </a:cubicBezTo>
                  <a:cubicBezTo>
                    <a:pt x="63" y="82"/>
                    <a:pt x="65" y="82"/>
                    <a:pt x="67" y="81"/>
                  </a:cubicBezTo>
                  <a:cubicBezTo>
                    <a:pt x="69" y="81"/>
                    <a:pt x="72" y="80"/>
                    <a:pt x="73" y="80"/>
                  </a:cubicBezTo>
                  <a:cubicBezTo>
                    <a:pt x="74" y="81"/>
                    <a:pt x="78" y="75"/>
                    <a:pt x="82" y="75"/>
                  </a:cubicBezTo>
                  <a:cubicBezTo>
                    <a:pt x="87" y="75"/>
                    <a:pt x="88" y="76"/>
                    <a:pt x="90" y="74"/>
                  </a:cubicBezTo>
                  <a:cubicBezTo>
                    <a:pt x="93" y="72"/>
                    <a:pt x="109" y="55"/>
                    <a:pt x="110" y="54"/>
                  </a:cubicBezTo>
                  <a:cubicBezTo>
                    <a:pt x="112" y="53"/>
                    <a:pt x="109" y="53"/>
                    <a:pt x="107" y="53"/>
                  </a:cubicBezTo>
                  <a:cubicBezTo>
                    <a:pt x="106" y="53"/>
                    <a:pt x="103" y="52"/>
                    <a:pt x="97" y="50"/>
                  </a:cubicBezTo>
                  <a:cubicBezTo>
                    <a:pt x="92" y="48"/>
                    <a:pt x="84" y="45"/>
                    <a:pt x="82" y="45"/>
                  </a:cubicBezTo>
                  <a:cubicBezTo>
                    <a:pt x="81" y="45"/>
                    <a:pt x="79" y="41"/>
                    <a:pt x="78" y="41"/>
                  </a:cubicBezTo>
                  <a:cubicBezTo>
                    <a:pt x="76" y="40"/>
                    <a:pt x="74" y="35"/>
                    <a:pt x="73" y="34"/>
                  </a:cubicBezTo>
                  <a:cubicBezTo>
                    <a:pt x="73" y="33"/>
                    <a:pt x="73" y="32"/>
                    <a:pt x="74" y="31"/>
                  </a:cubicBezTo>
                  <a:cubicBezTo>
                    <a:pt x="72" y="30"/>
                    <a:pt x="72" y="29"/>
                    <a:pt x="71" y="30"/>
                  </a:cubicBezTo>
                  <a:cubicBezTo>
                    <a:pt x="69" y="31"/>
                    <a:pt x="67" y="31"/>
                    <a:pt x="66" y="30"/>
                  </a:cubicBezTo>
                  <a:cubicBezTo>
                    <a:pt x="66" y="29"/>
                    <a:pt x="65" y="26"/>
                    <a:pt x="67" y="24"/>
                  </a:cubicBezTo>
                  <a:cubicBezTo>
                    <a:pt x="68" y="22"/>
                    <a:pt x="70" y="19"/>
                    <a:pt x="70" y="19"/>
                  </a:cubicBezTo>
                  <a:cubicBezTo>
                    <a:pt x="70" y="19"/>
                    <a:pt x="56" y="4"/>
                    <a:pt x="55" y="3"/>
                  </a:cubicBezTo>
                  <a:cubicBezTo>
                    <a:pt x="53" y="3"/>
                    <a:pt x="48" y="4"/>
                    <a:pt x="47" y="3"/>
                  </a:cubicBezTo>
                  <a:cubicBezTo>
                    <a:pt x="46" y="3"/>
                    <a:pt x="46" y="2"/>
                    <a:pt x="44" y="3"/>
                  </a:cubicBezTo>
                  <a:cubicBezTo>
                    <a:pt x="42" y="5"/>
                    <a:pt x="41" y="3"/>
                    <a:pt x="40" y="2"/>
                  </a:cubicBezTo>
                  <a:cubicBezTo>
                    <a:pt x="38" y="0"/>
                    <a:pt x="37" y="0"/>
                    <a:pt x="36" y="2"/>
                  </a:cubicBezTo>
                  <a:cubicBezTo>
                    <a:pt x="35" y="5"/>
                    <a:pt x="35" y="6"/>
                    <a:pt x="34" y="5"/>
                  </a:cubicBezTo>
                  <a:cubicBezTo>
                    <a:pt x="33" y="4"/>
                    <a:pt x="30" y="4"/>
                    <a:pt x="28" y="4"/>
                  </a:cubicBezTo>
                  <a:cubicBezTo>
                    <a:pt x="28" y="4"/>
                    <a:pt x="28" y="4"/>
                    <a:pt x="28" y="5"/>
                  </a:cubicBezTo>
                  <a:cubicBezTo>
                    <a:pt x="28" y="8"/>
                    <a:pt x="25" y="11"/>
                    <a:pt x="25" y="13"/>
                  </a:cubicBezTo>
                  <a:cubicBezTo>
                    <a:pt x="25" y="15"/>
                    <a:pt x="23" y="17"/>
                    <a:pt x="22" y="17"/>
                  </a:cubicBezTo>
                  <a:cubicBezTo>
                    <a:pt x="20" y="17"/>
                    <a:pt x="19" y="21"/>
                    <a:pt x="17" y="22"/>
                  </a:cubicBezTo>
                  <a:cubicBezTo>
                    <a:pt x="15" y="24"/>
                    <a:pt x="17" y="28"/>
                    <a:pt x="15" y="30"/>
                  </a:cubicBezTo>
                  <a:cubicBezTo>
                    <a:pt x="13" y="31"/>
                    <a:pt x="10" y="31"/>
                    <a:pt x="12" y="33"/>
                  </a:cubicBezTo>
                  <a:cubicBezTo>
                    <a:pt x="13" y="34"/>
                    <a:pt x="9" y="37"/>
                    <a:pt x="9" y="40"/>
                  </a:cubicBezTo>
                  <a:cubicBezTo>
                    <a:pt x="9" y="42"/>
                    <a:pt x="9" y="47"/>
                    <a:pt x="8" y="48"/>
                  </a:cubicBezTo>
                  <a:cubicBezTo>
                    <a:pt x="8" y="48"/>
                    <a:pt x="2" y="47"/>
                    <a:pt x="2" y="49"/>
                  </a:cubicBezTo>
                  <a:cubicBezTo>
                    <a:pt x="2" y="52"/>
                    <a:pt x="0" y="52"/>
                    <a:pt x="1" y="53"/>
                  </a:cubicBezTo>
                  <a:cubicBezTo>
                    <a:pt x="2" y="55"/>
                    <a:pt x="7" y="55"/>
                    <a:pt x="8" y="5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8" name="Freeform 1402">
              <a:extLst>
                <a:ext uri="{FF2B5EF4-FFF2-40B4-BE49-F238E27FC236}">
                  <a16:creationId xmlns:a16="http://schemas.microsoft.com/office/drawing/2014/main" id="{F487A81E-9DF8-D6B3-C0BB-5662A4517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4209" y="3427229"/>
              <a:ext cx="57146" cy="55560"/>
            </a:xfrm>
            <a:custGeom>
              <a:avLst/>
              <a:gdLst>
                <a:gd name="T0" fmla="*/ 5 w 15"/>
                <a:gd name="T1" fmla="*/ 11 h 15"/>
                <a:gd name="T2" fmla="*/ 9 w 15"/>
                <a:gd name="T3" fmla="*/ 14 h 15"/>
                <a:gd name="T4" fmla="*/ 15 w 15"/>
                <a:gd name="T5" fmla="*/ 15 h 15"/>
                <a:gd name="T6" fmla="*/ 12 w 15"/>
                <a:gd name="T7" fmla="*/ 5 h 15"/>
                <a:gd name="T8" fmla="*/ 12 w 15"/>
                <a:gd name="T9" fmla="*/ 4 h 15"/>
                <a:gd name="T10" fmla="*/ 7 w 15"/>
                <a:gd name="T11" fmla="*/ 1 h 15"/>
                <a:gd name="T12" fmla="*/ 3 w 15"/>
                <a:gd name="T13" fmla="*/ 4 h 15"/>
                <a:gd name="T14" fmla="*/ 0 w 15"/>
                <a:gd name="T15" fmla="*/ 10 h 15"/>
                <a:gd name="T16" fmla="*/ 5 w 15"/>
                <a:gd name="T17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5">
                  <a:moveTo>
                    <a:pt x="5" y="11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1"/>
                    <a:pt x="12" y="6"/>
                    <a:pt x="12" y="5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2"/>
                    <a:pt x="9" y="0"/>
                    <a:pt x="7" y="1"/>
                  </a:cubicBezTo>
                  <a:cubicBezTo>
                    <a:pt x="5" y="1"/>
                    <a:pt x="4" y="3"/>
                    <a:pt x="3" y="4"/>
                  </a:cubicBezTo>
                  <a:cubicBezTo>
                    <a:pt x="3" y="4"/>
                    <a:pt x="1" y="8"/>
                    <a:pt x="0" y="10"/>
                  </a:cubicBezTo>
                  <a:cubicBezTo>
                    <a:pt x="3" y="11"/>
                    <a:pt x="5" y="11"/>
                    <a:pt x="5" y="1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9" name="Freeform 1403">
              <a:extLst>
                <a:ext uri="{FF2B5EF4-FFF2-40B4-BE49-F238E27FC236}">
                  <a16:creationId xmlns:a16="http://schemas.microsoft.com/office/drawing/2014/main" id="{24C9000D-41A0-DE05-5C72-64F272B42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4209" y="3427229"/>
              <a:ext cx="57146" cy="55560"/>
            </a:xfrm>
            <a:custGeom>
              <a:avLst/>
              <a:gdLst>
                <a:gd name="T0" fmla="*/ 5 w 15"/>
                <a:gd name="T1" fmla="*/ 11 h 15"/>
                <a:gd name="T2" fmla="*/ 9 w 15"/>
                <a:gd name="T3" fmla="*/ 14 h 15"/>
                <a:gd name="T4" fmla="*/ 15 w 15"/>
                <a:gd name="T5" fmla="*/ 15 h 15"/>
                <a:gd name="T6" fmla="*/ 12 w 15"/>
                <a:gd name="T7" fmla="*/ 5 h 15"/>
                <a:gd name="T8" fmla="*/ 12 w 15"/>
                <a:gd name="T9" fmla="*/ 4 h 15"/>
                <a:gd name="T10" fmla="*/ 7 w 15"/>
                <a:gd name="T11" fmla="*/ 1 h 15"/>
                <a:gd name="T12" fmla="*/ 3 w 15"/>
                <a:gd name="T13" fmla="*/ 4 h 15"/>
                <a:gd name="T14" fmla="*/ 0 w 15"/>
                <a:gd name="T15" fmla="*/ 10 h 15"/>
                <a:gd name="T16" fmla="*/ 5 w 15"/>
                <a:gd name="T17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5">
                  <a:moveTo>
                    <a:pt x="5" y="11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1"/>
                    <a:pt x="12" y="6"/>
                    <a:pt x="12" y="5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2"/>
                    <a:pt x="9" y="0"/>
                    <a:pt x="7" y="1"/>
                  </a:cubicBezTo>
                  <a:cubicBezTo>
                    <a:pt x="5" y="1"/>
                    <a:pt x="4" y="3"/>
                    <a:pt x="3" y="4"/>
                  </a:cubicBezTo>
                  <a:cubicBezTo>
                    <a:pt x="3" y="4"/>
                    <a:pt x="1" y="8"/>
                    <a:pt x="0" y="10"/>
                  </a:cubicBezTo>
                  <a:cubicBezTo>
                    <a:pt x="3" y="11"/>
                    <a:pt x="5" y="11"/>
                    <a:pt x="5" y="11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0" name="Freeform 1404">
              <a:extLst>
                <a:ext uri="{FF2B5EF4-FFF2-40B4-BE49-F238E27FC236}">
                  <a16:creationId xmlns:a16="http://schemas.microsoft.com/office/drawing/2014/main" id="{8A129CFC-C66D-D4A0-AB4A-CED633707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8639" y="4154265"/>
              <a:ext cx="225407" cy="269860"/>
            </a:xfrm>
            <a:custGeom>
              <a:avLst/>
              <a:gdLst>
                <a:gd name="T0" fmla="*/ 53 w 60"/>
                <a:gd name="T1" fmla="*/ 16 h 72"/>
                <a:gd name="T2" fmla="*/ 57 w 60"/>
                <a:gd name="T3" fmla="*/ 11 h 72"/>
                <a:gd name="T4" fmla="*/ 60 w 60"/>
                <a:gd name="T5" fmla="*/ 6 h 72"/>
                <a:gd name="T6" fmla="*/ 57 w 60"/>
                <a:gd name="T7" fmla="*/ 7 h 72"/>
                <a:gd name="T8" fmla="*/ 53 w 60"/>
                <a:gd name="T9" fmla="*/ 5 h 72"/>
                <a:gd name="T10" fmla="*/ 47 w 60"/>
                <a:gd name="T11" fmla="*/ 7 h 72"/>
                <a:gd name="T12" fmla="*/ 42 w 60"/>
                <a:gd name="T13" fmla="*/ 11 h 72"/>
                <a:gd name="T14" fmla="*/ 33 w 60"/>
                <a:gd name="T15" fmla="*/ 9 h 72"/>
                <a:gd name="T16" fmla="*/ 24 w 60"/>
                <a:gd name="T17" fmla="*/ 4 h 72"/>
                <a:gd name="T18" fmla="*/ 17 w 60"/>
                <a:gd name="T19" fmla="*/ 3 h 72"/>
                <a:gd name="T20" fmla="*/ 12 w 60"/>
                <a:gd name="T21" fmla="*/ 1 h 72"/>
                <a:gd name="T22" fmla="*/ 8 w 60"/>
                <a:gd name="T23" fmla="*/ 0 h 72"/>
                <a:gd name="T24" fmla="*/ 2 w 60"/>
                <a:gd name="T25" fmla="*/ 4 h 72"/>
                <a:gd name="T26" fmla="*/ 1 w 60"/>
                <a:gd name="T27" fmla="*/ 5 h 72"/>
                <a:gd name="T28" fmla="*/ 4 w 60"/>
                <a:gd name="T29" fmla="*/ 8 h 72"/>
                <a:gd name="T30" fmla="*/ 5 w 60"/>
                <a:gd name="T31" fmla="*/ 14 h 72"/>
                <a:gd name="T32" fmla="*/ 8 w 60"/>
                <a:gd name="T33" fmla="*/ 16 h 72"/>
                <a:gd name="T34" fmla="*/ 8 w 60"/>
                <a:gd name="T35" fmla="*/ 22 h 72"/>
                <a:gd name="T36" fmla="*/ 3 w 60"/>
                <a:gd name="T37" fmla="*/ 31 h 72"/>
                <a:gd name="T38" fmla="*/ 1 w 60"/>
                <a:gd name="T39" fmla="*/ 36 h 72"/>
                <a:gd name="T40" fmla="*/ 6 w 60"/>
                <a:gd name="T41" fmla="*/ 38 h 72"/>
                <a:gd name="T42" fmla="*/ 0 w 60"/>
                <a:gd name="T43" fmla="*/ 43 h 72"/>
                <a:gd name="T44" fmla="*/ 0 w 60"/>
                <a:gd name="T45" fmla="*/ 44 h 72"/>
                <a:gd name="T46" fmla="*/ 28 w 60"/>
                <a:gd name="T47" fmla="*/ 59 h 72"/>
                <a:gd name="T48" fmla="*/ 28 w 60"/>
                <a:gd name="T49" fmla="*/ 63 h 72"/>
                <a:gd name="T50" fmla="*/ 41 w 60"/>
                <a:gd name="T51" fmla="*/ 72 h 72"/>
                <a:gd name="T52" fmla="*/ 48 w 60"/>
                <a:gd name="T53" fmla="*/ 56 h 72"/>
                <a:gd name="T54" fmla="*/ 53 w 60"/>
                <a:gd name="T55" fmla="*/ 52 h 72"/>
                <a:gd name="T56" fmla="*/ 57 w 60"/>
                <a:gd name="T57" fmla="*/ 50 h 72"/>
                <a:gd name="T58" fmla="*/ 58 w 60"/>
                <a:gd name="T59" fmla="*/ 49 h 72"/>
                <a:gd name="T60" fmla="*/ 54 w 60"/>
                <a:gd name="T61" fmla="*/ 43 h 72"/>
                <a:gd name="T62" fmla="*/ 53 w 60"/>
                <a:gd name="T63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" h="72">
                  <a:moveTo>
                    <a:pt x="53" y="16"/>
                  </a:moveTo>
                  <a:cubicBezTo>
                    <a:pt x="57" y="11"/>
                    <a:pt x="57" y="11"/>
                    <a:pt x="57" y="11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59" y="6"/>
                    <a:pt x="57" y="6"/>
                    <a:pt x="57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49" y="5"/>
                    <a:pt x="47" y="7"/>
                  </a:cubicBezTo>
                  <a:cubicBezTo>
                    <a:pt x="44" y="8"/>
                    <a:pt x="43" y="11"/>
                    <a:pt x="42" y="11"/>
                  </a:cubicBezTo>
                  <a:cubicBezTo>
                    <a:pt x="41" y="10"/>
                    <a:pt x="35" y="9"/>
                    <a:pt x="33" y="9"/>
                  </a:cubicBezTo>
                  <a:cubicBezTo>
                    <a:pt x="31" y="9"/>
                    <a:pt x="26" y="6"/>
                    <a:pt x="24" y="4"/>
                  </a:cubicBezTo>
                  <a:cubicBezTo>
                    <a:pt x="23" y="3"/>
                    <a:pt x="18" y="3"/>
                    <a:pt x="17" y="3"/>
                  </a:cubicBezTo>
                  <a:cubicBezTo>
                    <a:pt x="16" y="2"/>
                    <a:pt x="13" y="1"/>
                    <a:pt x="12" y="1"/>
                  </a:cubicBezTo>
                  <a:cubicBezTo>
                    <a:pt x="12" y="0"/>
                    <a:pt x="10" y="0"/>
                    <a:pt x="8" y="0"/>
                  </a:cubicBezTo>
                  <a:cubicBezTo>
                    <a:pt x="6" y="0"/>
                    <a:pt x="2" y="3"/>
                    <a:pt x="2" y="4"/>
                  </a:cubicBezTo>
                  <a:cubicBezTo>
                    <a:pt x="2" y="4"/>
                    <a:pt x="1" y="5"/>
                    <a:pt x="1" y="5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9"/>
                    <a:pt x="8" y="22"/>
                  </a:cubicBezTo>
                  <a:cubicBezTo>
                    <a:pt x="7" y="25"/>
                    <a:pt x="5" y="29"/>
                    <a:pt x="3" y="31"/>
                  </a:cubicBezTo>
                  <a:cubicBezTo>
                    <a:pt x="2" y="32"/>
                    <a:pt x="1" y="33"/>
                    <a:pt x="1" y="36"/>
                  </a:cubicBezTo>
                  <a:cubicBezTo>
                    <a:pt x="4" y="36"/>
                    <a:pt x="6" y="38"/>
                    <a:pt x="6" y="38"/>
                  </a:cubicBezTo>
                  <a:cubicBezTo>
                    <a:pt x="5" y="40"/>
                    <a:pt x="0" y="39"/>
                    <a:pt x="0" y="43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3"/>
                    <a:pt x="34" y="68"/>
                    <a:pt x="41" y="72"/>
                  </a:cubicBezTo>
                  <a:cubicBezTo>
                    <a:pt x="43" y="65"/>
                    <a:pt x="47" y="58"/>
                    <a:pt x="48" y="56"/>
                  </a:cubicBezTo>
                  <a:cubicBezTo>
                    <a:pt x="50" y="54"/>
                    <a:pt x="51" y="54"/>
                    <a:pt x="53" y="52"/>
                  </a:cubicBezTo>
                  <a:cubicBezTo>
                    <a:pt x="54" y="50"/>
                    <a:pt x="55" y="53"/>
                    <a:pt x="57" y="50"/>
                  </a:cubicBezTo>
                  <a:cubicBezTo>
                    <a:pt x="57" y="49"/>
                    <a:pt x="57" y="49"/>
                    <a:pt x="58" y="49"/>
                  </a:cubicBezTo>
                  <a:cubicBezTo>
                    <a:pt x="54" y="43"/>
                    <a:pt x="54" y="43"/>
                    <a:pt x="54" y="43"/>
                  </a:cubicBezTo>
                  <a:lnTo>
                    <a:pt x="53" y="1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1" name="Freeform 1406">
              <a:extLst>
                <a:ext uri="{FF2B5EF4-FFF2-40B4-BE49-F238E27FC236}">
                  <a16:creationId xmlns:a16="http://schemas.microsoft.com/office/drawing/2014/main" id="{29B9DBE1-86FD-CE8D-5A8C-EEA691205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7999" y="4173313"/>
              <a:ext cx="153975" cy="157155"/>
            </a:xfrm>
            <a:custGeom>
              <a:avLst/>
              <a:gdLst>
                <a:gd name="T0" fmla="*/ 38 w 41"/>
                <a:gd name="T1" fmla="*/ 8 h 42"/>
                <a:gd name="T2" fmla="*/ 37 w 41"/>
                <a:gd name="T3" fmla="*/ 3 h 42"/>
                <a:gd name="T4" fmla="*/ 34 w 41"/>
                <a:gd name="T5" fmla="*/ 0 h 42"/>
                <a:gd name="T6" fmla="*/ 31 w 41"/>
                <a:gd name="T7" fmla="*/ 2 h 42"/>
                <a:gd name="T8" fmla="*/ 26 w 41"/>
                <a:gd name="T9" fmla="*/ 3 h 42"/>
                <a:gd name="T10" fmla="*/ 21 w 41"/>
                <a:gd name="T11" fmla="*/ 5 h 42"/>
                <a:gd name="T12" fmla="*/ 16 w 41"/>
                <a:gd name="T13" fmla="*/ 3 h 42"/>
                <a:gd name="T14" fmla="*/ 10 w 41"/>
                <a:gd name="T15" fmla="*/ 5 h 42"/>
                <a:gd name="T16" fmla="*/ 10 w 41"/>
                <a:gd name="T17" fmla="*/ 11 h 42"/>
                <a:gd name="T18" fmla="*/ 12 w 41"/>
                <a:gd name="T19" fmla="*/ 15 h 42"/>
                <a:gd name="T20" fmla="*/ 10 w 41"/>
                <a:gd name="T21" fmla="*/ 19 h 42"/>
                <a:gd name="T22" fmla="*/ 7 w 41"/>
                <a:gd name="T23" fmla="*/ 21 h 42"/>
                <a:gd name="T24" fmla="*/ 4 w 41"/>
                <a:gd name="T25" fmla="*/ 25 h 42"/>
                <a:gd name="T26" fmla="*/ 2 w 41"/>
                <a:gd name="T27" fmla="*/ 30 h 42"/>
                <a:gd name="T28" fmla="*/ 1 w 41"/>
                <a:gd name="T29" fmla="*/ 37 h 42"/>
                <a:gd name="T30" fmla="*/ 0 w 41"/>
                <a:gd name="T31" fmla="*/ 42 h 42"/>
                <a:gd name="T32" fmla="*/ 3 w 41"/>
                <a:gd name="T33" fmla="*/ 41 h 42"/>
                <a:gd name="T34" fmla="*/ 11 w 41"/>
                <a:gd name="T35" fmla="*/ 39 h 42"/>
                <a:gd name="T36" fmla="*/ 17 w 41"/>
                <a:gd name="T37" fmla="*/ 39 h 42"/>
                <a:gd name="T38" fmla="*/ 23 w 41"/>
                <a:gd name="T39" fmla="*/ 30 h 42"/>
                <a:gd name="T40" fmla="*/ 33 w 41"/>
                <a:gd name="T41" fmla="*/ 31 h 42"/>
                <a:gd name="T42" fmla="*/ 35 w 41"/>
                <a:gd name="T43" fmla="*/ 26 h 42"/>
                <a:gd name="T44" fmla="*/ 40 w 41"/>
                <a:gd name="T45" fmla="*/ 17 h 42"/>
                <a:gd name="T46" fmla="*/ 41 w 41"/>
                <a:gd name="T47" fmla="*/ 11 h 42"/>
                <a:gd name="T48" fmla="*/ 38 w 41"/>
                <a:gd name="T49" fmla="*/ 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" h="42">
                  <a:moveTo>
                    <a:pt x="38" y="8"/>
                  </a:moveTo>
                  <a:cubicBezTo>
                    <a:pt x="37" y="3"/>
                    <a:pt x="37" y="3"/>
                    <a:pt x="37" y="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3" y="1"/>
                    <a:pt x="31" y="2"/>
                    <a:pt x="31" y="2"/>
                  </a:cubicBezTo>
                  <a:cubicBezTo>
                    <a:pt x="31" y="4"/>
                    <a:pt x="28" y="3"/>
                    <a:pt x="26" y="3"/>
                  </a:cubicBezTo>
                  <a:cubicBezTo>
                    <a:pt x="25" y="2"/>
                    <a:pt x="21" y="4"/>
                    <a:pt x="21" y="5"/>
                  </a:cubicBezTo>
                  <a:cubicBezTo>
                    <a:pt x="20" y="6"/>
                    <a:pt x="18" y="3"/>
                    <a:pt x="16" y="3"/>
                  </a:cubicBezTo>
                  <a:cubicBezTo>
                    <a:pt x="14" y="3"/>
                    <a:pt x="10" y="5"/>
                    <a:pt x="10" y="5"/>
                  </a:cubicBezTo>
                  <a:cubicBezTo>
                    <a:pt x="10" y="5"/>
                    <a:pt x="10" y="9"/>
                    <a:pt x="10" y="11"/>
                  </a:cubicBezTo>
                  <a:cubicBezTo>
                    <a:pt x="10" y="13"/>
                    <a:pt x="12" y="13"/>
                    <a:pt x="12" y="15"/>
                  </a:cubicBezTo>
                  <a:cubicBezTo>
                    <a:pt x="12" y="16"/>
                    <a:pt x="10" y="18"/>
                    <a:pt x="10" y="19"/>
                  </a:cubicBezTo>
                  <a:cubicBezTo>
                    <a:pt x="10" y="20"/>
                    <a:pt x="9" y="20"/>
                    <a:pt x="7" y="21"/>
                  </a:cubicBezTo>
                  <a:cubicBezTo>
                    <a:pt x="5" y="21"/>
                    <a:pt x="5" y="24"/>
                    <a:pt x="4" y="25"/>
                  </a:cubicBezTo>
                  <a:cubicBezTo>
                    <a:pt x="3" y="26"/>
                    <a:pt x="3" y="28"/>
                    <a:pt x="2" y="30"/>
                  </a:cubicBezTo>
                  <a:cubicBezTo>
                    <a:pt x="1" y="32"/>
                    <a:pt x="1" y="34"/>
                    <a:pt x="1" y="37"/>
                  </a:cubicBezTo>
                  <a:cubicBezTo>
                    <a:pt x="1" y="38"/>
                    <a:pt x="1" y="41"/>
                    <a:pt x="0" y="42"/>
                  </a:cubicBezTo>
                  <a:cubicBezTo>
                    <a:pt x="2" y="42"/>
                    <a:pt x="2" y="42"/>
                    <a:pt x="3" y="41"/>
                  </a:cubicBezTo>
                  <a:cubicBezTo>
                    <a:pt x="5" y="41"/>
                    <a:pt x="11" y="39"/>
                    <a:pt x="11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9" y="35"/>
                    <a:pt x="21" y="31"/>
                    <a:pt x="23" y="30"/>
                  </a:cubicBezTo>
                  <a:cubicBezTo>
                    <a:pt x="26" y="30"/>
                    <a:pt x="30" y="30"/>
                    <a:pt x="33" y="31"/>
                  </a:cubicBezTo>
                  <a:cubicBezTo>
                    <a:pt x="34" y="28"/>
                    <a:pt x="35" y="27"/>
                    <a:pt x="35" y="26"/>
                  </a:cubicBezTo>
                  <a:cubicBezTo>
                    <a:pt x="37" y="24"/>
                    <a:pt x="40" y="20"/>
                    <a:pt x="40" y="17"/>
                  </a:cubicBezTo>
                  <a:cubicBezTo>
                    <a:pt x="41" y="14"/>
                    <a:pt x="41" y="11"/>
                    <a:pt x="41" y="11"/>
                  </a:cubicBezTo>
                  <a:lnTo>
                    <a:pt x="38" y="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2" name="Freeform 1408">
              <a:extLst>
                <a:ext uri="{FF2B5EF4-FFF2-40B4-BE49-F238E27FC236}">
                  <a16:creationId xmlns:a16="http://schemas.microsoft.com/office/drawing/2014/main" id="{4C5ED71E-473E-1603-66B9-5C0DA94B0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9443" y="4611440"/>
              <a:ext cx="211121" cy="409553"/>
            </a:xfrm>
            <a:custGeom>
              <a:avLst/>
              <a:gdLst>
                <a:gd name="T0" fmla="*/ 47 w 56"/>
                <a:gd name="T1" fmla="*/ 4 h 109"/>
                <a:gd name="T2" fmla="*/ 44 w 56"/>
                <a:gd name="T3" fmla="*/ 6 h 109"/>
                <a:gd name="T4" fmla="*/ 43 w 56"/>
                <a:gd name="T5" fmla="*/ 11 h 109"/>
                <a:gd name="T6" fmla="*/ 39 w 56"/>
                <a:gd name="T7" fmla="*/ 15 h 109"/>
                <a:gd name="T8" fmla="*/ 35 w 56"/>
                <a:gd name="T9" fmla="*/ 18 h 109"/>
                <a:gd name="T10" fmla="*/ 35 w 56"/>
                <a:gd name="T11" fmla="*/ 22 h 109"/>
                <a:gd name="T12" fmla="*/ 29 w 56"/>
                <a:gd name="T13" fmla="*/ 27 h 109"/>
                <a:gd name="T14" fmla="*/ 19 w 56"/>
                <a:gd name="T15" fmla="*/ 32 h 109"/>
                <a:gd name="T16" fmla="*/ 10 w 56"/>
                <a:gd name="T17" fmla="*/ 34 h 109"/>
                <a:gd name="T18" fmla="*/ 6 w 56"/>
                <a:gd name="T19" fmla="*/ 43 h 109"/>
                <a:gd name="T20" fmla="*/ 7 w 56"/>
                <a:gd name="T21" fmla="*/ 57 h 109"/>
                <a:gd name="T22" fmla="*/ 6 w 56"/>
                <a:gd name="T23" fmla="*/ 72 h 109"/>
                <a:gd name="T24" fmla="*/ 3 w 56"/>
                <a:gd name="T25" fmla="*/ 89 h 109"/>
                <a:gd name="T26" fmla="*/ 8 w 56"/>
                <a:gd name="T27" fmla="*/ 103 h 109"/>
                <a:gd name="T28" fmla="*/ 21 w 56"/>
                <a:gd name="T29" fmla="*/ 107 h 109"/>
                <a:gd name="T30" fmla="*/ 28 w 56"/>
                <a:gd name="T31" fmla="*/ 104 h 109"/>
                <a:gd name="T32" fmla="*/ 39 w 56"/>
                <a:gd name="T33" fmla="*/ 73 h 109"/>
                <a:gd name="T34" fmla="*/ 47 w 56"/>
                <a:gd name="T35" fmla="*/ 44 h 109"/>
                <a:gd name="T36" fmla="*/ 49 w 56"/>
                <a:gd name="T37" fmla="*/ 36 h 109"/>
                <a:gd name="T38" fmla="*/ 51 w 56"/>
                <a:gd name="T39" fmla="*/ 31 h 109"/>
                <a:gd name="T40" fmla="*/ 55 w 56"/>
                <a:gd name="T41" fmla="*/ 30 h 109"/>
                <a:gd name="T42" fmla="*/ 52 w 56"/>
                <a:gd name="T43" fmla="*/ 16 h 109"/>
                <a:gd name="T44" fmla="*/ 47 w 56"/>
                <a:gd name="T45" fmla="*/ 4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6" h="109">
                  <a:moveTo>
                    <a:pt x="47" y="4"/>
                  </a:moveTo>
                  <a:cubicBezTo>
                    <a:pt x="46" y="0"/>
                    <a:pt x="45" y="5"/>
                    <a:pt x="44" y="6"/>
                  </a:cubicBezTo>
                  <a:cubicBezTo>
                    <a:pt x="43" y="7"/>
                    <a:pt x="43" y="10"/>
                    <a:pt x="43" y="11"/>
                  </a:cubicBezTo>
                  <a:cubicBezTo>
                    <a:pt x="43" y="13"/>
                    <a:pt x="41" y="15"/>
                    <a:pt x="39" y="15"/>
                  </a:cubicBezTo>
                  <a:cubicBezTo>
                    <a:pt x="37" y="15"/>
                    <a:pt x="34" y="16"/>
                    <a:pt x="35" y="18"/>
                  </a:cubicBezTo>
                  <a:cubicBezTo>
                    <a:pt x="36" y="20"/>
                    <a:pt x="34" y="20"/>
                    <a:pt x="35" y="22"/>
                  </a:cubicBezTo>
                  <a:cubicBezTo>
                    <a:pt x="36" y="24"/>
                    <a:pt x="32" y="26"/>
                    <a:pt x="29" y="27"/>
                  </a:cubicBezTo>
                  <a:cubicBezTo>
                    <a:pt x="26" y="27"/>
                    <a:pt x="22" y="32"/>
                    <a:pt x="19" y="32"/>
                  </a:cubicBezTo>
                  <a:cubicBezTo>
                    <a:pt x="16" y="31"/>
                    <a:pt x="12" y="34"/>
                    <a:pt x="10" y="34"/>
                  </a:cubicBezTo>
                  <a:cubicBezTo>
                    <a:pt x="7" y="33"/>
                    <a:pt x="9" y="39"/>
                    <a:pt x="6" y="43"/>
                  </a:cubicBezTo>
                  <a:cubicBezTo>
                    <a:pt x="4" y="47"/>
                    <a:pt x="5" y="52"/>
                    <a:pt x="7" y="57"/>
                  </a:cubicBezTo>
                  <a:cubicBezTo>
                    <a:pt x="9" y="62"/>
                    <a:pt x="11" y="65"/>
                    <a:pt x="6" y="72"/>
                  </a:cubicBezTo>
                  <a:cubicBezTo>
                    <a:pt x="0" y="78"/>
                    <a:pt x="1" y="85"/>
                    <a:pt x="3" y="89"/>
                  </a:cubicBezTo>
                  <a:cubicBezTo>
                    <a:pt x="5" y="94"/>
                    <a:pt x="5" y="100"/>
                    <a:pt x="8" y="103"/>
                  </a:cubicBezTo>
                  <a:cubicBezTo>
                    <a:pt x="10" y="106"/>
                    <a:pt x="18" y="109"/>
                    <a:pt x="21" y="107"/>
                  </a:cubicBezTo>
                  <a:cubicBezTo>
                    <a:pt x="23" y="104"/>
                    <a:pt x="26" y="107"/>
                    <a:pt x="28" y="104"/>
                  </a:cubicBezTo>
                  <a:cubicBezTo>
                    <a:pt x="31" y="101"/>
                    <a:pt x="36" y="84"/>
                    <a:pt x="39" y="73"/>
                  </a:cubicBezTo>
                  <a:cubicBezTo>
                    <a:pt x="43" y="62"/>
                    <a:pt x="48" y="47"/>
                    <a:pt x="47" y="44"/>
                  </a:cubicBezTo>
                  <a:cubicBezTo>
                    <a:pt x="47" y="41"/>
                    <a:pt x="50" y="39"/>
                    <a:pt x="49" y="36"/>
                  </a:cubicBezTo>
                  <a:cubicBezTo>
                    <a:pt x="47" y="32"/>
                    <a:pt x="49" y="29"/>
                    <a:pt x="51" y="31"/>
                  </a:cubicBezTo>
                  <a:cubicBezTo>
                    <a:pt x="52" y="34"/>
                    <a:pt x="54" y="34"/>
                    <a:pt x="55" y="30"/>
                  </a:cubicBezTo>
                  <a:cubicBezTo>
                    <a:pt x="56" y="27"/>
                    <a:pt x="52" y="21"/>
                    <a:pt x="52" y="16"/>
                  </a:cubicBezTo>
                  <a:cubicBezTo>
                    <a:pt x="52" y="11"/>
                    <a:pt x="48" y="6"/>
                    <a:pt x="47" y="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3" name="Freeform 1410">
              <a:extLst>
                <a:ext uri="{FF2B5EF4-FFF2-40B4-BE49-F238E27FC236}">
                  <a16:creationId xmlns:a16="http://schemas.microsoft.com/office/drawing/2014/main" id="{D95D444C-28A7-3585-1FEE-5C8245B3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0837" y="4132041"/>
              <a:ext cx="506371" cy="536546"/>
            </a:xfrm>
            <a:custGeom>
              <a:avLst/>
              <a:gdLst>
                <a:gd name="T0" fmla="*/ 120 w 135"/>
                <a:gd name="T1" fmla="*/ 67 h 143"/>
                <a:gd name="T2" fmla="*/ 121 w 135"/>
                <a:gd name="T3" fmla="*/ 62 h 143"/>
                <a:gd name="T4" fmla="*/ 119 w 135"/>
                <a:gd name="T5" fmla="*/ 60 h 143"/>
                <a:gd name="T6" fmla="*/ 122 w 135"/>
                <a:gd name="T7" fmla="*/ 53 h 143"/>
                <a:gd name="T8" fmla="*/ 124 w 135"/>
                <a:gd name="T9" fmla="*/ 47 h 143"/>
                <a:gd name="T10" fmla="*/ 127 w 135"/>
                <a:gd name="T11" fmla="*/ 35 h 143"/>
                <a:gd name="T12" fmla="*/ 133 w 135"/>
                <a:gd name="T13" fmla="*/ 29 h 143"/>
                <a:gd name="T14" fmla="*/ 133 w 135"/>
                <a:gd name="T15" fmla="*/ 22 h 143"/>
                <a:gd name="T16" fmla="*/ 133 w 135"/>
                <a:gd name="T17" fmla="*/ 15 h 143"/>
                <a:gd name="T18" fmla="*/ 121 w 135"/>
                <a:gd name="T19" fmla="*/ 9 h 143"/>
                <a:gd name="T20" fmla="*/ 113 w 135"/>
                <a:gd name="T21" fmla="*/ 8 h 143"/>
                <a:gd name="T22" fmla="*/ 107 w 135"/>
                <a:gd name="T23" fmla="*/ 3 h 143"/>
                <a:gd name="T24" fmla="*/ 102 w 135"/>
                <a:gd name="T25" fmla="*/ 4 h 143"/>
                <a:gd name="T26" fmla="*/ 88 w 135"/>
                <a:gd name="T27" fmla="*/ 4 h 143"/>
                <a:gd name="T28" fmla="*/ 74 w 135"/>
                <a:gd name="T29" fmla="*/ 6 h 143"/>
                <a:gd name="T30" fmla="*/ 58 w 135"/>
                <a:gd name="T31" fmla="*/ 9 h 143"/>
                <a:gd name="T32" fmla="*/ 44 w 135"/>
                <a:gd name="T33" fmla="*/ 10 h 143"/>
                <a:gd name="T34" fmla="*/ 43 w 135"/>
                <a:gd name="T35" fmla="*/ 23 h 143"/>
                <a:gd name="T36" fmla="*/ 35 w 135"/>
                <a:gd name="T37" fmla="*/ 46 h 143"/>
                <a:gd name="T38" fmla="*/ 28 w 135"/>
                <a:gd name="T39" fmla="*/ 67 h 143"/>
                <a:gd name="T40" fmla="*/ 21 w 135"/>
                <a:gd name="T41" fmla="*/ 77 h 143"/>
                <a:gd name="T42" fmla="*/ 12 w 135"/>
                <a:gd name="T43" fmla="*/ 77 h 143"/>
                <a:gd name="T44" fmla="*/ 0 w 135"/>
                <a:gd name="T45" fmla="*/ 80 h 143"/>
                <a:gd name="T46" fmla="*/ 3 w 135"/>
                <a:gd name="T47" fmla="*/ 89 h 143"/>
                <a:gd name="T48" fmla="*/ 31 w 135"/>
                <a:gd name="T49" fmla="*/ 86 h 143"/>
                <a:gd name="T50" fmla="*/ 35 w 135"/>
                <a:gd name="T51" fmla="*/ 98 h 143"/>
                <a:gd name="T52" fmla="*/ 50 w 135"/>
                <a:gd name="T53" fmla="*/ 102 h 143"/>
                <a:gd name="T54" fmla="*/ 58 w 135"/>
                <a:gd name="T55" fmla="*/ 95 h 143"/>
                <a:gd name="T56" fmla="*/ 67 w 135"/>
                <a:gd name="T57" fmla="*/ 98 h 143"/>
                <a:gd name="T58" fmla="*/ 67 w 135"/>
                <a:gd name="T59" fmla="*/ 114 h 143"/>
                <a:gd name="T60" fmla="*/ 71 w 135"/>
                <a:gd name="T61" fmla="*/ 126 h 143"/>
                <a:gd name="T62" fmla="*/ 81 w 135"/>
                <a:gd name="T63" fmla="*/ 123 h 143"/>
                <a:gd name="T64" fmla="*/ 85 w 135"/>
                <a:gd name="T65" fmla="*/ 125 h 143"/>
                <a:gd name="T66" fmla="*/ 92 w 135"/>
                <a:gd name="T67" fmla="*/ 126 h 143"/>
                <a:gd name="T68" fmla="*/ 100 w 135"/>
                <a:gd name="T69" fmla="*/ 132 h 143"/>
                <a:gd name="T70" fmla="*/ 106 w 135"/>
                <a:gd name="T71" fmla="*/ 130 h 143"/>
                <a:gd name="T72" fmla="*/ 116 w 135"/>
                <a:gd name="T73" fmla="*/ 135 h 143"/>
                <a:gd name="T74" fmla="*/ 124 w 135"/>
                <a:gd name="T75" fmla="*/ 142 h 143"/>
                <a:gd name="T76" fmla="*/ 124 w 135"/>
                <a:gd name="T77" fmla="*/ 133 h 143"/>
                <a:gd name="T78" fmla="*/ 114 w 135"/>
                <a:gd name="T79" fmla="*/ 129 h 143"/>
                <a:gd name="T80" fmla="*/ 116 w 135"/>
                <a:gd name="T81" fmla="*/ 114 h 143"/>
                <a:gd name="T82" fmla="*/ 119 w 135"/>
                <a:gd name="T83" fmla="*/ 105 h 143"/>
                <a:gd name="T84" fmla="*/ 128 w 135"/>
                <a:gd name="T85" fmla="*/ 103 h 143"/>
                <a:gd name="T86" fmla="*/ 124 w 135"/>
                <a:gd name="T87" fmla="*/ 9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5" h="143">
                  <a:moveTo>
                    <a:pt x="124" y="94"/>
                  </a:moveTo>
                  <a:cubicBezTo>
                    <a:pt x="120" y="92"/>
                    <a:pt x="119" y="68"/>
                    <a:pt x="120" y="67"/>
                  </a:cubicBezTo>
                  <a:cubicBezTo>
                    <a:pt x="121" y="67"/>
                    <a:pt x="121" y="67"/>
                    <a:pt x="121" y="68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62"/>
                    <a:pt x="120" y="62"/>
                    <a:pt x="120" y="62"/>
                  </a:cubicBezTo>
                  <a:cubicBezTo>
                    <a:pt x="120" y="62"/>
                    <a:pt x="119" y="61"/>
                    <a:pt x="119" y="60"/>
                  </a:cubicBezTo>
                  <a:cubicBezTo>
                    <a:pt x="119" y="58"/>
                    <a:pt x="120" y="58"/>
                    <a:pt x="120" y="58"/>
                  </a:cubicBezTo>
                  <a:cubicBezTo>
                    <a:pt x="120" y="58"/>
                    <a:pt x="120" y="54"/>
                    <a:pt x="122" y="53"/>
                  </a:cubicBezTo>
                  <a:cubicBezTo>
                    <a:pt x="122" y="53"/>
                    <a:pt x="122" y="53"/>
                    <a:pt x="123" y="52"/>
                  </a:cubicBezTo>
                  <a:cubicBezTo>
                    <a:pt x="124" y="51"/>
                    <a:pt x="124" y="49"/>
                    <a:pt x="124" y="47"/>
                  </a:cubicBezTo>
                  <a:cubicBezTo>
                    <a:pt x="124" y="45"/>
                    <a:pt x="124" y="42"/>
                    <a:pt x="125" y="40"/>
                  </a:cubicBezTo>
                  <a:cubicBezTo>
                    <a:pt x="126" y="39"/>
                    <a:pt x="126" y="36"/>
                    <a:pt x="127" y="35"/>
                  </a:cubicBezTo>
                  <a:cubicBezTo>
                    <a:pt x="128" y="34"/>
                    <a:pt x="128" y="32"/>
                    <a:pt x="130" y="31"/>
                  </a:cubicBezTo>
                  <a:cubicBezTo>
                    <a:pt x="131" y="31"/>
                    <a:pt x="133" y="30"/>
                    <a:pt x="133" y="29"/>
                  </a:cubicBezTo>
                  <a:cubicBezTo>
                    <a:pt x="133" y="28"/>
                    <a:pt x="135" y="27"/>
                    <a:pt x="135" y="25"/>
                  </a:cubicBezTo>
                  <a:cubicBezTo>
                    <a:pt x="135" y="24"/>
                    <a:pt x="133" y="23"/>
                    <a:pt x="133" y="22"/>
                  </a:cubicBezTo>
                  <a:cubicBezTo>
                    <a:pt x="133" y="20"/>
                    <a:pt x="133" y="15"/>
                    <a:pt x="133" y="15"/>
                  </a:cubicBezTo>
                  <a:cubicBezTo>
                    <a:pt x="133" y="15"/>
                    <a:pt x="133" y="15"/>
                    <a:pt x="133" y="15"/>
                  </a:cubicBezTo>
                  <a:cubicBezTo>
                    <a:pt x="130" y="12"/>
                    <a:pt x="126" y="9"/>
                    <a:pt x="125" y="8"/>
                  </a:cubicBezTo>
                  <a:cubicBezTo>
                    <a:pt x="123" y="7"/>
                    <a:pt x="121" y="9"/>
                    <a:pt x="121" y="9"/>
                  </a:cubicBezTo>
                  <a:cubicBezTo>
                    <a:pt x="121" y="9"/>
                    <a:pt x="119" y="7"/>
                    <a:pt x="117" y="8"/>
                  </a:cubicBezTo>
                  <a:cubicBezTo>
                    <a:pt x="115" y="10"/>
                    <a:pt x="113" y="8"/>
                    <a:pt x="113" y="8"/>
                  </a:cubicBezTo>
                  <a:cubicBezTo>
                    <a:pt x="113" y="8"/>
                    <a:pt x="110" y="7"/>
                    <a:pt x="109" y="5"/>
                  </a:cubicBezTo>
                  <a:cubicBezTo>
                    <a:pt x="109" y="4"/>
                    <a:pt x="108" y="3"/>
                    <a:pt x="107" y="3"/>
                  </a:cubicBezTo>
                  <a:cubicBezTo>
                    <a:pt x="108" y="3"/>
                    <a:pt x="108" y="3"/>
                    <a:pt x="108" y="3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2" y="4"/>
                    <a:pt x="95" y="0"/>
                    <a:pt x="94" y="3"/>
                  </a:cubicBezTo>
                  <a:cubicBezTo>
                    <a:pt x="93" y="6"/>
                    <a:pt x="91" y="4"/>
                    <a:pt x="88" y="4"/>
                  </a:cubicBezTo>
                  <a:cubicBezTo>
                    <a:pt x="85" y="4"/>
                    <a:pt x="82" y="5"/>
                    <a:pt x="80" y="6"/>
                  </a:cubicBezTo>
                  <a:cubicBezTo>
                    <a:pt x="78" y="7"/>
                    <a:pt x="76" y="5"/>
                    <a:pt x="74" y="6"/>
                  </a:cubicBezTo>
                  <a:cubicBezTo>
                    <a:pt x="73" y="7"/>
                    <a:pt x="72" y="11"/>
                    <a:pt x="72" y="11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8" y="9"/>
                    <a:pt x="55" y="5"/>
                    <a:pt x="52" y="5"/>
                  </a:cubicBezTo>
                  <a:cubicBezTo>
                    <a:pt x="49" y="5"/>
                    <a:pt x="44" y="10"/>
                    <a:pt x="44" y="10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5" y="18"/>
                    <a:pt x="44" y="21"/>
                    <a:pt x="43" y="23"/>
                  </a:cubicBezTo>
                  <a:cubicBezTo>
                    <a:pt x="42" y="25"/>
                    <a:pt x="40" y="26"/>
                    <a:pt x="40" y="31"/>
                  </a:cubicBezTo>
                  <a:cubicBezTo>
                    <a:pt x="40" y="35"/>
                    <a:pt x="35" y="43"/>
                    <a:pt x="35" y="46"/>
                  </a:cubicBezTo>
                  <a:cubicBezTo>
                    <a:pt x="35" y="50"/>
                    <a:pt x="29" y="52"/>
                    <a:pt x="29" y="55"/>
                  </a:cubicBezTo>
                  <a:cubicBezTo>
                    <a:pt x="29" y="57"/>
                    <a:pt x="28" y="62"/>
                    <a:pt x="28" y="67"/>
                  </a:cubicBezTo>
                  <a:cubicBezTo>
                    <a:pt x="28" y="72"/>
                    <a:pt x="25" y="68"/>
                    <a:pt x="25" y="72"/>
                  </a:cubicBezTo>
                  <a:cubicBezTo>
                    <a:pt x="25" y="77"/>
                    <a:pt x="23" y="74"/>
                    <a:pt x="21" y="77"/>
                  </a:cubicBezTo>
                  <a:cubicBezTo>
                    <a:pt x="19" y="79"/>
                    <a:pt x="18" y="79"/>
                    <a:pt x="18" y="77"/>
                  </a:cubicBezTo>
                  <a:cubicBezTo>
                    <a:pt x="18" y="75"/>
                    <a:pt x="14" y="74"/>
                    <a:pt x="12" y="77"/>
                  </a:cubicBezTo>
                  <a:cubicBezTo>
                    <a:pt x="9" y="79"/>
                    <a:pt x="8" y="77"/>
                    <a:pt x="7" y="76"/>
                  </a:cubicBezTo>
                  <a:cubicBezTo>
                    <a:pt x="6" y="76"/>
                    <a:pt x="3" y="78"/>
                    <a:pt x="0" y="80"/>
                  </a:cubicBezTo>
                  <a:cubicBezTo>
                    <a:pt x="1" y="83"/>
                    <a:pt x="2" y="85"/>
                    <a:pt x="2" y="88"/>
                  </a:cubicBezTo>
                  <a:cubicBezTo>
                    <a:pt x="2" y="88"/>
                    <a:pt x="3" y="88"/>
                    <a:pt x="3" y="89"/>
                  </a:cubicBezTo>
                  <a:cubicBezTo>
                    <a:pt x="4" y="88"/>
                    <a:pt x="6" y="87"/>
                    <a:pt x="7" y="86"/>
                  </a:cubicBezTo>
                  <a:cubicBezTo>
                    <a:pt x="9" y="86"/>
                    <a:pt x="31" y="86"/>
                    <a:pt x="31" y="86"/>
                  </a:cubicBezTo>
                  <a:cubicBezTo>
                    <a:pt x="31" y="86"/>
                    <a:pt x="33" y="90"/>
                    <a:pt x="32" y="93"/>
                  </a:cubicBezTo>
                  <a:cubicBezTo>
                    <a:pt x="31" y="96"/>
                    <a:pt x="33" y="94"/>
                    <a:pt x="35" y="98"/>
                  </a:cubicBezTo>
                  <a:cubicBezTo>
                    <a:pt x="37" y="102"/>
                    <a:pt x="38" y="104"/>
                    <a:pt x="41" y="103"/>
                  </a:cubicBezTo>
                  <a:cubicBezTo>
                    <a:pt x="44" y="102"/>
                    <a:pt x="48" y="101"/>
                    <a:pt x="50" y="102"/>
                  </a:cubicBezTo>
                  <a:cubicBezTo>
                    <a:pt x="51" y="102"/>
                    <a:pt x="51" y="96"/>
                    <a:pt x="53" y="95"/>
                  </a:cubicBezTo>
                  <a:cubicBezTo>
                    <a:pt x="55" y="94"/>
                    <a:pt x="58" y="95"/>
                    <a:pt x="58" y="95"/>
                  </a:cubicBezTo>
                  <a:cubicBezTo>
                    <a:pt x="58" y="95"/>
                    <a:pt x="59" y="97"/>
                    <a:pt x="62" y="97"/>
                  </a:cubicBezTo>
                  <a:cubicBezTo>
                    <a:pt x="65" y="97"/>
                    <a:pt x="67" y="95"/>
                    <a:pt x="67" y="98"/>
                  </a:cubicBezTo>
                  <a:cubicBezTo>
                    <a:pt x="67" y="100"/>
                    <a:pt x="67" y="102"/>
                    <a:pt x="68" y="103"/>
                  </a:cubicBezTo>
                  <a:cubicBezTo>
                    <a:pt x="69" y="104"/>
                    <a:pt x="66" y="113"/>
                    <a:pt x="67" y="114"/>
                  </a:cubicBezTo>
                  <a:cubicBezTo>
                    <a:pt x="69" y="115"/>
                    <a:pt x="71" y="118"/>
                    <a:pt x="71" y="120"/>
                  </a:cubicBezTo>
                  <a:cubicBezTo>
                    <a:pt x="71" y="122"/>
                    <a:pt x="70" y="125"/>
                    <a:pt x="71" y="126"/>
                  </a:cubicBezTo>
                  <a:cubicBezTo>
                    <a:pt x="72" y="126"/>
                    <a:pt x="73" y="124"/>
                    <a:pt x="75" y="124"/>
                  </a:cubicBezTo>
                  <a:cubicBezTo>
                    <a:pt x="77" y="124"/>
                    <a:pt x="79" y="124"/>
                    <a:pt x="81" y="123"/>
                  </a:cubicBezTo>
                  <a:cubicBezTo>
                    <a:pt x="82" y="123"/>
                    <a:pt x="83" y="123"/>
                    <a:pt x="83" y="123"/>
                  </a:cubicBezTo>
                  <a:cubicBezTo>
                    <a:pt x="85" y="124"/>
                    <a:pt x="85" y="125"/>
                    <a:pt x="85" y="125"/>
                  </a:cubicBezTo>
                  <a:cubicBezTo>
                    <a:pt x="85" y="125"/>
                    <a:pt x="86" y="127"/>
                    <a:pt x="87" y="127"/>
                  </a:cubicBezTo>
                  <a:cubicBezTo>
                    <a:pt x="89" y="126"/>
                    <a:pt x="92" y="125"/>
                    <a:pt x="92" y="126"/>
                  </a:cubicBezTo>
                  <a:cubicBezTo>
                    <a:pt x="92" y="128"/>
                    <a:pt x="93" y="131"/>
                    <a:pt x="94" y="130"/>
                  </a:cubicBezTo>
                  <a:cubicBezTo>
                    <a:pt x="95" y="129"/>
                    <a:pt x="99" y="132"/>
                    <a:pt x="100" y="132"/>
                  </a:cubicBezTo>
                  <a:cubicBezTo>
                    <a:pt x="102" y="132"/>
                    <a:pt x="104" y="132"/>
                    <a:pt x="104" y="131"/>
                  </a:cubicBezTo>
                  <a:cubicBezTo>
                    <a:pt x="104" y="130"/>
                    <a:pt x="106" y="128"/>
                    <a:pt x="106" y="130"/>
                  </a:cubicBezTo>
                  <a:cubicBezTo>
                    <a:pt x="107" y="131"/>
                    <a:pt x="109" y="134"/>
                    <a:pt x="110" y="134"/>
                  </a:cubicBezTo>
                  <a:cubicBezTo>
                    <a:pt x="112" y="134"/>
                    <a:pt x="116" y="134"/>
                    <a:pt x="116" y="135"/>
                  </a:cubicBezTo>
                  <a:cubicBezTo>
                    <a:pt x="116" y="137"/>
                    <a:pt x="117" y="140"/>
                    <a:pt x="119" y="142"/>
                  </a:cubicBezTo>
                  <a:cubicBezTo>
                    <a:pt x="120" y="143"/>
                    <a:pt x="124" y="142"/>
                    <a:pt x="124" y="142"/>
                  </a:cubicBezTo>
                  <a:cubicBezTo>
                    <a:pt x="124" y="142"/>
                    <a:pt x="125" y="141"/>
                    <a:pt x="125" y="138"/>
                  </a:cubicBezTo>
                  <a:cubicBezTo>
                    <a:pt x="125" y="136"/>
                    <a:pt x="125" y="133"/>
                    <a:pt x="124" y="133"/>
                  </a:cubicBezTo>
                  <a:cubicBezTo>
                    <a:pt x="123" y="133"/>
                    <a:pt x="122" y="135"/>
                    <a:pt x="119" y="135"/>
                  </a:cubicBezTo>
                  <a:cubicBezTo>
                    <a:pt x="117" y="134"/>
                    <a:pt x="115" y="129"/>
                    <a:pt x="114" y="129"/>
                  </a:cubicBezTo>
                  <a:cubicBezTo>
                    <a:pt x="113" y="128"/>
                    <a:pt x="116" y="124"/>
                    <a:pt x="116" y="122"/>
                  </a:cubicBezTo>
                  <a:cubicBezTo>
                    <a:pt x="116" y="120"/>
                    <a:pt x="118" y="114"/>
                    <a:pt x="116" y="114"/>
                  </a:cubicBezTo>
                  <a:cubicBezTo>
                    <a:pt x="115" y="113"/>
                    <a:pt x="116" y="111"/>
                    <a:pt x="117" y="110"/>
                  </a:cubicBezTo>
                  <a:cubicBezTo>
                    <a:pt x="119" y="108"/>
                    <a:pt x="117" y="105"/>
                    <a:pt x="119" y="105"/>
                  </a:cubicBezTo>
                  <a:cubicBezTo>
                    <a:pt x="122" y="105"/>
                    <a:pt x="127" y="105"/>
                    <a:pt x="128" y="103"/>
                  </a:cubicBezTo>
                  <a:cubicBezTo>
                    <a:pt x="128" y="103"/>
                    <a:pt x="128" y="103"/>
                    <a:pt x="128" y="103"/>
                  </a:cubicBezTo>
                  <a:cubicBezTo>
                    <a:pt x="129" y="103"/>
                    <a:pt x="129" y="102"/>
                    <a:pt x="129" y="102"/>
                  </a:cubicBezTo>
                  <a:cubicBezTo>
                    <a:pt x="127" y="99"/>
                    <a:pt x="126" y="96"/>
                    <a:pt x="124" y="9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4" name="Freeform 1412">
              <a:extLst>
                <a:ext uri="{FF2B5EF4-FFF2-40B4-BE49-F238E27FC236}">
                  <a16:creationId xmlns:a16="http://schemas.microsoft.com/office/drawing/2014/main" id="{4B94D13A-1856-181F-DF38-4A1A087AE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3712" y="4357454"/>
              <a:ext cx="52383" cy="60321"/>
            </a:xfrm>
            <a:custGeom>
              <a:avLst/>
              <a:gdLst>
                <a:gd name="T0" fmla="*/ 1 w 14"/>
                <a:gd name="T1" fmla="*/ 8 h 16"/>
                <a:gd name="T2" fmla="*/ 3 w 14"/>
                <a:gd name="T3" fmla="*/ 16 h 16"/>
                <a:gd name="T4" fmla="*/ 7 w 14"/>
                <a:gd name="T5" fmla="*/ 14 h 16"/>
                <a:gd name="T6" fmla="*/ 14 w 14"/>
                <a:gd name="T7" fmla="*/ 5 h 16"/>
                <a:gd name="T8" fmla="*/ 12 w 14"/>
                <a:gd name="T9" fmla="*/ 4 h 16"/>
                <a:gd name="T10" fmla="*/ 12 w 14"/>
                <a:gd name="T11" fmla="*/ 0 h 16"/>
                <a:gd name="T12" fmla="*/ 7 w 14"/>
                <a:gd name="T13" fmla="*/ 0 h 16"/>
                <a:gd name="T14" fmla="*/ 3 w 14"/>
                <a:gd name="T15" fmla="*/ 2 h 16"/>
                <a:gd name="T16" fmla="*/ 0 w 14"/>
                <a:gd name="T17" fmla="*/ 2 h 16"/>
                <a:gd name="T18" fmla="*/ 1 w 14"/>
                <a:gd name="T19" fmla="*/ 2 h 16"/>
                <a:gd name="T20" fmla="*/ 1 w 14"/>
                <a:gd name="T21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" y="8"/>
                  </a:moveTo>
                  <a:cubicBezTo>
                    <a:pt x="2" y="10"/>
                    <a:pt x="2" y="13"/>
                    <a:pt x="3" y="16"/>
                  </a:cubicBezTo>
                  <a:cubicBezTo>
                    <a:pt x="5" y="15"/>
                    <a:pt x="6" y="15"/>
                    <a:pt x="7" y="14"/>
                  </a:cubicBezTo>
                  <a:cubicBezTo>
                    <a:pt x="9" y="14"/>
                    <a:pt x="14" y="5"/>
                    <a:pt x="14" y="5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2"/>
                    <a:pt x="12" y="0"/>
                  </a:cubicBezTo>
                  <a:cubicBezTo>
                    <a:pt x="10" y="0"/>
                    <a:pt x="7" y="0"/>
                    <a:pt x="7" y="0"/>
                  </a:cubicBezTo>
                  <a:cubicBezTo>
                    <a:pt x="7" y="0"/>
                    <a:pt x="8" y="3"/>
                    <a:pt x="3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lnTo>
                    <a:pt x="1" y="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5" name="Freeform 1414">
              <a:extLst>
                <a:ext uri="{FF2B5EF4-FFF2-40B4-BE49-F238E27FC236}">
                  <a16:creationId xmlns:a16="http://schemas.microsoft.com/office/drawing/2014/main" id="{C22CA4B3-1A06-069F-0C2D-2768DB662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7046" y="4582867"/>
              <a:ext cx="296838" cy="476225"/>
            </a:xfrm>
            <a:custGeom>
              <a:avLst/>
              <a:gdLst>
                <a:gd name="T0" fmla="*/ 78 w 79"/>
                <a:gd name="T1" fmla="*/ 32 h 127"/>
                <a:gd name="T2" fmla="*/ 76 w 79"/>
                <a:gd name="T3" fmla="*/ 18 h 127"/>
                <a:gd name="T4" fmla="*/ 76 w 79"/>
                <a:gd name="T5" fmla="*/ 0 h 127"/>
                <a:gd name="T6" fmla="*/ 76 w 79"/>
                <a:gd name="T7" fmla="*/ 0 h 127"/>
                <a:gd name="T8" fmla="*/ 68 w 79"/>
                <a:gd name="T9" fmla="*/ 4 h 127"/>
                <a:gd name="T10" fmla="*/ 62 w 79"/>
                <a:gd name="T11" fmla="*/ 6 h 127"/>
                <a:gd name="T12" fmla="*/ 58 w 79"/>
                <a:gd name="T13" fmla="*/ 5 h 127"/>
                <a:gd name="T14" fmla="*/ 56 w 79"/>
                <a:gd name="T15" fmla="*/ 8 h 127"/>
                <a:gd name="T16" fmla="*/ 51 w 79"/>
                <a:gd name="T17" fmla="*/ 9 h 127"/>
                <a:gd name="T18" fmla="*/ 45 w 79"/>
                <a:gd name="T19" fmla="*/ 10 h 127"/>
                <a:gd name="T20" fmla="*/ 43 w 79"/>
                <a:gd name="T21" fmla="*/ 7 h 127"/>
                <a:gd name="T22" fmla="*/ 38 w 79"/>
                <a:gd name="T23" fmla="*/ 8 h 127"/>
                <a:gd name="T24" fmla="*/ 34 w 79"/>
                <a:gd name="T25" fmla="*/ 8 h 127"/>
                <a:gd name="T26" fmla="*/ 34 w 79"/>
                <a:gd name="T27" fmla="*/ 10 h 127"/>
                <a:gd name="T28" fmla="*/ 37 w 79"/>
                <a:gd name="T29" fmla="*/ 26 h 127"/>
                <a:gd name="T30" fmla="*/ 41 w 79"/>
                <a:gd name="T31" fmla="*/ 30 h 127"/>
                <a:gd name="T32" fmla="*/ 41 w 79"/>
                <a:gd name="T33" fmla="*/ 38 h 127"/>
                <a:gd name="T34" fmla="*/ 37 w 79"/>
                <a:gd name="T35" fmla="*/ 43 h 127"/>
                <a:gd name="T36" fmla="*/ 37 w 79"/>
                <a:gd name="T37" fmla="*/ 49 h 127"/>
                <a:gd name="T38" fmla="*/ 30 w 79"/>
                <a:gd name="T39" fmla="*/ 40 h 127"/>
                <a:gd name="T40" fmla="*/ 31 w 79"/>
                <a:gd name="T41" fmla="*/ 31 h 127"/>
                <a:gd name="T42" fmla="*/ 25 w 79"/>
                <a:gd name="T43" fmla="*/ 30 h 127"/>
                <a:gd name="T44" fmla="*/ 20 w 79"/>
                <a:gd name="T45" fmla="*/ 26 h 127"/>
                <a:gd name="T46" fmla="*/ 0 w 79"/>
                <a:gd name="T47" fmla="*/ 34 h 127"/>
                <a:gd name="T48" fmla="*/ 1 w 79"/>
                <a:gd name="T49" fmla="*/ 39 h 127"/>
                <a:gd name="T50" fmla="*/ 1 w 79"/>
                <a:gd name="T51" fmla="*/ 39 h 127"/>
                <a:gd name="T52" fmla="*/ 2 w 79"/>
                <a:gd name="T53" fmla="*/ 42 h 127"/>
                <a:gd name="T54" fmla="*/ 12 w 79"/>
                <a:gd name="T55" fmla="*/ 44 h 127"/>
                <a:gd name="T56" fmla="*/ 20 w 79"/>
                <a:gd name="T57" fmla="*/ 47 h 127"/>
                <a:gd name="T58" fmla="*/ 20 w 79"/>
                <a:gd name="T59" fmla="*/ 58 h 127"/>
                <a:gd name="T60" fmla="*/ 18 w 79"/>
                <a:gd name="T61" fmla="*/ 65 h 127"/>
                <a:gd name="T62" fmla="*/ 21 w 79"/>
                <a:gd name="T63" fmla="*/ 71 h 127"/>
                <a:gd name="T64" fmla="*/ 17 w 79"/>
                <a:gd name="T65" fmla="*/ 76 h 127"/>
                <a:gd name="T66" fmla="*/ 15 w 79"/>
                <a:gd name="T67" fmla="*/ 83 h 127"/>
                <a:gd name="T68" fmla="*/ 7 w 79"/>
                <a:gd name="T69" fmla="*/ 91 h 127"/>
                <a:gd name="T70" fmla="*/ 8 w 79"/>
                <a:gd name="T71" fmla="*/ 91 h 127"/>
                <a:gd name="T72" fmla="*/ 12 w 79"/>
                <a:gd name="T73" fmla="*/ 105 h 127"/>
                <a:gd name="T74" fmla="*/ 13 w 79"/>
                <a:gd name="T75" fmla="*/ 118 h 127"/>
                <a:gd name="T76" fmla="*/ 14 w 79"/>
                <a:gd name="T77" fmla="*/ 127 h 127"/>
                <a:gd name="T78" fmla="*/ 19 w 79"/>
                <a:gd name="T79" fmla="*/ 126 h 127"/>
                <a:gd name="T80" fmla="*/ 20 w 79"/>
                <a:gd name="T81" fmla="*/ 123 h 127"/>
                <a:gd name="T82" fmla="*/ 17 w 79"/>
                <a:gd name="T83" fmla="*/ 120 h 127"/>
                <a:gd name="T84" fmla="*/ 28 w 79"/>
                <a:gd name="T85" fmla="*/ 111 h 127"/>
                <a:gd name="T86" fmla="*/ 37 w 79"/>
                <a:gd name="T87" fmla="*/ 105 h 127"/>
                <a:gd name="T88" fmla="*/ 38 w 79"/>
                <a:gd name="T89" fmla="*/ 95 h 127"/>
                <a:gd name="T90" fmla="*/ 37 w 79"/>
                <a:gd name="T91" fmla="*/ 85 h 127"/>
                <a:gd name="T92" fmla="*/ 33 w 79"/>
                <a:gd name="T93" fmla="*/ 76 h 127"/>
                <a:gd name="T94" fmla="*/ 35 w 79"/>
                <a:gd name="T95" fmla="*/ 71 h 127"/>
                <a:gd name="T96" fmla="*/ 38 w 79"/>
                <a:gd name="T97" fmla="*/ 67 h 127"/>
                <a:gd name="T98" fmla="*/ 44 w 79"/>
                <a:gd name="T99" fmla="*/ 63 h 127"/>
                <a:gd name="T100" fmla="*/ 52 w 79"/>
                <a:gd name="T101" fmla="*/ 54 h 127"/>
                <a:gd name="T102" fmla="*/ 66 w 79"/>
                <a:gd name="T103" fmla="*/ 48 h 127"/>
                <a:gd name="T104" fmla="*/ 78 w 79"/>
                <a:gd name="T105" fmla="*/ 32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" h="127">
                  <a:moveTo>
                    <a:pt x="78" y="32"/>
                  </a:moveTo>
                  <a:cubicBezTo>
                    <a:pt x="77" y="31"/>
                    <a:pt x="76" y="22"/>
                    <a:pt x="76" y="18"/>
                  </a:cubicBezTo>
                  <a:cubicBezTo>
                    <a:pt x="77" y="14"/>
                    <a:pt x="76" y="5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2" y="2"/>
                    <a:pt x="68" y="4"/>
                    <a:pt x="68" y="4"/>
                  </a:cubicBezTo>
                  <a:cubicBezTo>
                    <a:pt x="67" y="6"/>
                    <a:pt x="64" y="4"/>
                    <a:pt x="62" y="6"/>
                  </a:cubicBezTo>
                  <a:cubicBezTo>
                    <a:pt x="61" y="7"/>
                    <a:pt x="60" y="6"/>
                    <a:pt x="58" y="5"/>
                  </a:cubicBezTo>
                  <a:cubicBezTo>
                    <a:pt x="57" y="5"/>
                    <a:pt x="56" y="7"/>
                    <a:pt x="56" y="8"/>
                  </a:cubicBezTo>
                  <a:cubicBezTo>
                    <a:pt x="55" y="10"/>
                    <a:pt x="52" y="9"/>
                    <a:pt x="51" y="9"/>
                  </a:cubicBezTo>
                  <a:cubicBezTo>
                    <a:pt x="50" y="8"/>
                    <a:pt x="47" y="10"/>
                    <a:pt x="45" y="10"/>
                  </a:cubicBezTo>
                  <a:cubicBezTo>
                    <a:pt x="43" y="10"/>
                    <a:pt x="45" y="8"/>
                    <a:pt x="43" y="7"/>
                  </a:cubicBezTo>
                  <a:cubicBezTo>
                    <a:pt x="41" y="7"/>
                    <a:pt x="39" y="8"/>
                    <a:pt x="38" y="8"/>
                  </a:cubicBezTo>
                  <a:cubicBezTo>
                    <a:pt x="37" y="8"/>
                    <a:pt x="35" y="8"/>
                    <a:pt x="34" y="8"/>
                  </a:cubicBezTo>
                  <a:cubicBezTo>
                    <a:pt x="34" y="9"/>
                    <a:pt x="34" y="10"/>
                    <a:pt x="34" y="10"/>
                  </a:cubicBezTo>
                  <a:cubicBezTo>
                    <a:pt x="32" y="14"/>
                    <a:pt x="37" y="22"/>
                    <a:pt x="37" y="26"/>
                  </a:cubicBezTo>
                  <a:cubicBezTo>
                    <a:pt x="38" y="27"/>
                    <a:pt x="40" y="29"/>
                    <a:pt x="41" y="30"/>
                  </a:cubicBezTo>
                  <a:cubicBezTo>
                    <a:pt x="43" y="33"/>
                    <a:pt x="41" y="32"/>
                    <a:pt x="41" y="38"/>
                  </a:cubicBezTo>
                  <a:cubicBezTo>
                    <a:pt x="42" y="43"/>
                    <a:pt x="39" y="41"/>
                    <a:pt x="37" y="43"/>
                  </a:cubicBezTo>
                  <a:cubicBezTo>
                    <a:pt x="35" y="44"/>
                    <a:pt x="37" y="48"/>
                    <a:pt x="37" y="49"/>
                  </a:cubicBezTo>
                  <a:cubicBezTo>
                    <a:pt x="36" y="50"/>
                    <a:pt x="30" y="42"/>
                    <a:pt x="30" y="40"/>
                  </a:cubicBezTo>
                  <a:cubicBezTo>
                    <a:pt x="29" y="39"/>
                    <a:pt x="32" y="34"/>
                    <a:pt x="31" y="31"/>
                  </a:cubicBezTo>
                  <a:cubicBezTo>
                    <a:pt x="31" y="28"/>
                    <a:pt x="27" y="30"/>
                    <a:pt x="25" y="30"/>
                  </a:cubicBezTo>
                  <a:cubicBezTo>
                    <a:pt x="24" y="30"/>
                    <a:pt x="21" y="26"/>
                    <a:pt x="20" y="26"/>
                  </a:cubicBezTo>
                  <a:cubicBezTo>
                    <a:pt x="20" y="26"/>
                    <a:pt x="0" y="34"/>
                    <a:pt x="0" y="34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2" y="42"/>
                    <a:pt x="9" y="42"/>
                    <a:pt x="12" y="44"/>
                  </a:cubicBezTo>
                  <a:cubicBezTo>
                    <a:pt x="14" y="46"/>
                    <a:pt x="19" y="46"/>
                    <a:pt x="20" y="47"/>
                  </a:cubicBezTo>
                  <a:cubicBezTo>
                    <a:pt x="21" y="48"/>
                    <a:pt x="20" y="55"/>
                    <a:pt x="20" y="58"/>
                  </a:cubicBezTo>
                  <a:cubicBezTo>
                    <a:pt x="21" y="62"/>
                    <a:pt x="16" y="63"/>
                    <a:pt x="18" y="65"/>
                  </a:cubicBezTo>
                  <a:cubicBezTo>
                    <a:pt x="20" y="67"/>
                    <a:pt x="19" y="70"/>
                    <a:pt x="21" y="71"/>
                  </a:cubicBezTo>
                  <a:cubicBezTo>
                    <a:pt x="22" y="71"/>
                    <a:pt x="18" y="75"/>
                    <a:pt x="17" y="76"/>
                  </a:cubicBezTo>
                  <a:cubicBezTo>
                    <a:pt x="15" y="77"/>
                    <a:pt x="17" y="81"/>
                    <a:pt x="15" y="83"/>
                  </a:cubicBezTo>
                  <a:cubicBezTo>
                    <a:pt x="14" y="85"/>
                    <a:pt x="10" y="88"/>
                    <a:pt x="7" y="91"/>
                  </a:cubicBezTo>
                  <a:cubicBezTo>
                    <a:pt x="7" y="91"/>
                    <a:pt x="8" y="91"/>
                    <a:pt x="8" y="91"/>
                  </a:cubicBezTo>
                  <a:cubicBezTo>
                    <a:pt x="8" y="92"/>
                    <a:pt x="10" y="104"/>
                    <a:pt x="12" y="105"/>
                  </a:cubicBezTo>
                  <a:cubicBezTo>
                    <a:pt x="14" y="106"/>
                    <a:pt x="13" y="117"/>
                    <a:pt x="13" y="118"/>
                  </a:cubicBezTo>
                  <a:cubicBezTo>
                    <a:pt x="13" y="119"/>
                    <a:pt x="14" y="127"/>
                    <a:pt x="14" y="127"/>
                  </a:cubicBezTo>
                  <a:cubicBezTo>
                    <a:pt x="14" y="127"/>
                    <a:pt x="17" y="126"/>
                    <a:pt x="19" y="126"/>
                  </a:cubicBezTo>
                  <a:cubicBezTo>
                    <a:pt x="19" y="125"/>
                    <a:pt x="19" y="124"/>
                    <a:pt x="20" y="123"/>
                  </a:cubicBezTo>
                  <a:cubicBezTo>
                    <a:pt x="20" y="119"/>
                    <a:pt x="17" y="122"/>
                    <a:pt x="17" y="120"/>
                  </a:cubicBezTo>
                  <a:cubicBezTo>
                    <a:pt x="16" y="118"/>
                    <a:pt x="22" y="114"/>
                    <a:pt x="28" y="111"/>
                  </a:cubicBezTo>
                  <a:cubicBezTo>
                    <a:pt x="34" y="109"/>
                    <a:pt x="37" y="108"/>
                    <a:pt x="37" y="105"/>
                  </a:cubicBezTo>
                  <a:cubicBezTo>
                    <a:pt x="38" y="103"/>
                    <a:pt x="37" y="97"/>
                    <a:pt x="38" y="95"/>
                  </a:cubicBezTo>
                  <a:cubicBezTo>
                    <a:pt x="39" y="92"/>
                    <a:pt x="38" y="91"/>
                    <a:pt x="37" y="85"/>
                  </a:cubicBezTo>
                  <a:cubicBezTo>
                    <a:pt x="36" y="80"/>
                    <a:pt x="34" y="79"/>
                    <a:pt x="33" y="76"/>
                  </a:cubicBezTo>
                  <a:cubicBezTo>
                    <a:pt x="32" y="73"/>
                    <a:pt x="33" y="71"/>
                    <a:pt x="35" y="71"/>
                  </a:cubicBezTo>
                  <a:cubicBezTo>
                    <a:pt x="36" y="70"/>
                    <a:pt x="36" y="70"/>
                    <a:pt x="38" y="67"/>
                  </a:cubicBezTo>
                  <a:cubicBezTo>
                    <a:pt x="39" y="64"/>
                    <a:pt x="41" y="65"/>
                    <a:pt x="44" y="63"/>
                  </a:cubicBezTo>
                  <a:cubicBezTo>
                    <a:pt x="47" y="60"/>
                    <a:pt x="47" y="58"/>
                    <a:pt x="52" y="54"/>
                  </a:cubicBezTo>
                  <a:cubicBezTo>
                    <a:pt x="57" y="51"/>
                    <a:pt x="62" y="51"/>
                    <a:pt x="66" y="48"/>
                  </a:cubicBezTo>
                  <a:cubicBezTo>
                    <a:pt x="71" y="45"/>
                    <a:pt x="79" y="34"/>
                    <a:pt x="78" y="3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6" name="Freeform 1416">
              <a:extLst>
                <a:ext uri="{FF2B5EF4-FFF2-40B4-BE49-F238E27FC236}">
                  <a16:creationId xmlns:a16="http://schemas.microsoft.com/office/drawing/2014/main" id="{D7ECDB3A-D9B7-36C2-DC24-FC3F67DFB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7999" y="4316181"/>
              <a:ext cx="304774" cy="303197"/>
            </a:xfrm>
            <a:custGeom>
              <a:avLst/>
              <a:gdLst>
                <a:gd name="T0" fmla="*/ 75 w 81"/>
                <a:gd name="T1" fmla="*/ 65 h 81"/>
                <a:gd name="T2" fmla="*/ 73 w 81"/>
                <a:gd name="T3" fmla="*/ 58 h 81"/>
                <a:gd name="T4" fmla="*/ 72 w 81"/>
                <a:gd name="T5" fmla="*/ 52 h 81"/>
                <a:gd name="T6" fmla="*/ 73 w 81"/>
                <a:gd name="T7" fmla="*/ 46 h 81"/>
                <a:gd name="T8" fmla="*/ 69 w 81"/>
                <a:gd name="T9" fmla="*/ 40 h 81"/>
                <a:gd name="T10" fmla="*/ 73 w 81"/>
                <a:gd name="T11" fmla="*/ 28 h 81"/>
                <a:gd name="T12" fmla="*/ 60 w 81"/>
                <a:gd name="T13" fmla="*/ 20 h 81"/>
                <a:gd name="T14" fmla="*/ 60 w 81"/>
                <a:gd name="T15" fmla="*/ 15 h 81"/>
                <a:gd name="T16" fmla="*/ 32 w 81"/>
                <a:gd name="T17" fmla="*/ 0 h 81"/>
                <a:gd name="T18" fmla="*/ 29 w 81"/>
                <a:gd name="T19" fmla="*/ 7 h 81"/>
                <a:gd name="T20" fmla="*/ 29 w 81"/>
                <a:gd name="T21" fmla="*/ 12 h 81"/>
                <a:gd name="T22" fmla="*/ 17 w 81"/>
                <a:gd name="T23" fmla="*/ 11 h 81"/>
                <a:gd name="T24" fmla="*/ 17 w 81"/>
                <a:gd name="T25" fmla="*/ 0 h 81"/>
                <a:gd name="T26" fmla="*/ 11 w 81"/>
                <a:gd name="T27" fmla="*/ 0 h 81"/>
                <a:gd name="T28" fmla="*/ 8 w 81"/>
                <a:gd name="T29" fmla="*/ 1 h 81"/>
                <a:gd name="T30" fmla="*/ 9 w 81"/>
                <a:gd name="T31" fmla="*/ 4 h 81"/>
                <a:gd name="T32" fmla="*/ 10 w 81"/>
                <a:gd name="T33" fmla="*/ 9 h 81"/>
                <a:gd name="T34" fmla="*/ 7 w 81"/>
                <a:gd name="T35" fmla="*/ 11 h 81"/>
                <a:gd name="T36" fmla="*/ 7 w 81"/>
                <a:gd name="T37" fmla="*/ 15 h 81"/>
                <a:gd name="T38" fmla="*/ 9 w 81"/>
                <a:gd name="T39" fmla="*/ 16 h 81"/>
                <a:gd name="T40" fmla="*/ 3 w 81"/>
                <a:gd name="T41" fmla="*/ 24 h 81"/>
                <a:gd name="T42" fmla="*/ 0 w 81"/>
                <a:gd name="T43" fmla="*/ 26 h 81"/>
                <a:gd name="T44" fmla="*/ 5 w 81"/>
                <a:gd name="T45" fmla="*/ 40 h 81"/>
                <a:gd name="T46" fmla="*/ 9 w 81"/>
                <a:gd name="T47" fmla="*/ 50 h 81"/>
                <a:gd name="T48" fmla="*/ 10 w 81"/>
                <a:gd name="T49" fmla="*/ 56 h 81"/>
                <a:gd name="T50" fmla="*/ 6 w 81"/>
                <a:gd name="T51" fmla="*/ 53 h 81"/>
                <a:gd name="T52" fmla="*/ 6 w 81"/>
                <a:gd name="T53" fmla="*/ 54 h 81"/>
                <a:gd name="T54" fmla="*/ 5 w 81"/>
                <a:gd name="T55" fmla="*/ 54 h 81"/>
                <a:gd name="T56" fmla="*/ 11 w 81"/>
                <a:gd name="T57" fmla="*/ 58 h 81"/>
                <a:gd name="T58" fmla="*/ 18 w 81"/>
                <a:gd name="T59" fmla="*/ 60 h 81"/>
                <a:gd name="T60" fmla="*/ 27 w 81"/>
                <a:gd name="T61" fmla="*/ 64 h 81"/>
                <a:gd name="T62" fmla="*/ 28 w 81"/>
                <a:gd name="T63" fmla="*/ 65 h 81"/>
                <a:gd name="T64" fmla="*/ 33 w 81"/>
                <a:gd name="T65" fmla="*/ 65 h 81"/>
                <a:gd name="T66" fmla="*/ 34 w 81"/>
                <a:gd name="T67" fmla="*/ 65 h 81"/>
                <a:gd name="T68" fmla="*/ 39 w 81"/>
                <a:gd name="T69" fmla="*/ 80 h 81"/>
                <a:gd name="T70" fmla="*/ 43 w 81"/>
                <a:gd name="T71" fmla="*/ 80 h 81"/>
                <a:gd name="T72" fmla="*/ 48 w 81"/>
                <a:gd name="T73" fmla="*/ 79 h 81"/>
                <a:gd name="T74" fmla="*/ 50 w 81"/>
                <a:gd name="T75" fmla="*/ 81 h 81"/>
                <a:gd name="T76" fmla="*/ 56 w 81"/>
                <a:gd name="T77" fmla="*/ 81 h 81"/>
                <a:gd name="T78" fmla="*/ 61 w 81"/>
                <a:gd name="T79" fmla="*/ 80 h 81"/>
                <a:gd name="T80" fmla="*/ 63 w 81"/>
                <a:gd name="T81" fmla="*/ 77 h 81"/>
                <a:gd name="T82" fmla="*/ 68 w 81"/>
                <a:gd name="T83" fmla="*/ 78 h 81"/>
                <a:gd name="T84" fmla="*/ 73 w 81"/>
                <a:gd name="T85" fmla="*/ 76 h 81"/>
                <a:gd name="T86" fmla="*/ 81 w 81"/>
                <a:gd name="T87" fmla="*/ 72 h 81"/>
                <a:gd name="T88" fmla="*/ 75 w 81"/>
                <a:gd name="T89" fmla="*/ 65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1" h="81">
                  <a:moveTo>
                    <a:pt x="75" y="65"/>
                  </a:moveTo>
                  <a:cubicBezTo>
                    <a:pt x="75" y="61"/>
                    <a:pt x="73" y="61"/>
                    <a:pt x="73" y="58"/>
                  </a:cubicBezTo>
                  <a:cubicBezTo>
                    <a:pt x="73" y="55"/>
                    <a:pt x="73" y="52"/>
                    <a:pt x="72" y="52"/>
                  </a:cubicBezTo>
                  <a:cubicBezTo>
                    <a:pt x="71" y="51"/>
                    <a:pt x="71" y="49"/>
                    <a:pt x="73" y="46"/>
                  </a:cubicBezTo>
                  <a:cubicBezTo>
                    <a:pt x="75" y="43"/>
                    <a:pt x="70" y="43"/>
                    <a:pt x="69" y="40"/>
                  </a:cubicBezTo>
                  <a:cubicBezTo>
                    <a:pt x="69" y="38"/>
                    <a:pt x="71" y="34"/>
                    <a:pt x="73" y="28"/>
                  </a:cubicBezTo>
                  <a:cubicBezTo>
                    <a:pt x="66" y="24"/>
                    <a:pt x="60" y="20"/>
                    <a:pt x="60" y="20"/>
                  </a:cubicBezTo>
                  <a:cubicBezTo>
                    <a:pt x="60" y="15"/>
                    <a:pt x="60" y="15"/>
                    <a:pt x="60" y="15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3"/>
                    <a:pt x="31" y="6"/>
                    <a:pt x="29" y="7"/>
                  </a:cubicBezTo>
                  <a:cubicBezTo>
                    <a:pt x="27" y="8"/>
                    <a:pt x="32" y="11"/>
                    <a:pt x="29" y="12"/>
                  </a:cubicBezTo>
                  <a:cubicBezTo>
                    <a:pt x="27" y="12"/>
                    <a:pt x="21" y="9"/>
                    <a:pt x="17" y="11"/>
                  </a:cubicBezTo>
                  <a:cubicBezTo>
                    <a:pt x="15" y="12"/>
                    <a:pt x="15" y="5"/>
                    <a:pt x="17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0" y="1"/>
                    <a:pt x="8" y="1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10" y="7"/>
                    <a:pt x="10" y="9"/>
                  </a:cubicBezTo>
                  <a:cubicBezTo>
                    <a:pt x="10" y="10"/>
                    <a:pt x="9" y="11"/>
                    <a:pt x="7" y="11"/>
                  </a:cubicBezTo>
                  <a:cubicBezTo>
                    <a:pt x="8" y="13"/>
                    <a:pt x="7" y="15"/>
                    <a:pt x="7" y="15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5" y="24"/>
                    <a:pt x="3" y="24"/>
                  </a:cubicBezTo>
                  <a:cubicBezTo>
                    <a:pt x="3" y="25"/>
                    <a:pt x="2" y="25"/>
                    <a:pt x="0" y="26"/>
                  </a:cubicBezTo>
                  <a:cubicBezTo>
                    <a:pt x="1" y="32"/>
                    <a:pt x="3" y="39"/>
                    <a:pt x="5" y="40"/>
                  </a:cubicBezTo>
                  <a:cubicBezTo>
                    <a:pt x="8" y="44"/>
                    <a:pt x="8" y="48"/>
                    <a:pt x="9" y="50"/>
                  </a:cubicBezTo>
                  <a:cubicBezTo>
                    <a:pt x="9" y="53"/>
                    <a:pt x="13" y="55"/>
                    <a:pt x="10" y="56"/>
                  </a:cubicBezTo>
                  <a:cubicBezTo>
                    <a:pt x="9" y="57"/>
                    <a:pt x="8" y="55"/>
                    <a:pt x="6" y="53"/>
                  </a:cubicBezTo>
                  <a:cubicBezTo>
                    <a:pt x="6" y="53"/>
                    <a:pt x="6" y="54"/>
                    <a:pt x="6" y="54"/>
                  </a:cubicBezTo>
                  <a:cubicBezTo>
                    <a:pt x="6" y="54"/>
                    <a:pt x="6" y="54"/>
                    <a:pt x="5" y="54"/>
                  </a:cubicBezTo>
                  <a:cubicBezTo>
                    <a:pt x="7" y="56"/>
                    <a:pt x="10" y="58"/>
                    <a:pt x="11" y="58"/>
                  </a:cubicBezTo>
                  <a:cubicBezTo>
                    <a:pt x="13" y="58"/>
                    <a:pt x="16" y="60"/>
                    <a:pt x="18" y="60"/>
                  </a:cubicBezTo>
                  <a:cubicBezTo>
                    <a:pt x="20" y="61"/>
                    <a:pt x="26" y="63"/>
                    <a:pt x="27" y="64"/>
                  </a:cubicBezTo>
                  <a:cubicBezTo>
                    <a:pt x="27" y="65"/>
                    <a:pt x="27" y="65"/>
                    <a:pt x="28" y="65"/>
                  </a:cubicBezTo>
                  <a:cubicBezTo>
                    <a:pt x="29" y="65"/>
                    <a:pt x="31" y="65"/>
                    <a:pt x="33" y="65"/>
                  </a:cubicBezTo>
                  <a:cubicBezTo>
                    <a:pt x="33" y="65"/>
                    <a:pt x="33" y="65"/>
                    <a:pt x="34" y="65"/>
                  </a:cubicBezTo>
                  <a:cubicBezTo>
                    <a:pt x="36" y="65"/>
                    <a:pt x="39" y="74"/>
                    <a:pt x="39" y="80"/>
                  </a:cubicBezTo>
                  <a:cubicBezTo>
                    <a:pt x="41" y="80"/>
                    <a:pt x="43" y="80"/>
                    <a:pt x="43" y="80"/>
                  </a:cubicBezTo>
                  <a:cubicBezTo>
                    <a:pt x="44" y="80"/>
                    <a:pt x="46" y="79"/>
                    <a:pt x="48" y="79"/>
                  </a:cubicBezTo>
                  <a:cubicBezTo>
                    <a:pt x="50" y="80"/>
                    <a:pt x="48" y="81"/>
                    <a:pt x="50" y="81"/>
                  </a:cubicBezTo>
                  <a:cubicBezTo>
                    <a:pt x="52" y="81"/>
                    <a:pt x="55" y="80"/>
                    <a:pt x="56" y="81"/>
                  </a:cubicBezTo>
                  <a:cubicBezTo>
                    <a:pt x="57" y="81"/>
                    <a:pt x="61" y="81"/>
                    <a:pt x="61" y="80"/>
                  </a:cubicBezTo>
                  <a:cubicBezTo>
                    <a:pt x="61" y="79"/>
                    <a:pt x="62" y="77"/>
                    <a:pt x="63" y="77"/>
                  </a:cubicBezTo>
                  <a:cubicBezTo>
                    <a:pt x="65" y="78"/>
                    <a:pt x="66" y="79"/>
                    <a:pt x="68" y="78"/>
                  </a:cubicBezTo>
                  <a:cubicBezTo>
                    <a:pt x="69" y="76"/>
                    <a:pt x="72" y="78"/>
                    <a:pt x="73" y="76"/>
                  </a:cubicBezTo>
                  <a:cubicBezTo>
                    <a:pt x="73" y="76"/>
                    <a:pt x="77" y="74"/>
                    <a:pt x="81" y="72"/>
                  </a:cubicBezTo>
                  <a:cubicBezTo>
                    <a:pt x="80" y="68"/>
                    <a:pt x="76" y="70"/>
                    <a:pt x="75" y="6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7" name="Freeform 1418">
              <a:extLst>
                <a:ext uri="{FF2B5EF4-FFF2-40B4-BE49-F238E27FC236}">
                  <a16:creationId xmlns:a16="http://schemas.microsoft.com/office/drawing/2014/main" id="{13B11866-4B6B-7426-6599-37F9837F3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5304" y="4555881"/>
              <a:ext cx="96830" cy="217476"/>
            </a:xfrm>
            <a:custGeom>
              <a:avLst/>
              <a:gdLst>
                <a:gd name="T0" fmla="*/ 24 w 26"/>
                <a:gd name="T1" fmla="*/ 38 h 58"/>
                <a:gd name="T2" fmla="*/ 19 w 26"/>
                <a:gd name="T3" fmla="*/ 33 h 58"/>
                <a:gd name="T4" fmla="*/ 19 w 26"/>
                <a:gd name="T5" fmla="*/ 35 h 58"/>
                <a:gd name="T6" fmla="*/ 11 w 26"/>
                <a:gd name="T7" fmla="*/ 23 h 58"/>
                <a:gd name="T8" fmla="*/ 11 w 26"/>
                <a:gd name="T9" fmla="*/ 10 h 58"/>
                <a:gd name="T10" fmla="*/ 10 w 26"/>
                <a:gd name="T11" fmla="*/ 1 h 58"/>
                <a:gd name="T12" fmla="*/ 4 w 26"/>
                <a:gd name="T13" fmla="*/ 1 h 58"/>
                <a:gd name="T14" fmla="*/ 7 w 26"/>
                <a:gd name="T15" fmla="*/ 8 h 58"/>
                <a:gd name="T16" fmla="*/ 5 w 26"/>
                <a:gd name="T17" fmla="*/ 9 h 58"/>
                <a:gd name="T18" fmla="*/ 5 w 26"/>
                <a:gd name="T19" fmla="*/ 21 h 58"/>
                <a:gd name="T20" fmla="*/ 2 w 26"/>
                <a:gd name="T21" fmla="*/ 23 h 58"/>
                <a:gd name="T22" fmla="*/ 1 w 26"/>
                <a:gd name="T23" fmla="*/ 31 h 58"/>
                <a:gd name="T24" fmla="*/ 2 w 26"/>
                <a:gd name="T25" fmla="*/ 34 h 58"/>
                <a:gd name="T26" fmla="*/ 2 w 26"/>
                <a:gd name="T27" fmla="*/ 34 h 58"/>
                <a:gd name="T28" fmla="*/ 7 w 26"/>
                <a:gd name="T29" fmla="*/ 37 h 58"/>
                <a:gd name="T30" fmla="*/ 14 w 26"/>
                <a:gd name="T31" fmla="*/ 38 h 58"/>
                <a:gd name="T32" fmla="*/ 12 w 26"/>
                <a:gd name="T33" fmla="*/ 48 h 58"/>
                <a:gd name="T34" fmla="*/ 19 w 26"/>
                <a:gd name="T35" fmla="*/ 57 h 58"/>
                <a:gd name="T36" fmla="*/ 20 w 26"/>
                <a:gd name="T37" fmla="*/ 50 h 58"/>
                <a:gd name="T38" fmla="*/ 24 w 26"/>
                <a:gd name="T39" fmla="*/ 45 h 58"/>
                <a:gd name="T40" fmla="*/ 24 w 26"/>
                <a:gd name="T41" fmla="*/ 3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" h="58">
                  <a:moveTo>
                    <a:pt x="24" y="38"/>
                  </a:moveTo>
                  <a:cubicBezTo>
                    <a:pt x="23" y="37"/>
                    <a:pt x="21" y="35"/>
                    <a:pt x="19" y="33"/>
                  </a:cubicBezTo>
                  <a:cubicBezTo>
                    <a:pt x="19" y="34"/>
                    <a:pt x="19" y="34"/>
                    <a:pt x="19" y="35"/>
                  </a:cubicBezTo>
                  <a:cubicBezTo>
                    <a:pt x="17" y="38"/>
                    <a:pt x="11" y="29"/>
                    <a:pt x="11" y="23"/>
                  </a:cubicBezTo>
                  <a:cubicBezTo>
                    <a:pt x="10" y="18"/>
                    <a:pt x="14" y="15"/>
                    <a:pt x="11" y="10"/>
                  </a:cubicBezTo>
                  <a:cubicBezTo>
                    <a:pt x="9" y="6"/>
                    <a:pt x="8" y="2"/>
                    <a:pt x="10" y="1"/>
                  </a:cubicBezTo>
                  <a:cubicBezTo>
                    <a:pt x="8" y="0"/>
                    <a:pt x="6" y="0"/>
                    <a:pt x="4" y="1"/>
                  </a:cubicBezTo>
                  <a:cubicBezTo>
                    <a:pt x="6" y="2"/>
                    <a:pt x="7" y="6"/>
                    <a:pt x="7" y="8"/>
                  </a:cubicBezTo>
                  <a:cubicBezTo>
                    <a:pt x="7" y="9"/>
                    <a:pt x="6" y="7"/>
                    <a:pt x="5" y="9"/>
                  </a:cubicBezTo>
                  <a:cubicBezTo>
                    <a:pt x="4" y="11"/>
                    <a:pt x="4" y="20"/>
                    <a:pt x="5" y="21"/>
                  </a:cubicBezTo>
                  <a:cubicBezTo>
                    <a:pt x="7" y="23"/>
                    <a:pt x="2" y="22"/>
                    <a:pt x="2" y="23"/>
                  </a:cubicBezTo>
                  <a:cubicBezTo>
                    <a:pt x="2" y="25"/>
                    <a:pt x="2" y="30"/>
                    <a:pt x="1" y="31"/>
                  </a:cubicBezTo>
                  <a:cubicBezTo>
                    <a:pt x="0" y="31"/>
                    <a:pt x="1" y="32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4"/>
                    <a:pt x="6" y="38"/>
                    <a:pt x="7" y="37"/>
                  </a:cubicBezTo>
                  <a:cubicBezTo>
                    <a:pt x="9" y="37"/>
                    <a:pt x="13" y="35"/>
                    <a:pt x="14" y="38"/>
                  </a:cubicBezTo>
                  <a:cubicBezTo>
                    <a:pt x="14" y="41"/>
                    <a:pt x="11" y="47"/>
                    <a:pt x="12" y="48"/>
                  </a:cubicBezTo>
                  <a:cubicBezTo>
                    <a:pt x="12" y="49"/>
                    <a:pt x="18" y="58"/>
                    <a:pt x="19" y="57"/>
                  </a:cubicBezTo>
                  <a:cubicBezTo>
                    <a:pt x="19" y="56"/>
                    <a:pt x="18" y="52"/>
                    <a:pt x="20" y="50"/>
                  </a:cubicBezTo>
                  <a:cubicBezTo>
                    <a:pt x="22" y="48"/>
                    <a:pt x="24" y="51"/>
                    <a:pt x="24" y="45"/>
                  </a:cubicBezTo>
                  <a:cubicBezTo>
                    <a:pt x="24" y="40"/>
                    <a:pt x="26" y="40"/>
                    <a:pt x="24" y="3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8" name="Freeform 1422">
              <a:extLst>
                <a:ext uri="{FF2B5EF4-FFF2-40B4-BE49-F238E27FC236}">
                  <a16:creationId xmlns:a16="http://schemas.microsoft.com/office/drawing/2014/main" id="{E4D40B83-B439-4C4D-D849-9D4EF97FA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0558" y="3887579"/>
              <a:ext cx="66670" cy="41273"/>
            </a:xfrm>
            <a:custGeom>
              <a:avLst/>
              <a:gdLst>
                <a:gd name="T0" fmla="*/ 18 w 18"/>
                <a:gd name="T1" fmla="*/ 4 h 11"/>
                <a:gd name="T2" fmla="*/ 9 w 18"/>
                <a:gd name="T3" fmla="*/ 2 h 11"/>
                <a:gd name="T4" fmla="*/ 6 w 18"/>
                <a:gd name="T5" fmla="*/ 0 h 11"/>
                <a:gd name="T6" fmla="*/ 6 w 18"/>
                <a:gd name="T7" fmla="*/ 1 h 11"/>
                <a:gd name="T8" fmla="*/ 0 w 18"/>
                <a:gd name="T9" fmla="*/ 5 h 11"/>
                <a:gd name="T10" fmla="*/ 15 w 18"/>
                <a:gd name="T11" fmla="*/ 11 h 11"/>
                <a:gd name="T12" fmla="*/ 18 w 18"/>
                <a:gd name="T13" fmla="*/ 10 h 11"/>
                <a:gd name="T14" fmla="*/ 18 w 18"/>
                <a:gd name="T15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1">
                  <a:moveTo>
                    <a:pt x="18" y="4"/>
                  </a:moveTo>
                  <a:cubicBezTo>
                    <a:pt x="17" y="3"/>
                    <a:pt x="13" y="5"/>
                    <a:pt x="9" y="2"/>
                  </a:cubicBezTo>
                  <a:cubicBezTo>
                    <a:pt x="9" y="2"/>
                    <a:pt x="7" y="1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1"/>
                    <a:pt x="3" y="3"/>
                    <a:pt x="0" y="5"/>
                  </a:cubicBezTo>
                  <a:cubicBezTo>
                    <a:pt x="3" y="8"/>
                    <a:pt x="13" y="11"/>
                    <a:pt x="15" y="11"/>
                  </a:cubicBezTo>
                  <a:cubicBezTo>
                    <a:pt x="17" y="11"/>
                    <a:pt x="17" y="10"/>
                    <a:pt x="18" y="10"/>
                  </a:cubicBezTo>
                  <a:cubicBezTo>
                    <a:pt x="18" y="7"/>
                    <a:pt x="18" y="5"/>
                    <a:pt x="18" y="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9" name="Freeform 1423">
              <a:extLst>
                <a:ext uri="{FF2B5EF4-FFF2-40B4-BE49-F238E27FC236}">
                  <a16:creationId xmlns:a16="http://schemas.microsoft.com/office/drawing/2014/main" id="{AD40D196-B3D8-7450-AE09-B6686AA52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0558" y="3887579"/>
              <a:ext cx="66670" cy="41273"/>
            </a:xfrm>
            <a:custGeom>
              <a:avLst/>
              <a:gdLst>
                <a:gd name="T0" fmla="*/ 18 w 18"/>
                <a:gd name="T1" fmla="*/ 4 h 11"/>
                <a:gd name="T2" fmla="*/ 9 w 18"/>
                <a:gd name="T3" fmla="*/ 2 h 11"/>
                <a:gd name="T4" fmla="*/ 6 w 18"/>
                <a:gd name="T5" fmla="*/ 0 h 11"/>
                <a:gd name="T6" fmla="*/ 6 w 18"/>
                <a:gd name="T7" fmla="*/ 1 h 11"/>
                <a:gd name="T8" fmla="*/ 0 w 18"/>
                <a:gd name="T9" fmla="*/ 5 h 11"/>
                <a:gd name="T10" fmla="*/ 15 w 18"/>
                <a:gd name="T11" fmla="*/ 11 h 11"/>
                <a:gd name="T12" fmla="*/ 18 w 18"/>
                <a:gd name="T13" fmla="*/ 10 h 11"/>
                <a:gd name="T14" fmla="*/ 18 w 18"/>
                <a:gd name="T15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1">
                  <a:moveTo>
                    <a:pt x="18" y="4"/>
                  </a:moveTo>
                  <a:cubicBezTo>
                    <a:pt x="17" y="3"/>
                    <a:pt x="13" y="5"/>
                    <a:pt x="9" y="2"/>
                  </a:cubicBezTo>
                  <a:cubicBezTo>
                    <a:pt x="9" y="2"/>
                    <a:pt x="7" y="1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1"/>
                    <a:pt x="3" y="3"/>
                    <a:pt x="0" y="5"/>
                  </a:cubicBezTo>
                  <a:cubicBezTo>
                    <a:pt x="3" y="8"/>
                    <a:pt x="13" y="11"/>
                    <a:pt x="15" y="11"/>
                  </a:cubicBezTo>
                  <a:cubicBezTo>
                    <a:pt x="17" y="11"/>
                    <a:pt x="17" y="10"/>
                    <a:pt x="18" y="10"/>
                  </a:cubicBezTo>
                  <a:cubicBezTo>
                    <a:pt x="18" y="7"/>
                    <a:pt x="18" y="5"/>
                    <a:pt x="18" y="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0" name="Freeform 1424">
              <a:extLst>
                <a:ext uri="{FF2B5EF4-FFF2-40B4-BE49-F238E27FC236}">
                  <a16:creationId xmlns:a16="http://schemas.microsoft.com/office/drawing/2014/main" id="{F3A36ECE-6D25-463F-19DA-D1C63049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19606" y="3839956"/>
              <a:ext cx="176198" cy="96833"/>
            </a:xfrm>
            <a:custGeom>
              <a:avLst/>
              <a:gdLst>
                <a:gd name="T0" fmla="*/ 20 w 47"/>
                <a:gd name="T1" fmla="*/ 23 h 26"/>
                <a:gd name="T2" fmla="*/ 22 w 47"/>
                <a:gd name="T3" fmla="*/ 18 h 26"/>
                <a:gd name="T4" fmla="*/ 31 w 47"/>
                <a:gd name="T5" fmla="*/ 15 h 26"/>
                <a:gd name="T6" fmla="*/ 38 w 47"/>
                <a:gd name="T7" fmla="*/ 13 h 26"/>
                <a:gd name="T8" fmla="*/ 47 w 47"/>
                <a:gd name="T9" fmla="*/ 9 h 26"/>
                <a:gd name="T10" fmla="*/ 38 w 47"/>
                <a:gd name="T11" fmla="*/ 3 h 26"/>
                <a:gd name="T12" fmla="*/ 22 w 47"/>
                <a:gd name="T13" fmla="*/ 3 h 26"/>
                <a:gd name="T14" fmla="*/ 8 w 47"/>
                <a:gd name="T15" fmla="*/ 4 h 26"/>
                <a:gd name="T16" fmla="*/ 8 w 47"/>
                <a:gd name="T17" fmla="*/ 4 h 26"/>
                <a:gd name="T18" fmla="*/ 4 w 47"/>
                <a:gd name="T19" fmla="*/ 8 h 26"/>
                <a:gd name="T20" fmla="*/ 0 w 47"/>
                <a:gd name="T21" fmla="*/ 14 h 26"/>
                <a:gd name="T22" fmla="*/ 4 w 47"/>
                <a:gd name="T23" fmla="*/ 16 h 26"/>
                <a:gd name="T24" fmla="*/ 12 w 47"/>
                <a:gd name="T25" fmla="*/ 18 h 26"/>
                <a:gd name="T26" fmla="*/ 12 w 47"/>
                <a:gd name="T27" fmla="*/ 23 h 26"/>
                <a:gd name="T28" fmla="*/ 14 w 47"/>
                <a:gd name="T29" fmla="*/ 23 h 26"/>
                <a:gd name="T30" fmla="*/ 15 w 47"/>
                <a:gd name="T31" fmla="*/ 26 h 26"/>
                <a:gd name="T32" fmla="*/ 18 w 47"/>
                <a:gd name="T33" fmla="*/ 25 h 26"/>
                <a:gd name="T34" fmla="*/ 20 w 47"/>
                <a:gd name="T35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" h="26">
                  <a:moveTo>
                    <a:pt x="20" y="23"/>
                  </a:moveTo>
                  <a:cubicBezTo>
                    <a:pt x="20" y="22"/>
                    <a:pt x="18" y="18"/>
                    <a:pt x="22" y="18"/>
                  </a:cubicBezTo>
                  <a:cubicBezTo>
                    <a:pt x="27" y="18"/>
                    <a:pt x="30" y="17"/>
                    <a:pt x="31" y="15"/>
                  </a:cubicBezTo>
                  <a:cubicBezTo>
                    <a:pt x="31" y="12"/>
                    <a:pt x="36" y="13"/>
                    <a:pt x="38" y="13"/>
                  </a:cubicBezTo>
                  <a:cubicBezTo>
                    <a:pt x="39" y="13"/>
                    <a:pt x="43" y="9"/>
                    <a:pt x="47" y="9"/>
                  </a:cubicBezTo>
                  <a:cubicBezTo>
                    <a:pt x="47" y="6"/>
                    <a:pt x="42" y="7"/>
                    <a:pt x="38" y="3"/>
                  </a:cubicBezTo>
                  <a:cubicBezTo>
                    <a:pt x="35" y="0"/>
                    <a:pt x="27" y="1"/>
                    <a:pt x="22" y="3"/>
                  </a:cubicBezTo>
                  <a:cubicBezTo>
                    <a:pt x="18" y="5"/>
                    <a:pt x="13" y="1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5"/>
                    <a:pt x="6" y="7"/>
                    <a:pt x="4" y="8"/>
                  </a:cubicBezTo>
                  <a:cubicBezTo>
                    <a:pt x="1" y="11"/>
                    <a:pt x="2" y="13"/>
                    <a:pt x="0" y="14"/>
                  </a:cubicBezTo>
                  <a:cubicBezTo>
                    <a:pt x="2" y="14"/>
                    <a:pt x="3" y="15"/>
                    <a:pt x="4" y="16"/>
                  </a:cubicBezTo>
                  <a:cubicBezTo>
                    <a:pt x="7" y="18"/>
                    <a:pt x="11" y="16"/>
                    <a:pt x="12" y="18"/>
                  </a:cubicBezTo>
                  <a:cubicBezTo>
                    <a:pt x="12" y="18"/>
                    <a:pt x="12" y="20"/>
                    <a:pt x="12" y="23"/>
                  </a:cubicBezTo>
                  <a:cubicBezTo>
                    <a:pt x="13" y="22"/>
                    <a:pt x="13" y="22"/>
                    <a:pt x="14" y="23"/>
                  </a:cubicBezTo>
                  <a:cubicBezTo>
                    <a:pt x="15" y="24"/>
                    <a:pt x="15" y="25"/>
                    <a:pt x="15" y="26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20" y="23"/>
                    <a:pt x="20" y="2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1" name="Freeform 1426">
              <a:extLst>
                <a:ext uri="{FF2B5EF4-FFF2-40B4-BE49-F238E27FC236}">
                  <a16:creationId xmlns:a16="http://schemas.microsoft.com/office/drawing/2014/main" id="{121B07CE-6671-DC2D-ACDA-693A2B9EC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7670" y="3352621"/>
              <a:ext cx="839718" cy="523846"/>
            </a:xfrm>
            <a:custGeom>
              <a:avLst/>
              <a:gdLst>
                <a:gd name="T0" fmla="*/ 196 w 224"/>
                <a:gd name="T1" fmla="*/ 131 h 140"/>
                <a:gd name="T2" fmla="*/ 193 w 224"/>
                <a:gd name="T3" fmla="*/ 118 h 140"/>
                <a:gd name="T4" fmla="*/ 212 w 224"/>
                <a:gd name="T5" fmla="*/ 114 h 140"/>
                <a:gd name="T6" fmla="*/ 218 w 224"/>
                <a:gd name="T7" fmla="*/ 106 h 140"/>
                <a:gd name="T8" fmla="*/ 224 w 224"/>
                <a:gd name="T9" fmla="*/ 92 h 140"/>
                <a:gd name="T10" fmla="*/ 206 w 224"/>
                <a:gd name="T11" fmla="*/ 90 h 140"/>
                <a:gd name="T12" fmla="*/ 194 w 224"/>
                <a:gd name="T13" fmla="*/ 106 h 140"/>
                <a:gd name="T14" fmla="*/ 184 w 224"/>
                <a:gd name="T15" fmla="*/ 112 h 140"/>
                <a:gd name="T16" fmla="*/ 158 w 224"/>
                <a:gd name="T17" fmla="*/ 111 h 140"/>
                <a:gd name="T18" fmla="*/ 146 w 224"/>
                <a:gd name="T19" fmla="*/ 94 h 140"/>
                <a:gd name="T20" fmla="*/ 146 w 224"/>
                <a:gd name="T21" fmla="*/ 59 h 140"/>
                <a:gd name="T22" fmla="*/ 143 w 224"/>
                <a:gd name="T23" fmla="*/ 55 h 140"/>
                <a:gd name="T24" fmla="*/ 131 w 224"/>
                <a:gd name="T25" fmla="*/ 47 h 140"/>
                <a:gd name="T26" fmla="*/ 122 w 224"/>
                <a:gd name="T27" fmla="*/ 31 h 140"/>
                <a:gd name="T28" fmla="*/ 103 w 224"/>
                <a:gd name="T29" fmla="*/ 30 h 140"/>
                <a:gd name="T30" fmla="*/ 92 w 224"/>
                <a:gd name="T31" fmla="*/ 21 h 140"/>
                <a:gd name="T32" fmla="*/ 79 w 224"/>
                <a:gd name="T33" fmla="*/ 8 h 140"/>
                <a:gd name="T34" fmla="*/ 65 w 224"/>
                <a:gd name="T35" fmla="*/ 11 h 140"/>
                <a:gd name="T36" fmla="*/ 25 w 224"/>
                <a:gd name="T37" fmla="*/ 5 h 140"/>
                <a:gd name="T38" fmla="*/ 0 w 224"/>
                <a:gd name="T39" fmla="*/ 3 h 140"/>
                <a:gd name="T40" fmla="*/ 10 w 224"/>
                <a:gd name="T41" fmla="*/ 23 h 140"/>
                <a:gd name="T42" fmla="*/ 23 w 224"/>
                <a:gd name="T43" fmla="*/ 40 h 140"/>
                <a:gd name="T44" fmla="*/ 26 w 224"/>
                <a:gd name="T45" fmla="*/ 48 h 140"/>
                <a:gd name="T46" fmla="*/ 36 w 224"/>
                <a:gd name="T47" fmla="*/ 62 h 140"/>
                <a:gd name="T48" fmla="*/ 53 w 224"/>
                <a:gd name="T49" fmla="*/ 79 h 140"/>
                <a:gd name="T50" fmla="*/ 55 w 224"/>
                <a:gd name="T51" fmla="*/ 71 h 140"/>
                <a:gd name="T52" fmla="*/ 47 w 224"/>
                <a:gd name="T53" fmla="*/ 62 h 140"/>
                <a:gd name="T54" fmla="*/ 34 w 224"/>
                <a:gd name="T55" fmla="*/ 40 h 140"/>
                <a:gd name="T56" fmla="*/ 29 w 224"/>
                <a:gd name="T57" fmla="*/ 28 h 140"/>
                <a:gd name="T58" fmla="*/ 19 w 224"/>
                <a:gd name="T59" fmla="*/ 20 h 140"/>
                <a:gd name="T60" fmla="*/ 19 w 224"/>
                <a:gd name="T61" fmla="*/ 8 h 140"/>
                <a:gd name="T62" fmla="*/ 25 w 224"/>
                <a:gd name="T63" fmla="*/ 11 h 140"/>
                <a:gd name="T64" fmla="*/ 32 w 224"/>
                <a:gd name="T65" fmla="*/ 21 h 140"/>
                <a:gd name="T66" fmla="*/ 36 w 224"/>
                <a:gd name="T67" fmla="*/ 32 h 140"/>
                <a:gd name="T68" fmla="*/ 48 w 224"/>
                <a:gd name="T69" fmla="*/ 40 h 140"/>
                <a:gd name="T70" fmla="*/ 56 w 224"/>
                <a:gd name="T71" fmla="*/ 49 h 140"/>
                <a:gd name="T72" fmla="*/ 62 w 224"/>
                <a:gd name="T73" fmla="*/ 59 h 140"/>
                <a:gd name="T74" fmla="*/ 84 w 224"/>
                <a:gd name="T75" fmla="*/ 82 h 140"/>
                <a:gd name="T76" fmla="*/ 87 w 224"/>
                <a:gd name="T77" fmla="*/ 96 h 140"/>
                <a:gd name="T78" fmla="*/ 91 w 224"/>
                <a:gd name="T79" fmla="*/ 108 h 140"/>
                <a:gd name="T80" fmla="*/ 113 w 224"/>
                <a:gd name="T81" fmla="*/ 118 h 140"/>
                <a:gd name="T82" fmla="*/ 144 w 224"/>
                <a:gd name="T83" fmla="*/ 133 h 140"/>
                <a:gd name="T84" fmla="*/ 173 w 224"/>
                <a:gd name="T85" fmla="*/ 134 h 140"/>
                <a:gd name="T86" fmla="*/ 187 w 224"/>
                <a:gd name="T87" fmla="*/ 132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40">
                  <a:moveTo>
                    <a:pt x="187" y="132"/>
                  </a:moveTo>
                  <a:cubicBezTo>
                    <a:pt x="187" y="132"/>
                    <a:pt x="196" y="133"/>
                    <a:pt x="196" y="131"/>
                  </a:cubicBezTo>
                  <a:cubicBezTo>
                    <a:pt x="197" y="129"/>
                    <a:pt x="190" y="124"/>
                    <a:pt x="191" y="124"/>
                  </a:cubicBezTo>
                  <a:cubicBezTo>
                    <a:pt x="192" y="124"/>
                    <a:pt x="192" y="118"/>
                    <a:pt x="193" y="118"/>
                  </a:cubicBezTo>
                  <a:cubicBezTo>
                    <a:pt x="195" y="118"/>
                    <a:pt x="206" y="119"/>
                    <a:pt x="207" y="118"/>
                  </a:cubicBezTo>
                  <a:cubicBezTo>
                    <a:pt x="207" y="118"/>
                    <a:pt x="210" y="114"/>
                    <a:pt x="212" y="114"/>
                  </a:cubicBezTo>
                  <a:cubicBezTo>
                    <a:pt x="212" y="114"/>
                    <a:pt x="214" y="115"/>
                    <a:pt x="215" y="116"/>
                  </a:cubicBezTo>
                  <a:cubicBezTo>
                    <a:pt x="217" y="114"/>
                    <a:pt x="218" y="110"/>
                    <a:pt x="218" y="106"/>
                  </a:cubicBezTo>
                  <a:cubicBezTo>
                    <a:pt x="219" y="102"/>
                    <a:pt x="217" y="100"/>
                    <a:pt x="220" y="98"/>
                  </a:cubicBezTo>
                  <a:cubicBezTo>
                    <a:pt x="222" y="95"/>
                    <a:pt x="224" y="95"/>
                    <a:pt x="224" y="92"/>
                  </a:cubicBezTo>
                  <a:cubicBezTo>
                    <a:pt x="223" y="88"/>
                    <a:pt x="220" y="92"/>
                    <a:pt x="217" y="90"/>
                  </a:cubicBezTo>
                  <a:cubicBezTo>
                    <a:pt x="215" y="88"/>
                    <a:pt x="212" y="89"/>
                    <a:pt x="206" y="90"/>
                  </a:cubicBezTo>
                  <a:cubicBezTo>
                    <a:pt x="199" y="91"/>
                    <a:pt x="196" y="94"/>
                    <a:pt x="196" y="99"/>
                  </a:cubicBezTo>
                  <a:cubicBezTo>
                    <a:pt x="197" y="104"/>
                    <a:pt x="194" y="102"/>
                    <a:pt x="194" y="106"/>
                  </a:cubicBezTo>
                  <a:cubicBezTo>
                    <a:pt x="194" y="110"/>
                    <a:pt x="189" y="110"/>
                    <a:pt x="189" y="112"/>
                  </a:cubicBezTo>
                  <a:cubicBezTo>
                    <a:pt x="190" y="115"/>
                    <a:pt x="185" y="112"/>
                    <a:pt x="184" y="112"/>
                  </a:cubicBezTo>
                  <a:cubicBezTo>
                    <a:pt x="182" y="111"/>
                    <a:pt x="168" y="115"/>
                    <a:pt x="166" y="115"/>
                  </a:cubicBezTo>
                  <a:cubicBezTo>
                    <a:pt x="164" y="116"/>
                    <a:pt x="161" y="111"/>
                    <a:pt x="158" y="111"/>
                  </a:cubicBezTo>
                  <a:cubicBezTo>
                    <a:pt x="155" y="112"/>
                    <a:pt x="154" y="107"/>
                    <a:pt x="154" y="104"/>
                  </a:cubicBezTo>
                  <a:cubicBezTo>
                    <a:pt x="153" y="100"/>
                    <a:pt x="148" y="97"/>
                    <a:pt x="146" y="94"/>
                  </a:cubicBezTo>
                  <a:cubicBezTo>
                    <a:pt x="144" y="91"/>
                    <a:pt x="143" y="84"/>
                    <a:pt x="143" y="80"/>
                  </a:cubicBezTo>
                  <a:cubicBezTo>
                    <a:pt x="143" y="75"/>
                    <a:pt x="142" y="68"/>
                    <a:pt x="146" y="59"/>
                  </a:cubicBezTo>
                  <a:cubicBezTo>
                    <a:pt x="146" y="58"/>
                    <a:pt x="146" y="57"/>
                    <a:pt x="146" y="56"/>
                  </a:cubicBezTo>
                  <a:cubicBezTo>
                    <a:pt x="145" y="55"/>
                    <a:pt x="144" y="55"/>
                    <a:pt x="143" y="55"/>
                  </a:cubicBezTo>
                  <a:cubicBezTo>
                    <a:pt x="140" y="55"/>
                    <a:pt x="134" y="51"/>
                    <a:pt x="133" y="51"/>
                  </a:cubicBezTo>
                  <a:cubicBezTo>
                    <a:pt x="132" y="51"/>
                    <a:pt x="132" y="48"/>
                    <a:pt x="131" y="47"/>
                  </a:cubicBezTo>
                  <a:cubicBezTo>
                    <a:pt x="130" y="45"/>
                    <a:pt x="130" y="42"/>
                    <a:pt x="129" y="41"/>
                  </a:cubicBezTo>
                  <a:cubicBezTo>
                    <a:pt x="128" y="40"/>
                    <a:pt x="123" y="36"/>
                    <a:pt x="122" y="31"/>
                  </a:cubicBezTo>
                  <a:cubicBezTo>
                    <a:pt x="121" y="26"/>
                    <a:pt x="112" y="24"/>
                    <a:pt x="109" y="24"/>
                  </a:cubicBezTo>
                  <a:cubicBezTo>
                    <a:pt x="106" y="23"/>
                    <a:pt x="104" y="30"/>
                    <a:pt x="103" y="30"/>
                  </a:cubicBezTo>
                  <a:cubicBezTo>
                    <a:pt x="102" y="31"/>
                    <a:pt x="96" y="27"/>
                    <a:pt x="95" y="26"/>
                  </a:cubicBezTo>
                  <a:cubicBezTo>
                    <a:pt x="93" y="25"/>
                    <a:pt x="92" y="23"/>
                    <a:pt x="92" y="21"/>
                  </a:cubicBezTo>
                  <a:cubicBezTo>
                    <a:pt x="92" y="19"/>
                    <a:pt x="88" y="16"/>
                    <a:pt x="87" y="16"/>
                  </a:cubicBezTo>
                  <a:cubicBezTo>
                    <a:pt x="86" y="15"/>
                    <a:pt x="79" y="8"/>
                    <a:pt x="79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28" y="5"/>
                    <a:pt x="25" y="5"/>
                  </a:cubicBezTo>
                  <a:cubicBezTo>
                    <a:pt x="22" y="4"/>
                    <a:pt x="17" y="0"/>
                    <a:pt x="17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5"/>
                    <a:pt x="2" y="7"/>
                    <a:pt x="4" y="9"/>
                  </a:cubicBezTo>
                  <a:cubicBezTo>
                    <a:pt x="7" y="13"/>
                    <a:pt x="10" y="21"/>
                    <a:pt x="10" y="23"/>
                  </a:cubicBezTo>
                  <a:cubicBezTo>
                    <a:pt x="10" y="26"/>
                    <a:pt x="15" y="28"/>
                    <a:pt x="19" y="31"/>
                  </a:cubicBezTo>
                  <a:cubicBezTo>
                    <a:pt x="23" y="33"/>
                    <a:pt x="23" y="39"/>
                    <a:pt x="23" y="40"/>
                  </a:cubicBezTo>
                  <a:cubicBezTo>
                    <a:pt x="22" y="42"/>
                    <a:pt x="17" y="39"/>
                    <a:pt x="17" y="41"/>
                  </a:cubicBezTo>
                  <a:cubicBezTo>
                    <a:pt x="17" y="42"/>
                    <a:pt x="23" y="48"/>
                    <a:pt x="26" y="48"/>
                  </a:cubicBezTo>
                  <a:cubicBezTo>
                    <a:pt x="29" y="47"/>
                    <a:pt x="30" y="49"/>
                    <a:pt x="34" y="53"/>
                  </a:cubicBezTo>
                  <a:cubicBezTo>
                    <a:pt x="38" y="56"/>
                    <a:pt x="38" y="61"/>
                    <a:pt x="36" y="62"/>
                  </a:cubicBezTo>
                  <a:cubicBezTo>
                    <a:pt x="35" y="63"/>
                    <a:pt x="39" y="66"/>
                    <a:pt x="45" y="69"/>
                  </a:cubicBezTo>
                  <a:cubicBezTo>
                    <a:pt x="50" y="73"/>
                    <a:pt x="52" y="77"/>
                    <a:pt x="53" y="79"/>
                  </a:cubicBezTo>
                  <a:cubicBezTo>
                    <a:pt x="53" y="81"/>
                    <a:pt x="55" y="79"/>
                    <a:pt x="56" y="77"/>
                  </a:cubicBezTo>
                  <a:cubicBezTo>
                    <a:pt x="57" y="74"/>
                    <a:pt x="55" y="73"/>
                    <a:pt x="55" y="71"/>
                  </a:cubicBezTo>
                  <a:cubicBezTo>
                    <a:pt x="55" y="68"/>
                    <a:pt x="50" y="68"/>
                    <a:pt x="48" y="68"/>
                  </a:cubicBezTo>
                  <a:cubicBezTo>
                    <a:pt x="46" y="68"/>
                    <a:pt x="48" y="63"/>
                    <a:pt x="47" y="62"/>
                  </a:cubicBezTo>
                  <a:cubicBezTo>
                    <a:pt x="45" y="60"/>
                    <a:pt x="43" y="55"/>
                    <a:pt x="42" y="51"/>
                  </a:cubicBezTo>
                  <a:cubicBezTo>
                    <a:pt x="41" y="47"/>
                    <a:pt x="36" y="44"/>
                    <a:pt x="34" y="40"/>
                  </a:cubicBezTo>
                  <a:cubicBezTo>
                    <a:pt x="31" y="36"/>
                    <a:pt x="29" y="33"/>
                    <a:pt x="28" y="32"/>
                  </a:cubicBezTo>
                  <a:cubicBezTo>
                    <a:pt x="26" y="31"/>
                    <a:pt x="30" y="29"/>
                    <a:pt x="29" y="28"/>
                  </a:cubicBezTo>
                  <a:cubicBezTo>
                    <a:pt x="27" y="26"/>
                    <a:pt x="25" y="27"/>
                    <a:pt x="23" y="25"/>
                  </a:cubicBezTo>
                  <a:cubicBezTo>
                    <a:pt x="20" y="24"/>
                    <a:pt x="19" y="22"/>
                    <a:pt x="19" y="20"/>
                  </a:cubicBezTo>
                  <a:cubicBezTo>
                    <a:pt x="19" y="17"/>
                    <a:pt x="17" y="11"/>
                    <a:pt x="16" y="9"/>
                  </a:cubicBezTo>
                  <a:cubicBezTo>
                    <a:pt x="15" y="7"/>
                    <a:pt x="18" y="7"/>
                    <a:pt x="19" y="8"/>
                  </a:cubicBezTo>
                  <a:cubicBezTo>
                    <a:pt x="20" y="9"/>
                    <a:pt x="20" y="10"/>
                    <a:pt x="22" y="9"/>
                  </a:cubicBezTo>
                  <a:cubicBezTo>
                    <a:pt x="23" y="9"/>
                    <a:pt x="25" y="9"/>
                    <a:pt x="25" y="11"/>
                  </a:cubicBezTo>
                  <a:cubicBezTo>
                    <a:pt x="26" y="13"/>
                    <a:pt x="29" y="11"/>
                    <a:pt x="30" y="12"/>
                  </a:cubicBezTo>
                  <a:cubicBezTo>
                    <a:pt x="32" y="13"/>
                    <a:pt x="27" y="14"/>
                    <a:pt x="32" y="21"/>
                  </a:cubicBezTo>
                  <a:cubicBezTo>
                    <a:pt x="36" y="29"/>
                    <a:pt x="33" y="25"/>
                    <a:pt x="33" y="30"/>
                  </a:cubicBezTo>
                  <a:cubicBezTo>
                    <a:pt x="33" y="35"/>
                    <a:pt x="36" y="32"/>
                    <a:pt x="36" y="32"/>
                  </a:cubicBezTo>
                  <a:cubicBezTo>
                    <a:pt x="37" y="31"/>
                    <a:pt x="39" y="33"/>
                    <a:pt x="42" y="36"/>
                  </a:cubicBezTo>
                  <a:cubicBezTo>
                    <a:pt x="44" y="38"/>
                    <a:pt x="48" y="39"/>
                    <a:pt x="48" y="40"/>
                  </a:cubicBezTo>
                  <a:cubicBezTo>
                    <a:pt x="48" y="42"/>
                    <a:pt x="49" y="44"/>
                    <a:pt x="51" y="45"/>
                  </a:cubicBezTo>
                  <a:cubicBezTo>
                    <a:pt x="54" y="45"/>
                    <a:pt x="55" y="49"/>
                    <a:pt x="56" y="49"/>
                  </a:cubicBezTo>
                  <a:cubicBezTo>
                    <a:pt x="58" y="49"/>
                    <a:pt x="59" y="51"/>
                    <a:pt x="58" y="53"/>
                  </a:cubicBezTo>
                  <a:cubicBezTo>
                    <a:pt x="57" y="55"/>
                    <a:pt x="58" y="57"/>
                    <a:pt x="62" y="59"/>
                  </a:cubicBezTo>
                  <a:cubicBezTo>
                    <a:pt x="67" y="61"/>
                    <a:pt x="65" y="61"/>
                    <a:pt x="68" y="65"/>
                  </a:cubicBezTo>
                  <a:cubicBezTo>
                    <a:pt x="72" y="68"/>
                    <a:pt x="82" y="79"/>
                    <a:pt x="84" y="82"/>
                  </a:cubicBezTo>
                  <a:cubicBezTo>
                    <a:pt x="86" y="85"/>
                    <a:pt x="87" y="88"/>
                    <a:pt x="88" y="90"/>
                  </a:cubicBezTo>
                  <a:cubicBezTo>
                    <a:pt x="88" y="93"/>
                    <a:pt x="86" y="94"/>
                    <a:pt x="87" y="96"/>
                  </a:cubicBezTo>
                  <a:cubicBezTo>
                    <a:pt x="89" y="98"/>
                    <a:pt x="85" y="97"/>
                    <a:pt x="85" y="98"/>
                  </a:cubicBezTo>
                  <a:cubicBezTo>
                    <a:pt x="85" y="100"/>
                    <a:pt x="87" y="107"/>
                    <a:pt x="91" y="108"/>
                  </a:cubicBezTo>
                  <a:cubicBezTo>
                    <a:pt x="95" y="108"/>
                    <a:pt x="99" y="112"/>
                    <a:pt x="102" y="115"/>
                  </a:cubicBezTo>
                  <a:cubicBezTo>
                    <a:pt x="104" y="117"/>
                    <a:pt x="109" y="117"/>
                    <a:pt x="113" y="118"/>
                  </a:cubicBezTo>
                  <a:cubicBezTo>
                    <a:pt x="118" y="120"/>
                    <a:pt x="121" y="124"/>
                    <a:pt x="128" y="126"/>
                  </a:cubicBezTo>
                  <a:cubicBezTo>
                    <a:pt x="134" y="127"/>
                    <a:pt x="140" y="130"/>
                    <a:pt x="144" y="133"/>
                  </a:cubicBezTo>
                  <a:cubicBezTo>
                    <a:pt x="149" y="136"/>
                    <a:pt x="154" y="134"/>
                    <a:pt x="159" y="132"/>
                  </a:cubicBezTo>
                  <a:cubicBezTo>
                    <a:pt x="165" y="130"/>
                    <a:pt x="169" y="133"/>
                    <a:pt x="173" y="134"/>
                  </a:cubicBezTo>
                  <a:cubicBezTo>
                    <a:pt x="174" y="135"/>
                    <a:pt x="177" y="137"/>
                    <a:pt x="181" y="140"/>
                  </a:cubicBezTo>
                  <a:cubicBezTo>
                    <a:pt x="184" y="136"/>
                    <a:pt x="186" y="132"/>
                    <a:pt x="187" y="13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2" name="Freeform 1428">
              <a:extLst>
                <a:ext uri="{FF2B5EF4-FFF2-40B4-BE49-F238E27FC236}">
                  <a16:creationId xmlns:a16="http://schemas.microsoft.com/office/drawing/2014/main" id="{1E06A9B2-0305-0BE0-3BBF-6CDE943CA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2302" y="3793922"/>
              <a:ext cx="123815" cy="117469"/>
            </a:xfrm>
            <a:custGeom>
              <a:avLst/>
              <a:gdLst>
                <a:gd name="T0" fmla="*/ 29 w 33"/>
                <a:gd name="T1" fmla="*/ 21 h 31"/>
                <a:gd name="T2" fmla="*/ 33 w 33"/>
                <a:gd name="T3" fmla="*/ 16 h 31"/>
                <a:gd name="T4" fmla="*/ 30 w 33"/>
                <a:gd name="T5" fmla="*/ 15 h 31"/>
                <a:gd name="T6" fmla="*/ 26 w 33"/>
                <a:gd name="T7" fmla="*/ 15 h 31"/>
                <a:gd name="T8" fmla="*/ 27 w 33"/>
                <a:gd name="T9" fmla="*/ 0 h 31"/>
                <a:gd name="T10" fmla="*/ 13 w 33"/>
                <a:gd name="T11" fmla="*/ 0 h 31"/>
                <a:gd name="T12" fmla="*/ 11 w 33"/>
                <a:gd name="T13" fmla="*/ 5 h 31"/>
                <a:gd name="T14" fmla="*/ 17 w 33"/>
                <a:gd name="T15" fmla="*/ 13 h 31"/>
                <a:gd name="T16" fmla="*/ 6 w 33"/>
                <a:gd name="T17" fmla="*/ 14 h 31"/>
                <a:gd name="T18" fmla="*/ 0 w 33"/>
                <a:gd name="T19" fmla="*/ 22 h 31"/>
                <a:gd name="T20" fmla="*/ 8 w 33"/>
                <a:gd name="T21" fmla="*/ 29 h 31"/>
                <a:gd name="T22" fmla="*/ 19 w 33"/>
                <a:gd name="T23" fmla="*/ 31 h 31"/>
                <a:gd name="T24" fmla="*/ 20 w 33"/>
                <a:gd name="T25" fmla="*/ 31 h 31"/>
                <a:gd name="T26" fmla="*/ 25 w 33"/>
                <a:gd name="T27" fmla="*/ 27 h 31"/>
                <a:gd name="T28" fmla="*/ 29 w 33"/>
                <a:gd name="T29" fmla="*/ 2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" h="31">
                  <a:moveTo>
                    <a:pt x="29" y="21"/>
                  </a:moveTo>
                  <a:cubicBezTo>
                    <a:pt x="31" y="19"/>
                    <a:pt x="32" y="18"/>
                    <a:pt x="33" y="16"/>
                  </a:cubicBezTo>
                  <a:cubicBezTo>
                    <a:pt x="30" y="18"/>
                    <a:pt x="30" y="16"/>
                    <a:pt x="30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3" y="0"/>
                    <a:pt x="15" y="0"/>
                    <a:pt x="13" y="0"/>
                  </a:cubicBezTo>
                  <a:cubicBezTo>
                    <a:pt x="12" y="0"/>
                    <a:pt x="12" y="5"/>
                    <a:pt x="11" y="5"/>
                  </a:cubicBezTo>
                  <a:cubicBezTo>
                    <a:pt x="10" y="6"/>
                    <a:pt x="17" y="10"/>
                    <a:pt x="17" y="13"/>
                  </a:cubicBezTo>
                  <a:cubicBezTo>
                    <a:pt x="16" y="15"/>
                    <a:pt x="7" y="14"/>
                    <a:pt x="6" y="14"/>
                  </a:cubicBezTo>
                  <a:cubicBezTo>
                    <a:pt x="6" y="14"/>
                    <a:pt x="3" y="18"/>
                    <a:pt x="0" y="22"/>
                  </a:cubicBezTo>
                  <a:cubicBezTo>
                    <a:pt x="3" y="25"/>
                    <a:pt x="7" y="28"/>
                    <a:pt x="8" y="29"/>
                  </a:cubicBezTo>
                  <a:cubicBezTo>
                    <a:pt x="12" y="31"/>
                    <a:pt x="17" y="29"/>
                    <a:pt x="19" y="31"/>
                  </a:cubicBezTo>
                  <a:cubicBezTo>
                    <a:pt x="19" y="31"/>
                    <a:pt x="19" y="31"/>
                    <a:pt x="20" y="31"/>
                  </a:cubicBezTo>
                  <a:cubicBezTo>
                    <a:pt x="22" y="29"/>
                    <a:pt x="24" y="27"/>
                    <a:pt x="25" y="27"/>
                  </a:cubicBezTo>
                  <a:cubicBezTo>
                    <a:pt x="27" y="26"/>
                    <a:pt x="25" y="23"/>
                    <a:pt x="29" y="2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3" name="Freeform 1431">
              <a:extLst>
                <a:ext uri="{FF2B5EF4-FFF2-40B4-BE49-F238E27FC236}">
                  <a16:creationId xmlns:a16="http://schemas.microsoft.com/office/drawing/2014/main" id="{60E1B00F-57D8-8C13-4B7E-A0D2F2609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5956" y="3776460"/>
              <a:ext cx="38097" cy="74609"/>
            </a:xfrm>
            <a:custGeom>
              <a:avLst/>
              <a:gdLst>
                <a:gd name="T0" fmla="*/ 1 w 10"/>
                <a:gd name="T1" fmla="*/ 5 h 20"/>
                <a:gd name="T2" fmla="*/ 0 w 10"/>
                <a:gd name="T3" fmla="*/ 5 h 20"/>
                <a:gd name="T4" fmla="*/ 0 w 10"/>
                <a:gd name="T5" fmla="*/ 20 h 20"/>
                <a:gd name="T6" fmla="*/ 4 w 10"/>
                <a:gd name="T7" fmla="*/ 20 h 20"/>
                <a:gd name="T8" fmla="*/ 6 w 10"/>
                <a:gd name="T9" fmla="*/ 16 h 20"/>
                <a:gd name="T10" fmla="*/ 8 w 10"/>
                <a:gd name="T11" fmla="*/ 3 h 20"/>
                <a:gd name="T12" fmla="*/ 10 w 10"/>
                <a:gd name="T13" fmla="*/ 2 h 20"/>
                <a:gd name="T14" fmla="*/ 6 w 10"/>
                <a:gd name="T15" fmla="*/ 0 h 20"/>
                <a:gd name="T16" fmla="*/ 1 w 10"/>
                <a:gd name="T1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20">
                  <a:moveTo>
                    <a:pt x="1" y="5"/>
                  </a:moveTo>
                  <a:cubicBezTo>
                    <a:pt x="1" y="5"/>
                    <a:pt x="1" y="5"/>
                    <a:pt x="0" y="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19"/>
                    <a:pt x="5" y="17"/>
                    <a:pt x="6" y="16"/>
                  </a:cubicBezTo>
                  <a:cubicBezTo>
                    <a:pt x="9" y="14"/>
                    <a:pt x="5" y="4"/>
                    <a:pt x="8" y="3"/>
                  </a:cubicBezTo>
                  <a:cubicBezTo>
                    <a:pt x="9" y="3"/>
                    <a:pt x="10" y="3"/>
                    <a:pt x="10" y="2"/>
                  </a:cubicBezTo>
                  <a:cubicBezTo>
                    <a:pt x="9" y="1"/>
                    <a:pt x="7" y="0"/>
                    <a:pt x="6" y="0"/>
                  </a:cubicBezTo>
                  <a:cubicBezTo>
                    <a:pt x="4" y="0"/>
                    <a:pt x="2" y="5"/>
                    <a:pt x="1" y="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4" name="Freeform 1434">
              <a:extLst>
                <a:ext uri="{FF2B5EF4-FFF2-40B4-BE49-F238E27FC236}">
                  <a16:creationId xmlns:a16="http://schemas.microsoft.com/office/drawing/2014/main" id="{33B886F8-7B9C-0022-05CB-EBABED2A2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7565" y="3724086"/>
              <a:ext cx="85718" cy="69846"/>
            </a:xfrm>
            <a:custGeom>
              <a:avLst/>
              <a:gdLst>
                <a:gd name="T0" fmla="*/ 11 w 23"/>
                <a:gd name="T1" fmla="*/ 2 h 19"/>
                <a:gd name="T2" fmla="*/ 16 w 23"/>
                <a:gd name="T3" fmla="*/ 12 h 19"/>
                <a:gd name="T4" fmla="*/ 1 w 23"/>
                <a:gd name="T5" fmla="*/ 15 h 19"/>
                <a:gd name="T6" fmla="*/ 11 w 23"/>
                <a:gd name="T7" fmla="*/ 18 h 19"/>
                <a:gd name="T8" fmla="*/ 21 w 23"/>
                <a:gd name="T9" fmla="*/ 19 h 19"/>
                <a:gd name="T10" fmla="*/ 23 w 23"/>
                <a:gd name="T11" fmla="*/ 4 h 19"/>
                <a:gd name="T12" fmla="*/ 11 w 23"/>
                <a:gd name="T13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19">
                  <a:moveTo>
                    <a:pt x="11" y="2"/>
                  </a:moveTo>
                  <a:cubicBezTo>
                    <a:pt x="7" y="4"/>
                    <a:pt x="16" y="9"/>
                    <a:pt x="16" y="12"/>
                  </a:cubicBezTo>
                  <a:cubicBezTo>
                    <a:pt x="16" y="16"/>
                    <a:pt x="2" y="12"/>
                    <a:pt x="1" y="15"/>
                  </a:cubicBezTo>
                  <a:cubicBezTo>
                    <a:pt x="0" y="17"/>
                    <a:pt x="6" y="19"/>
                    <a:pt x="11" y="18"/>
                  </a:cubicBezTo>
                  <a:cubicBezTo>
                    <a:pt x="16" y="16"/>
                    <a:pt x="19" y="18"/>
                    <a:pt x="21" y="19"/>
                  </a:cubicBezTo>
                  <a:cubicBezTo>
                    <a:pt x="22" y="14"/>
                    <a:pt x="22" y="8"/>
                    <a:pt x="23" y="4"/>
                  </a:cubicBezTo>
                  <a:cubicBezTo>
                    <a:pt x="19" y="3"/>
                    <a:pt x="13" y="0"/>
                    <a:pt x="11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5" name="Freeform 1436">
              <a:extLst>
                <a:ext uri="{FF2B5EF4-FFF2-40B4-BE49-F238E27FC236}">
                  <a16:creationId xmlns:a16="http://schemas.microsoft.com/office/drawing/2014/main" id="{04D730B6-2DFE-B17E-CA7E-4D68E3E3D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6935" y="3735198"/>
              <a:ext cx="93656" cy="63496"/>
            </a:xfrm>
            <a:custGeom>
              <a:avLst/>
              <a:gdLst>
                <a:gd name="T0" fmla="*/ 10 w 25"/>
                <a:gd name="T1" fmla="*/ 13 h 17"/>
                <a:gd name="T2" fmla="*/ 25 w 25"/>
                <a:gd name="T3" fmla="*/ 10 h 17"/>
                <a:gd name="T4" fmla="*/ 5 w 25"/>
                <a:gd name="T5" fmla="*/ 1 h 17"/>
                <a:gd name="T6" fmla="*/ 1 w 25"/>
                <a:gd name="T7" fmla="*/ 1 h 17"/>
                <a:gd name="T8" fmla="*/ 0 w 25"/>
                <a:gd name="T9" fmla="*/ 16 h 17"/>
                <a:gd name="T10" fmla="*/ 0 w 25"/>
                <a:gd name="T11" fmla="*/ 16 h 17"/>
                <a:gd name="T12" fmla="*/ 10 w 25"/>
                <a:gd name="T13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17">
                  <a:moveTo>
                    <a:pt x="10" y="13"/>
                  </a:moveTo>
                  <a:cubicBezTo>
                    <a:pt x="16" y="11"/>
                    <a:pt x="25" y="14"/>
                    <a:pt x="25" y="10"/>
                  </a:cubicBezTo>
                  <a:cubicBezTo>
                    <a:pt x="25" y="5"/>
                    <a:pt x="9" y="0"/>
                    <a:pt x="5" y="1"/>
                  </a:cubicBezTo>
                  <a:cubicBezTo>
                    <a:pt x="4" y="1"/>
                    <a:pt x="3" y="1"/>
                    <a:pt x="1" y="1"/>
                  </a:cubicBezTo>
                  <a:cubicBezTo>
                    <a:pt x="1" y="5"/>
                    <a:pt x="0" y="11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" y="17"/>
                    <a:pt x="4" y="15"/>
                    <a:pt x="10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6" name="Freeform 1438">
              <a:extLst>
                <a:ext uri="{FF2B5EF4-FFF2-40B4-BE49-F238E27FC236}">
                  <a16:creationId xmlns:a16="http://schemas.microsoft.com/office/drawing/2014/main" id="{23DAB1BF-76F5-6A6D-D82F-D8A0AA53D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5170" y="3873303"/>
              <a:ext cx="120640" cy="123819"/>
            </a:xfrm>
            <a:custGeom>
              <a:avLst/>
              <a:gdLst>
                <a:gd name="T0" fmla="*/ 17 w 32"/>
                <a:gd name="T1" fmla="*/ 31 h 33"/>
                <a:gd name="T2" fmla="*/ 24 w 32"/>
                <a:gd name="T3" fmla="*/ 32 h 33"/>
                <a:gd name="T4" fmla="*/ 28 w 32"/>
                <a:gd name="T5" fmla="*/ 33 h 33"/>
                <a:gd name="T6" fmla="*/ 27 w 32"/>
                <a:gd name="T7" fmla="*/ 31 h 33"/>
                <a:gd name="T8" fmla="*/ 29 w 32"/>
                <a:gd name="T9" fmla="*/ 21 h 33"/>
                <a:gd name="T10" fmla="*/ 30 w 32"/>
                <a:gd name="T11" fmla="*/ 9 h 33"/>
                <a:gd name="T12" fmla="*/ 32 w 32"/>
                <a:gd name="T13" fmla="*/ 1 h 33"/>
                <a:gd name="T14" fmla="*/ 32 w 32"/>
                <a:gd name="T15" fmla="*/ 0 h 33"/>
                <a:gd name="T16" fmla="*/ 23 w 32"/>
                <a:gd name="T17" fmla="*/ 4 h 33"/>
                <a:gd name="T18" fmla="*/ 16 w 32"/>
                <a:gd name="T19" fmla="*/ 5 h 33"/>
                <a:gd name="T20" fmla="*/ 7 w 32"/>
                <a:gd name="T21" fmla="*/ 9 h 33"/>
                <a:gd name="T22" fmla="*/ 5 w 32"/>
                <a:gd name="T23" fmla="*/ 13 h 33"/>
                <a:gd name="T24" fmla="*/ 3 w 32"/>
                <a:gd name="T25" fmla="*/ 15 h 33"/>
                <a:gd name="T26" fmla="*/ 0 w 32"/>
                <a:gd name="T27" fmla="*/ 16 h 33"/>
                <a:gd name="T28" fmla="*/ 1 w 32"/>
                <a:gd name="T29" fmla="*/ 19 h 33"/>
                <a:gd name="T30" fmla="*/ 10 w 32"/>
                <a:gd name="T31" fmla="*/ 28 h 33"/>
                <a:gd name="T32" fmla="*/ 13 w 32"/>
                <a:gd name="T33" fmla="*/ 31 h 33"/>
                <a:gd name="T34" fmla="*/ 17 w 32"/>
                <a:gd name="T35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33">
                  <a:moveTo>
                    <a:pt x="17" y="31"/>
                  </a:moveTo>
                  <a:cubicBezTo>
                    <a:pt x="19" y="32"/>
                    <a:pt x="23" y="31"/>
                    <a:pt x="24" y="32"/>
                  </a:cubicBezTo>
                  <a:cubicBezTo>
                    <a:pt x="25" y="33"/>
                    <a:pt x="27" y="33"/>
                    <a:pt x="28" y="33"/>
                  </a:cubicBezTo>
                  <a:cubicBezTo>
                    <a:pt x="28" y="32"/>
                    <a:pt x="27" y="31"/>
                    <a:pt x="27" y="31"/>
                  </a:cubicBezTo>
                  <a:cubicBezTo>
                    <a:pt x="26" y="29"/>
                    <a:pt x="28" y="25"/>
                    <a:pt x="29" y="21"/>
                  </a:cubicBezTo>
                  <a:cubicBezTo>
                    <a:pt x="30" y="18"/>
                    <a:pt x="28" y="11"/>
                    <a:pt x="30" y="9"/>
                  </a:cubicBezTo>
                  <a:cubicBezTo>
                    <a:pt x="32" y="7"/>
                    <a:pt x="31" y="5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8" y="0"/>
                    <a:pt x="24" y="3"/>
                    <a:pt x="23" y="4"/>
                  </a:cubicBezTo>
                  <a:cubicBezTo>
                    <a:pt x="21" y="4"/>
                    <a:pt x="16" y="2"/>
                    <a:pt x="16" y="5"/>
                  </a:cubicBezTo>
                  <a:cubicBezTo>
                    <a:pt x="15" y="8"/>
                    <a:pt x="12" y="8"/>
                    <a:pt x="7" y="9"/>
                  </a:cubicBezTo>
                  <a:cubicBezTo>
                    <a:pt x="3" y="9"/>
                    <a:pt x="5" y="13"/>
                    <a:pt x="5" y="13"/>
                  </a:cubicBezTo>
                  <a:cubicBezTo>
                    <a:pt x="5" y="14"/>
                    <a:pt x="3" y="15"/>
                    <a:pt x="3" y="1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0" y="18"/>
                    <a:pt x="1" y="19"/>
                  </a:cubicBezTo>
                  <a:cubicBezTo>
                    <a:pt x="4" y="20"/>
                    <a:pt x="7" y="26"/>
                    <a:pt x="10" y="28"/>
                  </a:cubicBezTo>
                  <a:cubicBezTo>
                    <a:pt x="12" y="28"/>
                    <a:pt x="12" y="30"/>
                    <a:pt x="13" y="31"/>
                  </a:cubicBezTo>
                  <a:cubicBezTo>
                    <a:pt x="14" y="31"/>
                    <a:pt x="16" y="31"/>
                    <a:pt x="17" y="3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7" name="Freeform 1440">
              <a:extLst>
                <a:ext uri="{FF2B5EF4-FFF2-40B4-BE49-F238E27FC236}">
                  <a16:creationId xmlns:a16="http://schemas.microsoft.com/office/drawing/2014/main" id="{C3DEE8E5-C09C-9A60-0A7A-6692CF954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13267" y="3986011"/>
              <a:ext cx="96830" cy="74609"/>
            </a:xfrm>
            <a:custGeom>
              <a:avLst/>
              <a:gdLst>
                <a:gd name="T0" fmla="*/ 24 w 26"/>
                <a:gd name="T1" fmla="*/ 16 h 20"/>
                <a:gd name="T2" fmla="*/ 26 w 26"/>
                <a:gd name="T3" fmla="*/ 11 h 20"/>
                <a:gd name="T4" fmla="*/ 18 w 26"/>
                <a:gd name="T5" fmla="*/ 2 h 20"/>
                <a:gd name="T6" fmla="*/ 14 w 26"/>
                <a:gd name="T7" fmla="*/ 2 h 20"/>
                <a:gd name="T8" fmla="*/ 7 w 26"/>
                <a:gd name="T9" fmla="*/ 0 h 20"/>
                <a:gd name="T10" fmla="*/ 3 w 26"/>
                <a:gd name="T11" fmla="*/ 0 h 20"/>
                <a:gd name="T12" fmla="*/ 2 w 26"/>
                <a:gd name="T13" fmla="*/ 3 h 20"/>
                <a:gd name="T14" fmla="*/ 4 w 26"/>
                <a:gd name="T15" fmla="*/ 10 h 20"/>
                <a:gd name="T16" fmla="*/ 8 w 26"/>
                <a:gd name="T17" fmla="*/ 9 h 20"/>
                <a:gd name="T18" fmla="*/ 12 w 26"/>
                <a:gd name="T19" fmla="*/ 12 h 20"/>
                <a:gd name="T20" fmla="*/ 17 w 26"/>
                <a:gd name="T21" fmla="*/ 16 h 20"/>
                <a:gd name="T22" fmla="*/ 22 w 26"/>
                <a:gd name="T23" fmla="*/ 20 h 20"/>
                <a:gd name="T24" fmla="*/ 23 w 26"/>
                <a:gd name="T25" fmla="*/ 20 h 20"/>
                <a:gd name="T26" fmla="*/ 24 w 26"/>
                <a:gd name="T27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20">
                  <a:moveTo>
                    <a:pt x="24" y="16"/>
                  </a:moveTo>
                  <a:cubicBezTo>
                    <a:pt x="24" y="15"/>
                    <a:pt x="24" y="13"/>
                    <a:pt x="26" y="11"/>
                  </a:cubicBezTo>
                  <a:cubicBezTo>
                    <a:pt x="23" y="8"/>
                    <a:pt x="20" y="4"/>
                    <a:pt x="18" y="2"/>
                  </a:cubicBezTo>
                  <a:cubicBezTo>
                    <a:pt x="17" y="2"/>
                    <a:pt x="15" y="2"/>
                    <a:pt x="14" y="2"/>
                  </a:cubicBezTo>
                  <a:cubicBezTo>
                    <a:pt x="13" y="0"/>
                    <a:pt x="8" y="1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3" y="1"/>
                    <a:pt x="3" y="3"/>
                    <a:pt x="2" y="3"/>
                  </a:cubicBezTo>
                  <a:cubicBezTo>
                    <a:pt x="0" y="4"/>
                    <a:pt x="0" y="8"/>
                    <a:pt x="4" y="10"/>
                  </a:cubicBezTo>
                  <a:cubicBezTo>
                    <a:pt x="8" y="11"/>
                    <a:pt x="7" y="9"/>
                    <a:pt x="8" y="9"/>
                  </a:cubicBezTo>
                  <a:cubicBezTo>
                    <a:pt x="10" y="9"/>
                    <a:pt x="10" y="12"/>
                    <a:pt x="12" y="12"/>
                  </a:cubicBezTo>
                  <a:cubicBezTo>
                    <a:pt x="13" y="12"/>
                    <a:pt x="17" y="14"/>
                    <a:pt x="17" y="16"/>
                  </a:cubicBezTo>
                  <a:cubicBezTo>
                    <a:pt x="17" y="19"/>
                    <a:pt x="19" y="20"/>
                    <a:pt x="22" y="20"/>
                  </a:cubicBezTo>
                  <a:cubicBezTo>
                    <a:pt x="22" y="20"/>
                    <a:pt x="23" y="20"/>
                    <a:pt x="23" y="20"/>
                  </a:cubicBezTo>
                  <a:cubicBezTo>
                    <a:pt x="24" y="19"/>
                    <a:pt x="25" y="17"/>
                    <a:pt x="24" y="1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8" name="Freeform 1442">
              <a:extLst>
                <a:ext uri="{FF2B5EF4-FFF2-40B4-BE49-F238E27FC236}">
                  <a16:creationId xmlns:a16="http://schemas.microsoft.com/office/drawing/2014/main" id="{4B2F201D-A97D-C595-1ABD-C166611B3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5810" y="4019346"/>
              <a:ext cx="165087" cy="82546"/>
            </a:xfrm>
            <a:custGeom>
              <a:avLst/>
              <a:gdLst>
                <a:gd name="T0" fmla="*/ 40 w 44"/>
                <a:gd name="T1" fmla="*/ 7 h 22"/>
                <a:gd name="T2" fmla="*/ 29 w 44"/>
                <a:gd name="T3" fmla="*/ 2 h 22"/>
                <a:gd name="T4" fmla="*/ 18 w 44"/>
                <a:gd name="T5" fmla="*/ 6 h 22"/>
                <a:gd name="T6" fmla="*/ 6 w 44"/>
                <a:gd name="T7" fmla="*/ 5 h 22"/>
                <a:gd name="T8" fmla="*/ 3 w 44"/>
                <a:gd name="T9" fmla="*/ 2 h 22"/>
                <a:gd name="T10" fmla="*/ 1 w 44"/>
                <a:gd name="T11" fmla="*/ 7 h 22"/>
                <a:gd name="T12" fmla="*/ 0 w 44"/>
                <a:gd name="T13" fmla="*/ 11 h 22"/>
                <a:gd name="T14" fmla="*/ 10 w 44"/>
                <a:gd name="T15" fmla="*/ 16 h 22"/>
                <a:gd name="T16" fmla="*/ 16 w 44"/>
                <a:gd name="T17" fmla="*/ 19 h 22"/>
                <a:gd name="T18" fmla="*/ 21 w 44"/>
                <a:gd name="T19" fmla="*/ 18 h 22"/>
                <a:gd name="T20" fmla="*/ 19 w 44"/>
                <a:gd name="T21" fmla="*/ 14 h 22"/>
                <a:gd name="T22" fmla="*/ 23 w 44"/>
                <a:gd name="T23" fmla="*/ 10 h 22"/>
                <a:gd name="T24" fmla="*/ 32 w 44"/>
                <a:gd name="T25" fmla="*/ 7 h 22"/>
                <a:gd name="T26" fmla="*/ 34 w 44"/>
                <a:gd name="T27" fmla="*/ 12 h 22"/>
                <a:gd name="T28" fmla="*/ 38 w 44"/>
                <a:gd name="T29" fmla="*/ 20 h 22"/>
                <a:gd name="T30" fmla="*/ 43 w 44"/>
                <a:gd name="T31" fmla="*/ 15 h 22"/>
                <a:gd name="T32" fmla="*/ 44 w 44"/>
                <a:gd name="T33" fmla="*/ 13 h 22"/>
                <a:gd name="T34" fmla="*/ 40 w 44"/>
                <a:gd name="T35" fmla="*/ 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4" h="22">
                  <a:moveTo>
                    <a:pt x="40" y="7"/>
                  </a:moveTo>
                  <a:cubicBezTo>
                    <a:pt x="37" y="3"/>
                    <a:pt x="32" y="3"/>
                    <a:pt x="29" y="2"/>
                  </a:cubicBezTo>
                  <a:cubicBezTo>
                    <a:pt x="26" y="0"/>
                    <a:pt x="22" y="2"/>
                    <a:pt x="18" y="6"/>
                  </a:cubicBezTo>
                  <a:cubicBezTo>
                    <a:pt x="15" y="9"/>
                    <a:pt x="10" y="7"/>
                    <a:pt x="6" y="5"/>
                  </a:cubicBezTo>
                  <a:cubicBezTo>
                    <a:pt x="5" y="5"/>
                    <a:pt x="4" y="4"/>
                    <a:pt x="3" y="2"/>
                  </a:cubicBezTo>
                  <a:cubicBezTo>
                    <a:pt x="1" y="4"/>
                    <a:pt x="1" y="6"/>
                    <a:pt x="1" y="7"/>
                  </a:cubicBezTo>
                  <a:cubicBezTo>
                    <a:pt x="2" y="8"/>
                    <a:pt x="1" y="9"/>
                    <a:pt x="0" y="11"/>
                  </a:cubicBezTo>
                  <a:cubicBezTo>
                    <a:pt x="4" y="12"/>
                    <a:pt x="8" y="13"/>
                    <a:pt x="10" y="16"/>
                  </a:cubicBezTo>
                  <a:cubicBezTo>
                    <a:pt x="13" y="19"/>
                    <a:pt x="14" y="17"/>
                    <a:pt x="16" y="19"/>
                  </a:cubicBezTo>
                  <a:cubicBezTo>
                    <a:pt x="17" y="22"/>
                    <a:pt x="21" y="20"/>
                    <a:pt x="21" y="18"/>
                  </a:cubicBezTo>
                  <a:cubicBezTo>
                    <a:pt x="22" y="16"/>
                    <a:pt x="20" y="15"/>
                    <a:pt x="19" y="14"/>
                  </a:cubicBezTo>
                  <a:cubicBezTo>
                    <a:pt x="19" y="12"/>
                    <a:pt x="23" y="12"/>
                    <a:pt x="23" y="10"/>
                  </a:cubicBezTo>
                  <a:cubicBezTo>
                    <a:pt x="24" y="7"/>
                    <a:pt x="29" y="6"/>
                    <a:pt x="32" y="7"/>
                  </a:cubicBezTo>
                  <a:cubicBezTo>
                    <a:pt x="34" y="8"/>
                    <a:pt x="36" y="10"/>
                    <a:pt x="34" y="12"/>
                  </a:cubicBezTo>
                  <a:cubicBezTo>
                    <a:pt x="32" y="14"/>
                    <a:pt x="35" y="18"/>
                    <a:pt x="38" y="20"/>
                  </a:cubicBezTo>
                  <a:cubicBezTo>
                    <a:pt x="40" y="18"/>
                    <a:pt x="42" y="16"/>
                    <a:pt x="43" y="15"/>
                  </a:cubicBezTo>
                  <a:cubicBezTo>
                    <a:pt x="44" y="15"/>
                    <a:pt x="44" y="14"/>
                    <a:pt x="44" y="13"/>
                  </a:cubicBezTo>
                  <a:cubicBezTo>
                    <a:pt x="43" y="12"/>
                    <a:pt x="41" y="10"/>
                    <a:pt x="40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9" name="Freeform 1444">
              <a:extLst>
                <a:ext uri="{FF2B5EF4-FFF2-40B4-BE49-F238E27FC236}">
                  <a16:creationId xmlns:a16="http://schemas.microsoft.com/office/drawing/2014/main" id="{1A5CDC5D-DA27-50CB-90C6-3F983A51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49775" y="3628841"/>
              <a:ext cx="293665" cy="109532"/>
            </a:xfrm>
            <a:custGeom>
              <a:avLst/>
              <a:gdLst>
                <a:gd name="T0" fmla="*/ 63 w 78"/>
                <a:gd name="T1" fmla="*/ 18 h 29"/>
                <a:gd name="T2" fmla="*/ 28 w 78"/>
                <a:gd name="T3" fmla="*/ 3 h 29"/>
                <a:gd name="T4" fmla="*/ 1 w 78"/>
                <a:gd name="T5" fmla="*/ 13 h 29"/>
                <a:gd name="T6" fmla="*/ 14 w 78"/>
                <a:gd name="T7" fmla="*/ 7 h 29"/>
                <a:gd name="T8" fmla="*/ 21 w 78"/>
                <a:gd name="T9" fmla="*/ 10 h 29"/>
                <a:gd name="T10" fmla="*/ 34 w 78"/>
                <a:gd name="T11" fmla="*/ 13 h 29"/>
                <a:gd name="T12" fmla="*/ 50 w 78"/>
                <a:gd name="T13" fmla="*/ 21 h 29"/>
                <a:gd name="T14" fmla="*/ 53 w 78"/>
                <a:gd name="T15" fmla="*/ 27 h 29"/>
                <a:gd name="T16" fmla="*/ 77 w 78"/>
                <a:gd name="T17" fmla="*/ 27 h 29"/>
                <a:gd name="T18" fmla="*/ 63 w 78"/>
                <a:gd name="T1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" h="29">
                  <a:moveTo>
                    <a:pt x="63" y="18"/>
                  </a:moveTo>
                  <a:cubicBezTo>
                    <a:pt x="58" y="18"/>
                    <a:pt x="42" y="7"/>
                    <a:pt x="28" y="3"/>
                  </a:cubicBezTo>
                  <a:cubicBezTo>
                    <a:pt x="13" y="0"/>
                    <a:pt x="0" y="11"/>
                    <a:pt x="1" y="13"/>
                  </a:cubicBezTo>
                  <a:cubicBezTo>
                    <a:pt x="3" y="15"/>
                    <a:pt x="10" y="9"/>
                    <a:pt x="14" y="7"/>
                  </a:cubicBezTo>
                  <a:cubicBezTo>
                    <a:pt x="18" y="4"/>
                    <a:pt x="21" y="8"/>
                    <a:pt x="21" y="10"/>
                  </a:cubicBezTo>
                  <a:cubicBezTo>
                    <a:pt x="22" y="11"/>
                    <a:pt x="26" y="12"/>
                    <a:pt x="34" y="13"/>
                  </a:cubicBezTo>
                  <a:cubicBezTo>
                    <a:pt x="41" y="13"/>
                    <a:pt x="42" y="19"/>
                    <a:pt x="50" y="21"/>
                  </a:cubicBezTo>
                  <a:cubicBezTo>
                    <a:pt x="57" y="23"/>
                    <a:pt x="50" y="26"/>
                    <a:pt x="53" y="27"/>
                  </a:cubicBezTo>
                  <a:cubicBezTo>
                    <a:pt x="57" y="29"/>
                    <a:pt x="76" y="28"/>
                    <a:pt x="77" y="27"/>
                  </a:cubicBezTo>
                  <a:cubicBezTo>
                    <a:pt x="78" y="25"/>
                    <a:pt x="68" y="18"/>
                    <a:pt x="63" y="1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0" name="Freeform 1446">
              <a:extLst>
                <a:ext uri="{FF2B5EF4-FFF2-40B4-BE49-F238E27FC236}">
                  <a16:creationId xmlns:a16="http://schemas.microsoft.com/office/drawing/2014/main" id="{553B6D17-6B05-CE53-3D48-91E2205FD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4863" y="3768534"/>
              <a:ext cx="71433" cy="36511"/>
            </a:xfrm>
            <a:custGeom>
              <a:avLst/>
              <a:gdLst>
                <a:gd name="T0" fmla="*/ 2 w 19"/>
                <a:gd name="T1" fmla="*/ 3 h 10"/>
                <a:gd name="T2" fmla="*/ 18 w 19"/>
                <a:gd name="T3" fmla="*/ 6 h 10"/>
                <a:gd name="T4" fmla="*/ 2 w 19"/>
                <a:gd name="T5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0">
                  <a:moveTo>
                    <a:pt x="2" y="3"/>
                  </a:moveTo>
                  <a:cubicBezTo>
                    <a:pt x="3" y="6"/>
                    <a:pt x="16" y="10"/>
                    <a:pt x="18" y="6"/>
                  </a:cubicBezTo>
                  <a:cubicBezTo>
                    <a:pt x="19" y="3"/>
                    <a:pt x="0" y="0"/>
                    <a:pt x="2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1" name="Freeform 1447">
              <a:extLst>
                <a:ext uri="{FF2B5EF4-FFF2-40B4-BE49-F238E27FC236}">
                  <a16:creationId xmlns:a16="http://schemas.microsoft.com/office/drawing/2014/main" id="{3FFDF03C-6306-E757-77AB-7329C2459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4863" y="3768534"/>
              <a:ext cx="71433" cy="36511"/>
            </a:xfrm>
            <a:custGeom>
              <a:avLst/>
              <a:gdLst>
                <a:gd name="T0" fmla="*/ 2 w 19"/>
                <a:gd name="T1" fmla="*/ 3 h 10"/>
                <a:gd name="T2" fmla="*/ 18 w 19"/>
                <a:gd name="T3" fmla="*/ 6 h 10"/>
                <a:gd name="T4" fmla="*/ 2 w 19"/>
                <a:gd name="T5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0">
                  <a:moveTo>
                    <a:pt x="2" y="3"/>
                  </a:moveTo>
                  <a:cubicBezTo>
                    <a:pt x="3" y="6"/>
                    <a:pt x="16" y="10"/>
                    <a:pt x="18" y="6"/>
                  </a:cubicBezTo>
                  <a:cubicBezTo>
                    <a:pt x="19" y="3"/>
                    <a:pt x="0" y="0"/>
                    <a:pt x="2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2" name="Freeform 1448">
              <a:extLst>
                <a:ext uri="{FF2B5EF4-FFF2-40B4-BE49-F238E27FC236}">
                  <a16:creationId xmlns:a16="http://schemas.microsoft.com/office/drawing/2014/main" id="{4E8B8DB2-0F6E-EA6A-9FD4-1060C5155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5988" y="3763771"/>
              <a:ext cx="63494" cy="38098"/>
            </a:xfrm>
            <a:custGeom>
              <a:avLst/>
              <a:gdLst>
                <a:gd name="T0" fmla="*/ 3 w 17"/>
                <a:gd name="T1" fmla="*/ 5 h 10"/>
                <a:gd name="T2" fmla="*/ 15 w 17"/>
                <a:gd name="T3" fmla="*/ 5 h 10"/>
                <a:gd name="T4" fmla="*/ 3 w 17"/>
                <a:gd name="T5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0">
                  <a:moveTo>
                    <a:pt x="3" y="5"/>
                  </a:moveTo>
                  <a:cubicBezTo>
                    <a:pt x="6" y="10"/>
                    <a:pt x="15" y="7"/>
                    <a:pt x="15" y="5"/>
                  </a:cubicBezTo>
                  <a:cubicBezTo>
                    <a:pt x="17" y="1"/>
                    <a:pt x="0" y="0"/>
                    <a:pt x="3" y="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3" name="Freeform 1450">
              <a:extLst>
                <a:ext uri="{FF2B5EF4-FFF2-40B4-BE49-F238E27FC236}">
                  <a16:creationId xmlns:a16="http://schemas.microsoft.com/office/drawing/2014/main" id="{9711DDE5-26ED-FF08-3A8D-062DA16DAE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84712" y="1135006"/>
              <a:ext cx="1682617" cy="1265173"/>
            </a:xfrm>
            <a:custGeom>
              <a:avLst/>
              <a:gdLst>
                <a:gd name="T0" fmla="*/ 133 w 449"/>
                <a:gd name="T1" fmla="*/ 213 h 337"/>
                <a:gd name="T2" fmla="*/ 154 w 449"/>
                <a:gd name="T3" fmla="*/ 221 h 337"/>
                <a:gd name="T4" fmla="*/ 394 w 449"/>
                <a:gd name="T5" fmla="*/ 39 h 337"/>
                <a:gd name="T6" fmla="*/ 361 w 449"/>
                <a:gd name="T7" fmla="*/ 54 h 337"/>
                <a:gd name="T8" fmla="*/ 359 w 449"/>
                <a:gd name="T9" fmla="*/ 34 h 337"/>
                <a:gd name="T10" fmla="*/ 321 w 449"/>
                <a:gd name="T11" fmla="*/ 31 h 337"/>
                <a:gd name="T12" fmla="*/ 358 w 449"/>
                <a:gd name="T13" fmla="*/ 26 h 337"/>
                <a:gd name="T14" fmla="*/ 355 w 449"/>
                <a:gd name="T15" fmla="*/ 11 h 337"/>
                <a:gd name="T16" fmla="*/ 303 w 449"/>
                <a:gd name="T17" fmla="*/ 1 h 337"/>
                <a:gd name="T18" fmla="*/ 255 w 449"/>
                <a:gd name="T19" fmla="*/ 7 h 337"/>
                <a:gd name="T20" fmla="*/ 219 w 449"/>
                <a:gd name="T21" fmla="*/ 8 h 337"/>
                <a:gd name="T22" fmla="*/ 189 w 449"/>
                <a:gd name="T23" fmla="*/ 21 h 337"/>
                <a:gd name="T24" fmla="*/ 182 w 449"/>
                <a:gd name="T25" fmla="*/ 25 h 337"/>
                <a:gd name="T26" fmla="*/ 161 w 449"/>
                <a:gd name="T27" fmla="*/ 31 h 337"/>
                <a:gd name="T28" fmla="*/ 140 w 449"/>
                <a:gd name="T29" fmla="*/ 38 h 337"/>
                <a:gd name="T30" fmla="*/ 105 w 449"/>
                <a:gd name="T31" fmla="*/ 31 h 337"/>
                <a:gd name="T32" fmla="*/ 86 w 449"/>
                <a:gd name="T33" fmla="*/ 46 h 337"/>
                <a:gd name="T34" fmla="*/ 57 w 449"/>
                <a:gd name="T35" fmla="*/ 65 h 337"/>
                <a:gd name="T36" fmla="*/ 0 w 449"/>
                <a:gd name="T37" fmla="*/ 93 h 337"/>
                <a:gd name="T38" fmla="*/ 36 w 449"/>
                <a:gd name="T39" fmla="*/ 104 h 337"/>
                <a:gd name="T40" fmla="*/ 10 w 449"/>
                <a:gd name="T41" fmla="*/ 113 h 337"/>
                <a:gd name="T42" fmla="*/ 32 w 449"/>
                <a:gd name="T43" fmla="*/ 127 h 337"/>
                <a:gd name="T44" fmla="*/ 61 w 449"/>
                <a:gd name="T45" fmla="*/ 126 h 337"/>
                <a:gd name="T46" fmla="*/ 105 w 449"/>
                <a:gd name="T47" fmla="*/ 138 h 337"/>
                <a:gd name="T48" fmla="*/ 128 w 449"/>
                <a:gd name="T49" fmla="*/ 168 h 337"/>
                <a:gd name="T50" fmla="*/ 131 w 449"/>
                <a:gd name="T51" fmla="*/ 194 h 337"/>
                <a:gd name="T52" fmla="*/ 159 w 449"/>
                <a:gd name="T53" fmla="*/ 204 h 337"/>
                <a:gd name="T54" fmla="*/ 156 w 449"/>
                <a:gd name="T55" fmla="*/ 214 h 337"/>
                <a:gd name="T56" fmla="*/ 152 w 449"/>
                <a:gd name="T57" fmla="*/ 233 h 337"/>
                <a:gd name="T58" fmla="*/ 147 w 449"/>
                <a:gd name="T59" fmla="*/ 255 h 337"/>
                <a:gd name="T60" fmla="*/ 153 w 449"/>
                <a:gd name="T61" fmla="*/ 285 h 337"/>
                <a:gd name="T62" fmla="*/ 166 w 449"/>
                <a:gd name="T63" fmla="*/ 302 h 337"/>
                <a:gd name="T64" fmla="*/ 186 w 449"/>
                <a:gd name="T65" fmla="*/ 325 h 337"/>
                <a:gd name="T66" fmla="*/ 215 w 449"/>
                <a:gd name="T67" fmla="*/ 336 h 337"/>
                <a:gd name="T68" fmla="*/ 223 w 449"/>
                <a:gd name="T69" fmla="*/ 308 h 337"/>
                <a:gd name="T70" fmla="*/ 236 w 449"/>
                <a:gd name="T71" fmla="*/ 293 h 337"/>
                <a:gd name="T72" fmla="*/ 237 w 449"/>
                <a:gd name="T73" fmla="*/ 279 h 337"/>
                <a:gd name="T74" fmla="*/ 250 w 449"/>
                <a:gd name="T75" fmla="*/ 270 h 337"/>
                <a:gd name="T76" fmla="*/ 261 w 449"/>
                <a:gd name="T77" fmla="*/ 267 h 337"/>
                <a:gd name="T78" fmla="*/ 300 w 449"/>
                <a:gd name="T79" fmla="*/ 241 h 337"/>
                <a:gd name="T80" fmla="*/ 325 w 449"/>
                <a:gd name="T81" fmla="*/ 234 h 337"/>
                <a:gd name="T82" fmla="*/ 375 w 449"/>
                <a:gd name="T83" fmla="*/ 213 h 337"/>
                <a:gd name="T84" fmla="*/ 348 w 449"/>
                <a:gd name="T85" fmla="*/ 207 h 337"/>
                <a:gd name="T86" fmla="*/ 375 w 449"/>
                <a:gd name="T87" fmla="*/ 208 h 337"/>
                <a:gd name="T88" fmla="*/ 370 w 449"/>
                <a:gd name="T89" fmla="*/ 183 h 337"/>
                <a:gd name="T90" fmla="*/ 356 w 449"/>
                <a:gd name="T91" fmla="*/ 170 h 337"/>
                <a:gd name="T92" fmla="*/ 387 w 449"/>
                <a:gd name="T93" fmla="*/ 166 h 337"/>
                <a:gd name="T94" fmla="*/ 396 w 449"/>
                <a:gd name="T95" fmla="*/ 150 h 337"/>
                <a:gd name="T96" fmla="*/ 392 w 449"/>
                <a:gd name="T97" fmla="*/ 127 h 337"/>
                <a:gd name="T98" fmla="*/ 383 w 449"/>
                <a:gd name="T99" fmla="*/ 116 h 337"/>
                <a:gd name="T100" fmla="*/ 387 w 449"/>
                <a:gd name="T101" fmla="*/ 106 h 337"/>
                <a:gd name="T102" fmla="*/ 376 w 449"/>
                <a:gd name="T103" fmla="*/ 101 h 337"/>
                <a:gd name="T104" fmla="*/ 406 w 449"/>
                <a:gd name="T105" fmla="*/ 70 h 337"/>
                <a:gd name="T106" fmla="*/ 399 w 449"/>
                <a:gd name="T107" fmla="*/ 62 h 337"/>
                <a:gd name="T108" fmla="*/ 407 w 449"/>
                <a:gd name="T109" fmla="*/ 54 h 337"/>
                <a:gd name="T110" fmla="*/ 449 w 449"/>
                <a:gd name="T111" fmla="*/ 39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49" h="337">
                  <a:moveTo>
                    <a:pt x="154" y="221"/>
                  </a:moveTo>
                  <a:cubicBezTo>
                    <a:pt x="154" y="217"/>
                    <a:pt x="150" y="219"/>
                    <a:pt x="148" y="215"/>
                  </a:cubicBezTo>
                  <a:cubicBezTo>
                    <a:pt x="146" y="211"/>
                    <a:pt x="134" y="209"/>
                    <a:pt x="133" y="213"/>
                  </a:cubicBezTo>
                  <a:cubicBezTo>
                    <a:pt x="133" y="214"/>
                    <a:pt x="129" y="216"/>
                    <a:pt x="132" y="219"/>
                  </a:cubicBezTo>
                  <a:cubicBezTo>
                    <a:pt x="135" y="222"/>
                    <a:pt x="137" y="221"/>
                    <a:pt x="140" y="224"/>
                  </a:cubicBezTo>
                  <a:cubicBezTo>
                    <a:pt x="144" y="227"/>
                    <a:pt x="153" y="224"/>
                    <a:pt x="154" y="221"/>
                  </a:cubicBezTo>
                  <a:moveTo>
                    <a:pt x="424" y="31"/>
                  </a:moveTo>
                  <a:cubicBezTo>
                    <a:pt x="416" y="31"/>
                    <a:pt x="410" y="33"/>
                    <a:pt x="409" y="38"/>
                  </a:cubicBezTo>
                  <a:cubicBezTo>
                    <a:pt x="409" y="44"/>
                    <a:pt x="398" y="37"/>
                    <a:pt x="394" y="39"/>
                  </a:cubicBezTo>
                  <a:cubicBezTo>
                    <a:pt x="390" y="41"/>
                    <a:pt x="392" y="35"/>
                    <a:pt x="388" y="37"/>
                  </a:cubicBezTo>
                  <a:cubicBezTo>
                    <a:pt x="383" y="39"/>
                    <a:pt x="378" y="44"/>
                    <a:pt x="373" y="46"/>
                  </a:cubicBezTo>
                  <a:cubicBezTo>
                    <a:pt x="368" y="49"/>
                    <a:pt x="364" y="54"/>
                    <a:pt x="361" y="54"/>
                  </a:cubicBezTo>
                  <a:cubicBezTo>
                    <a:pt x="358" y="55"/>
                    <a:pt x="368" y="44"/>
                    <a:pt x="373" y="39"/>
                  </a:cubicBezTo>
                  <a:cubicBezTo>
                    <a:pt x="378" y="34"/>
                    <a:pt x="375" y="28"/>
                    <a:pt x="368" y="29"/>
                  </a:cubicBezTo>
                  <a:cubicBezTo>
                    <a:pt x="362" y="29"/>
                    <a:pt x="363" y="34"/>
                    <a:pt x="359" y="34"/>
                  </a:cubicBezTo>
                  <a:cubicBezTo>
                    <a:pt x="355" y="35"/>
                    <a:pt x="337" y="45"/>
                    <a:pt x="336" y="42"/>
                  </a:cubicBezTo>
                  <a:cubicBezTo>
                    <a:pt x="335" y="39"/>
                    <a:pt x="351" y="34"/>
                    <a:pt x="351" y="32"/>
                  </a:cubicBezTo>
                  <a:cubicBezTo>
                    <a:pt x="351" y="30"/>
                    <a:pt x="330" y="30"/>
                    <a:pt x="321" y="31"/>
                  </a:cubicBezTo>
                  <a:cubicBezTo>
                    <a:pt x="312" y="33"/>
                    <a:pt x="296" y="38"/>
                    <a:pt x="296" y="35"/>
                  </a:cubicBezTo>
                  <a:cubicBezTo>
                    <a:pt x="296" y="33"/>
                    <a:pt x="314" y="29"/>
                    <a:pt x="324" y="28"/>
                  </a:cubicBezTo>
                  <a:cubicBezTo>
                    <a:pt x="334" y="27"/>
                    <a:pt x="351" y="29"/>
                    <a:pt x="358" y="26"/>
                  </a:cubicBezTo>
                  <a:cubicBezTo>
                    <a:pt x="366" y="23"/>
                    <a:pt x="377" y="22"/>
                    <a:pt x="379" y="20"/>
                  </a:cubicBezTo>
                  <a:cubicBezTo>
                    <a:pt x="381" y="18"/>
                    <a:pt x="370" y="14"/>
                    <a:pt x="365" y="15"/>
                  </a:cubicBezTo>
                  <a:cubicBezTo>
                    <a:pt x="360" y="15"/>
                    <a:pt x="355" y="14"/>
                    <a:pt x="355" y="11"/>
                  </a:cubicBezTo>
                  <a:cubicBezTo>
                    <a:pt x="356" y="9"/>
                    <a:pt x="347" y="8"/>
                    <a:pt x="346" y="6"/>
                  </a:cubicBezTo>
                  <a:cubicBezTo>
                    <a:pt x="345" y="4"/>
                    <a:pt x="329" y="6"/>
                    <a:pt x="326" y="4"/>
                  </a:cubicBezTo>
                  <a:cubicBezTo>
                    <a:pt x="322" y="1"/>
                    <a:pt x="312" y="0"/>
                    <a:pt x="303" y="1"/>
                  </a:cubicBezTo>
                  <a:cubicBezTo>
                    <a:pt x="295" y="2"/>
                    <a:pt x="277" y="1"/>
                    <a:pt x="273" y="2"/>
                  </a:cubicBezTo>
                  <a:cubicBezTo>
                    <a:pt x="269" y="2"/>
                    <a:pt x="266" y="4"/>
                    <a:pt x="262" y="4"/>
                  </a:cubicBezTo>
                  <a:cubicBezTo>
                    <a:pt x="259" y="3"/>
                    <a:pt x="253" y="5"/>
                    <a:pt x="255" y="7"/>
                  </a:cubicBezTo>
                  <a:cubicBezTo>
                    <a:pt x="259" y="11"/>
                    <a:pt x="249" y="13"/>
                    <a:pt x="250" y="10"/>
                  </a:cubicBezTo>
                  <a:cubicBezTo>
                    <a:pt x="251" y="7"/>
                    <a:pt x="241" y="5"/>
                    <a:pt x="239" y="8"/>
                  </a:cubicBezTo>
                  <a:cubicBezTo>
                    <a:pt x="235" y="10"/>
                    <a:pt x="221" y="5"/>
                    <a:pt x="219" y="8"/>
                  </a:cubicBezTo>
                  <a:cubicBezTo>
                    <a:pt x="217" y="10"/>
                    <a:pt x="199" y="10"/>
                    <a:pt x="194" y="10"/>
                  </a:cubicBezTo>
                  <a:cubicBezTo>
                    <a:pt x="189" y="11"/>
                    <a:pt x="202" y="15"/>
                    <a:pt x="202" y="17"/>
                  </a:cubicBezTo>
                  <a:cubicBezTo>
                    <a:pt x="201" y="19"/>
                    <a:pt x="185" y="17"/>
                    <a:pt x="189" y="21"/>
                  </a:cubicBezTo>
                  <a:cubicBezTo>
                    <a:pt x="192" y="25"/>
                    <a:pt x="202" y="28"/>
                    <a:pt x="207" y="33"/>
                  </a:cubicBezTo>
                  <a:cubicBezTo>
                    <a:pt x="212" y="38"/>
                    <a:pt x="204" y="35"/>
                    <a:pt x="198" y="31"/>
                  </a:cubicBezTo>
                  <a:cubicBezTo>
                    <a:pt x="192" y="27"/>
                    <a:pt x="185" y="29"/>
                    <a:pt x="182" y="25"/>
                  </a:cubicBezTo>
                  <a:cubicBezTo>
                    <a:pt x="178" y="21"/>
                    <a:pt x="165" y="18"/>
                    <a:pt x="162" y="21"/>
                  </a:cubicBezTo>
                  <a:cubicBezTo>
                    <a:pt x="158" y="23"/>
                    <a:pt x="171" y="28"/>
                    <a:pt x="171" y="31"/>
                  </a:cubicBezTo>
                  <a:cubicBezTo>
                    <a:pt x="171" y="34"/>
                    <a:pt x="162" y="30"/>
                    <a:pt x="161" y="31"/>
                  </a:cubicBezTo>
                  <a:cubicBezTo>
                    <a:pt x="159" y="32"/>
                    <a:pt x="151" y="24"/>
                    <a:pt x="147" y="24"/>
                  </a:cubicBezTo>
                  <a:cubicBezTo>
                    <a:pt x="143" y="24"/>
                    <a:pt x="146" y="28"/>
                    <a:pt x="146" y="33"/>
                  </a:cubicBezTo>
                  <a:cubicBezTo>
                    <a:pt x="146" y="39"/>
                    <a:pt x="138" y="42"/>
                    <a:pt x="140" y="38"/>
                  </a:cubicBezTo>
                  <a:cubicBezTo>
                    <a:pt x="143" y="34"/>
                    <a:pt x="141" y="25"/>
                    <a:pt x="136" y="23"/>
                  </a:cubicBezTo>
                  <a:cubicBezTo>
                    <a:pt x="132" y="21"/>
                    <a:pt x="120" y="27"/>
                    <a:pt x="114" y="27"/>
                  </a:cubicBezTo>
                  <a:cubicBezTo>
                    <a:pt x="108" y="26"/>
                    <a:pt x="100" y="28"/>
                    <a:pt x="105" y="31"/>
                  </a:cubicBezTo>
                  <a:cubicBezTo>
                    <a:pt x="110" y="34"/>
                    <a:pt x="105" y="36"/>
                    <a:pt x="100" y="33"/>
                  </a:cubicBezTo>
                  <a:cubicBezTo>
                    <a:pt x="96" y="30"/>
                    <a:pt x="81" y="33"/>
                    <a:pt x="84" y="35"/>
                  </a:cubicBezTo>
                  <a:cubicBezTo>
                    <a:pt x="87" y="37"/>
                    <a:pt x="88" y="44"/>
                    <a:pt x="86" y="46"/>
                  </a:cubicBezTo>
                  <a:cubicBezTo>
                    <a:pt x="84" y="49"/>
                    <a:pt x="78" y="44"/>
                    <a:pt x="72" y="44"/>
                  </a:cubicBezTo>
                  <a:cubicBezTo>
                    <a:pt x="66" y="44"/>
                    <a:pt x="37" y="58"/>
                    <a:pt x="39" y="62"/>
                  </a:cubicBezTo>
                  <a:cubicBezTo>
                    <a:pt x="40" y="66"/>
                    <a:pt x="53" y="63"/>
                    <a:pt x="57" y="65"/>
                  </a:cubicBezTo>
                  <a:cubicBezTo>
                    <a:pt x="61" y="67"/>
                    <a:pt x="55" y="75"/>
                    <a:pt x="51" y="78"/>
                  </a:cubicBezTo>
                  <a:cubicBezTo>
                    <a:pt x="46" y="82"/>
                    <a:pt x="28" y="79"/>
                    <a:pt x="28" y="82"/>
                  </a:cubicBezTo>
                  <a:cubicBezTo>
                    <a:pt x="27" y="86"/>
                    <a:pt x="0" y="87"/>
                    <a:pt x="0" y="93"/>
                  </a:cubicBezTo>
                  <a:cubicBezTo>
                    <a:pt x="0" y="96"/>
                    <a:pt x="1" y="98"/>
                    <a:pt x="4" y="99"/>
                  </a:cubicBezTo>
                  <a:cubicBezTo>
                    <a:pt x="8" y="100"/>
                    <a:pt x="13" y="98"/>
                    <a:pt x="16" y="102"/>
                  </a:cubicBezTo>
                  <a:cubicBezTo>
                    <a:pt x="20" y="106"/>
                    <a:pt x="29" y="106"/>
                    <a:pt x="36" y="104"/>
                  </a:cubicBezTo>
                  <a:cubicBezTo>
                    <a:pt x="43" y="101"/>
                    <a:pt x="48" y="104"/>
                    <a:pt x="48" y="108"/>
                  </a:cubicBezTo>
                  <a:cubicBezTo>
                    <a:pt x="47" y="112"/>
                    <a:pt x="32" y="107"/>
                    <a:pt x="28" y="109"/>
                  </a:cubicBezTo>
                  <a:cubicBezTo>
                    <a:pt x="23" y="112"/>
                    <a:pt x="9" y="110"/>
                    <a:pt x="10" y="113"/>
                  </a:cubicBezTo>
                  <a:cubicBezTo>
                    <a:pt x="11" y="116"/>
                    <a:pt x="17" y="115"/>
                    <a:pt x="23" y="116"/>
                  </a:cubicBezTo>
                  <a:cubicBezTo>
                    <a:pt x="29" y="117"/>
                    <a:pt x="24" y="120"/>
                    <a:pt x="23" y="122"/>
                  </a:cubicBezTo>
                  <a:cubicBezTo>
                    <a:pt x="23" y="125"/>
                    <a:pt x="26" y="124"/>
                    <a:pt x="32" y="127"/>
                  </a:cubicBezTo>
                  <a:cubicBezTo>
                    <a:pt x="38" y="130"/>
                    <a:pt x="47" y="132"/>
                    <a:pt x="44" y="128"/>
                  </a:cubicBezTo>
                  <a:cubicBezTo>
                    <a:pt x="41" y="125"/>
                    <a:pt x="50" y="125"/>
                    <a:pt x="51" y="127"/>
                  </a:cubicBezTo>
                  <a:cubicBezTo>
                    <a:pt x="53" y="129"/>
                    <a:pt x="57" y="125"/>
                    <a:pt x="61" y="126"/>
                  </a:cubicBezTo>
                  <a:cubicBezTo>
                    <a:pt x="65" y="127"/>
                    <a:pt x="67" y="122"/>
                    <a:pt x="70" y="124"/>
                  </a:cubicBezTo>
                  <a:cubicBezTo>
                    <a:pt x="73" y="126"/>
                    <a:pt x="88" y="127"/>
                    <a:pt x="94" y="130"/>
                  </a:cubicBezTo>
                  <a:cubicBezTo>
                    <a:pt x="99" y="133"/>
                    <a:pt x="106" y="134"/>
                    <a:pt x="105" y="138"/>
                  </a:cubicBezTo>
                  <a:cubicBezTo>
                    <a:pt x="105" y="142"/>
                    <a:pt x="110" y="145"/>
                    <a:pt x="116" y="148"/>
                  </a:cubicBezTo>
                  <a:cubicBezTo>
                    <a:pt x="121" y="150"/>
                    <a:pt x="123" y="156"/>
                    <a:pt x="122" y="160"/>
                  </a:cubicBezTo>
                  <a:cubicBezTo>
                    <a:pt x="122" y="163"/>
                    <a:pt x="129" y="166"/>
                    <a:pt x="128" y="168"/>
                  </a:cubicBezTo>
                  <a:cubicBezTo>
                    <a:pt x="126" y="169"/>
                    <a:pt x="127" y="172"/>
                    <a:pt x="131" y="175"/>
                  </a:cubicBezTo>
                  <a:cubicBezTo>
                    <a:pt x="135" y="179"/>
                    <a:pt x="125" y="181"/>
                    <a:pt x="128" y="184"/>
                  </a:cubicBezTo>
                  <a:cubicBezTo>
                    <a:pt x="130" y="187"/>
                    <a:pt x="124" y="193"/>
                    <a:pt x="131" y="194"/>
                  </a:cubicBezTo>
                  <a:cubicBezTo>
                    <a:pt x="138" y="195"/>
                    <a:pt x="137" y="190"/>
                    <a:pt x="142" y="190"/>
                  </a:cubicBezTo>
                  <a:cubicBezTo>
                    <a:pt x="147" y="190"/>
                    <a:pt x="142" y="194"/>
                    <a:pt x="145" y="197"/>
                  </a:cubicBezTo>
                  <a:cubicBezTo>
                    <a:pt x="148" y="200"/>
                    <a:pt x="153" y="199"/>
                    <a:pt x="159" y="204"/>
                  </a:cubicBezTo>
                  <a:cubicBezTo>
                    <a:pt x="164" y="208"/>
                    <a:pt x="161" y="210"/>
                    <a:pt x="156" y="207"/>
                  </a:cubicBezTo>
                  <a:cubicBezTo>
                    <a:pt x="151" y="203"/>
                    <a:pt x="136" y="204"/>
                    <a:pt x="136" y="205"/>
                  </a:cubicBezTo>
                  <a:cubicBezTo>
                    <a:pt x="136" y="207"/>
                    <a:pt x="152" y="216"/>
                    <a:pt x="156" y="214"/>
                  </a:cubicBezTo>
                  <a:cubicBezTo>
                    <a:pt x="160" y="213"/>
                    <a:pt x="165" y="220"/>
                    <a:pt x="162" y="222"/>
                  </a:cubicBezTo>
                  <a:cubicBezTo>
                    <a:pt x="160" y="224"/>
                    <a:pt x="161" y="230"/>
                    <a:pt x="161" y="232"/>
                  </a:cubicBezTo>
                  <a:cubicBezTo>
                    <a:pt x="161" y="235"/>
                    <a:pt x="155" y="232"/>
                    <a:pt x="152" y="233"/>
                  </a:cubicBezTo>
                  <a:cubicBezTo>
                    <a:pt x="148" y="233"/>
                    <a:pt x="146" y="234"/>
                    <a:pt x="146" y="238"/>
                  </a:cubicBezTo>
                  <a:cubicBezTo>
                    <a:pt x="146" y="241"/>
                    <a:pt x="140" y="244"/>
                    <a:pt x="140" y="249"/>
                  </a:cubicBezTo>
                  <a:cubicBezTo>
                    <a:pt x="139" y="253"/>
                    <a:pt x="144" y="253"/>
                    <a:pt x="147" y="255"/>
                  </a:cubicBezTo>
                  <a:cubicBezTo>
                    <a:pt x="150" y="257"/>
                    <a:pt x="142" y="258"/>
                    <a:pt x="141" y="261"/>
                  </a:cubicBezTo>
                  <a:cubicBezTo>
                    <a:pt x="141" y="265"/>
                    <a:pt x="149" y="271"/>
                    <a:pt x="151" y="272"/>
                  </a:cubicBezTo>
                  <a:cubicBezTo>
                    <a:pt x="154" y="274"/>
                    <a:pt x="152" y="281"/>
                    <a:pt x="153" y="285"/>
                  </a:cubicBezTo>
                  <a:cubicBezTo>
                    <a:pt x="154" y="288"/>
                    <a:pt x="157" y="284"/>
                    <a:pt x="157" y="289"/>
                  </a:cubicBezTo>
                  <a:cubicBezTo>
                    <a:pt x="157" y="293"/>
                    <a:pt x="161" y="293"/>
                    <a:pt x="161" y="296"/>
                  </a:cubicBezTo>
                  <a:cubicBezTo>
                    <a:pt x="161" y="299"/>
                    <a:pt x="168" y="298"/>
                    <a:pt x="166" y="302"/>
                  </a:cubicBezTo>
                  <a:cubicBezTo>
                    <a:pt x="165" y="306"/>
                    <a:pt x="168" y="309"/>
                    <a:pt x="170" y="311"/>
                  </a:cubicBezTo>
                  <a:cubicBezTo>
                    <a:pt x="171" y="313"/>
                    <a:pt x="177" y="317"/>
                    <a:pt x="178" y="320"/>
                  </a:cubicBezTo>
                  <a:cubicBezTo>
                    <a:pt x="179" y="323"/>
                    <a:pt x="182" y="326"/>
                    <a:pt x="186" y="325"/>
                  </a:cubicBezTo>
                  <a:cubicBezTo>
                    <a:pt x="190" y="324"/>
                    <a:pt x="190" y="328"/>
                    <a:pt x="194" y="327"/>
                  </a:cubicBezTo>
                  <a:cubicBezTo>
                    <a:pt x="197" y="327"/>
                    <a:pt x="201" y="329"/>
                    <a:pt x="202" y="331"/>
                  </a:cubicBezTo>
                  <a:cubicBezTo>
                    <a:pt x="203" y="334"/>
                    <a:pt x="212" y="336"/>
                    <a:pt x="215" y="336"/>
                  </a:cubicBezTo>
                  <a:cubicBezTo>
                    <a:pt x="218" y="337"/>
                    <a:pt x="218" y="332"/>
                    <a:pt x="220" y="331"/>
                  </a:cubicBezTo>
                  <a:cubicBezTo>
                    <a:pt x="223" y="329"/>
                    <a:pt x="222" y="320"/>
                    <a:pt x="224" y="319"/>
                  </a:cubicBezTo>
                  <a:cubicBezTo>
                    <a:pt x="226" y="318"/>
                    <a:pt x="226" y="308"/>
                    <a:pt x="223" y="308"/>
                  </a:cubicBezTo>
                  <a:cubicBezTo>
                    <a:pt x="221" y="307"/>
                    <a:pt x="222" y="303"/>
                    <a:pt x="227" y="304"/>
                  </a:cubicBezTo>
                  <a:cubicBezTo>
                    <a:pt x="232" y="304"/>
                    <a:pt x="230" y="299"/>
                    <a:pt x="233" y="299"/>
                  </a:cubicBezTo>
                  <a:cubicBezTo>
                    <a:pt x="235" y="298"/>
                    <a:pt x="234" y="294"/>
                    <a:pt x="236" y="293"/>
                  </a:cubicBezTo>
                  <a:cubicBezTo>
                    <a:pt x="238" y="293"/>
                    <a:pt x="237" y="290"/>
                    <a:pt x="236" y="288"/>
                  </a:cubicBezTo>
                  <a:cubicBezTo>
                    <a:pt x="235" y="286"/>
                    <a:pt x="236" y="285"/>
                    <a:pt x="239" y="284"/>
                  </a:cubicBezTo>
                  <a:cubicBezTo>
                    <a:pt x="241" y="284"/>
                    <a:pt x="241" y="280"/>
                    <a:pt x="237" y="279"/>
                  </a:cubicBezTo>
                  <a:cubicBezTo>
                    <a:pt x="234" y="278"/>
                    <a:pt x="235" y="274"/>
                    <a:pt x="238" y="276"/>
                  </a:cubicBezTo>
                  <a:cubicBezTo>
                    <a:pt x="242" y="279"/>
                    <a:pt x="245" y="277"/>
                    <a:pt x="243" y="274"/>
                  </a:cubicBezTo>
                  <a:cubicBezTo>
                    <a:pt x="241" y="272"/>
                    <a:pt x="245" y="270"/>
                    <a:pt x="250" y="270"/>
                  </a:cubicBezTo>
                  <a:cubicBezTo>
                    <a:pt x="254" y="269"/>
                    <a:pt x="256" y="267"/>
                    <a:pt x="256" y="264"/>
                  </a:cubicBezTo>
                  <a:cubicBezTo>
                    <a:pt x="255" y="260"/>
                    <a:pt x="261" y="260"/>
                    <a:pt x="259" y="263"/>
                  </a:cubicBezTo>
                  <a:cubicBezTo>
                    <a:pt x="258" y="266"/>
                    <a:pt x="259" y="269"/>
                    <a:pt x="261" y="267"/>
                  </a:cubicBezTo>
                  <a:cubicBezTo>
                    <a:pt x="263" y="265"/>
                    <a:pt x="267" y="267"/>
                    <a:pt x="274" y="265"/>
                  </a:cubicBezTo>
                  <a:cubicBezTo>
                    <a:pt x="282" y="262"/>
                    <a:pt x="289" y="256"/>
                    <a:pt x="291" y="250"/>
                  </a:cubicBezTo>
                  <a:cubicBezTo>
                    <a:pt x="293" y="245"/>
                    <a:pt x="301" y="245"/>
                    <a:pt x="300" y="241"/>
                  </a:cubicBezTo>
                  <a:cubicBezTo>
                    <a:pt x="299" y="237"/>
                    <a:pt x="301" y="236"/>
                    <a:pt x="307" y="238"/>
                  </a:cubicBezTo>
                  <a:cubicBezTo>
                    <a:pt x="312" y="241"/>
                    <a:pt x="308" y="237"/>
                    <a:pt x="314" y="237"/>
                  </a:cubicBezTo>
                  <a:cubicBezTo>
                    <a:pt x="320" y="237"/>
                    <a:pt x="319" y="235"/>
                    <a:pt x="325" y="234"/>
                  </a:cubicBezTo>
                  <a:cubicBezTo>
                    <a:pt x="331" y="234"/>
                    <a:pt x="346" y="231"/>
                    <a:pt x="351" y="227"/>
                  </a:cubicBezTo>
                  <a:cubicBezTo>
                    <a:pt x="356" y="223"/>
                    <a:pt x="367" y="219"/>
                    <a:pt x="372" y="216"/>
                  </a:cubicBezTo>
                  <a:cubicBezTo>
                    <a:pt x="377" y="213"/>
                    <a:pt x="378" y="211"/>
                    <a:pt x="375" y="213"/>
                  </a:cubicBezTo>
                  <a:cubicBezTo>
                    <a:pt x="372" y="214"/>
                    <a:pt x="366" y="214"/>
                    <a:pt x="362" y="213"/>
                  </a:cubicBezTo>
                  <a:cubicBezTo>
                    <a:pt x="357" y="212"/>
                    <a:pt x="350" y="208"/>
                    <a:pt x="345" y="211"/>
                  </a:cubicBezTo>
                  <a:cubicBezTo>
                    <a:pt x="340" y="214"/>
                    <a:pt x="344" y="207"/>
                    <a:pt x="348" y="207"/>
                  </a:cubicBezTo>
                  <a:cubicBezTo>
                    <a:pt x="352" y="206"/>
                    <a:pt x="350" y="204"/>
                    <a:pt x="349" y="200"/>
                  </a:cubicBezTo>
                  <a:cubicBezTo>
                    <a:pt x="348" y="195"/>
                    <a:pt x="356" y="198"/>
                    <a:pt x="359" y="203"/>
                  </a:cubicBezTo>
                  <a:cubicBezTo>
                    <a:pt x="363" y="208"/>
                    <a:pt x="370" y="210"/>
                    <a:pt x="375" y="208"/>
                  </a:cubicBezTo>
                  <a:cubicBezTo>
                    <a:pt x="381" y="207"/>
                    <a:pt x="376" y="202"/>
                    <a:pt x="378" y="199"/>
                  </a:cubicBezTo>
                  <a:cubicBezTo>
                    <a:pt x="380" y="195"/>
                    <a:pt x="360" y="185"/>
                    <a:pt x="359" y="182"/>
                  </a:cubicBezTo>
                  <a:cubicBezTo>
                    <a:pt x="358" y="178"/>
                    <a:pt x="364" y="181"/>
                    <a:pt x="370" y="183"/>
                  </a:cubicBezTo>
                  <a:cubicBezTo>
                    <a:pt x="375" y="185"/>
                    <a:pt x="377" y="178"/>
                    <a:pt x="377" y="175"/>
                  </a:cubicBezTo>
                  <a:cubicBezTo>
                    <a:pt x="377" y="172"/>
                    <a:pt x="365" y="172"/>
                    <a:pt x="359" y="175"/>
                  </a:cubicBezTo>
                  <a:cubicBezTo>
                    <a:pt x="354" y="178"/>
                    <a:pt x="349" y="171"/>
                    <a:pt x="356" y="170"/>
                  </a:cubicBezTo>
                  <a:cubicBezTo>
                    <a:pt x="363" y="170"/>
                    <a:pt x="357" y="167"/>
                    <a:pt x="359" y="164"/>
                  </a:cubicBezTo>
                  <a:cubicBezTo>
                    <a:pt x="361" y="162"/>
                    <a:pt x="370" y="171"/>
                    <a:pt x="375" y="169"/>
                  </a:cubicBezTo>
                  <a:cubicBezTo>
                    <a:pt x="380" y="168"/>
                    <a:pt x="383" y="169"/>
                    <a:pt x="387" y="166"/>
                  </a:cubicBezTo>
                  <a:cubicBezTo>
                    <a:pt x="391" y="163"/>
                    <a:pt x="380" y="160"/>
                    <a:pt x="378" y="157"/>
                  </a:cubicBezTo>
                  <a:cubicBezTo>
                    <a:pt x="375" y="154"/>
                    <a:pt x="390" y="155"/>
                    <a:pt x="394" y="155"/>
                  </a:cubicBezTo>
                  <a:cubicBezTo>
                    <a:pt x="398" y="156"/>
                    <a:pt x="399" y="149"/>
                    <a:pt x="396" y="150"/>
                  </a:cubicBezTo>
                  <a:cubicBezTo>
                    <a:pt x="392" y="152"/>
                    <a:pt x="380" y="146"/>
                    <a:pt x="383" y="142"/>
                  </a:cubicBezTo>
                  <a:cubicBezTo>
                    <a:pt x="385" y="138"/>
                    <a:pt x="390" y="143"/>
                    <a:pt x="395" y="140"/>
                  </a:cubicBezTo>
                  <a:cubicBezTo>
                    <a:pt x="401" y="137"/>
                    <a:pt x="396" y="127"/>
                    <a:pt x="392" y="127"/>
                  </a:cubicBezTo>
                  <a:cubicBezTo>
                    <a:pt x="388" y="127"/>
                    <a:pt x="379" y="125"/>
                    <a:pt x="379" y="123"/>
                  </a:cubicBezTo>
                  <a:cubicBezTo>
                    <a:pt x="379" y="121"/>
                    <a:pt x="371" y="120"/>
                    <a:pt x="373" y="118"/>
                  </a:cubicBezTo>
                  <a:cubicBezTo>
                    <a:pt x="376" y="116"/>
                    <a:pt x="378" y="120"/>
                    <a:pt x="383" y="116"/>
                  </a:cubicBezTo>
                  <a:cubicBezTo>
                    <a:pt x="388" y="113"/>
                    <a:pt x="399" y="117"/>
                    <a:pt x="403" y="116"/>
                  </a:cubicBezTo>
                  <a:cubicBezTo>
                    <a:pt x="408" y="116"/>
                    <a:pt x="401" y="107"/>
                    <a:pt x="399" y="109"/>
                  </a:cubicBezTo>
                  <a:cubicBezTo>
                    <a:pt x="396" y="110"/>
                    <a:pt x="387" y="111"/>
                    <a:pt x="387" y="106"/>
                  </a:cubicBezTo>
                  <a:cubicBezTo>
                    <a:pt x="386" y="101"/>
                    <a:pt x="395" y="106"/>
                    <a:pt x="397" y="104"/>
                  </a:cubicBezTo>
                  <a:cubicBezTo>
                    <a:pt x="398" y="102"/>
                    <a:pt x="384" y="96"/>
                    <a:pt x="382" y="101"/>
                  </a:cubicBezTo>
                  <a:cubicBezTo>
                    <a:pt x="380" y="105"/>
                    <a:pt x="372" y="104"/>
                    <a:pt x="376" y="101"/>
                  </a:cubicBezTo>
                  <a:cubicBezTo>
                    <a:pt x="380" y="98"/>
                    <a:pt x="381" y="91"/>
                    <a:pt x="381" y="87"/>
                  </a:cubicBezTo>
                  <a:cubicBezTo>
                    <a:pt x="380" y="84"/>
                    <a:pt x="395" y="83"/>
                    <a:pt x="394" y="77"/>
                  </a:cubicBezTo>
                  <a:cubicBezTo>
                    <a:pt x="392" y="71"/>
                    <a:pt x="401" y="70"/>
                    <a:pt x="406" y="70"/>
                  </a:cubicBezTo>
                  <a:cubicBezTo>
                    <a:pt x="411" y="70"/>
                    <a:pt x="406" y="63"/>
                    <a:pt x="401" y="64"/>
                  </a:cubicBezTo>
                  <a:cubicBezTo>
                    <a:pt x="396" y="65"/>
                    <a:pt x="391" y="70"/>
                    <a:pt x="389" y="68"/>
                  </a:cubicBezTo>
                  <a:cubicBezTo>
                    <a:pt x="386" y="66"/>
                    <a:pt x="394" y="62"/>
                    <a:pt x="399" y="62"/>
                  </a:cubicBezTo>
                  <a:cubicBezTo>
                    <a:pt x="403" y="62"/>
                    <a:pt x="413" y="61"/>
                    <a:pt x="417" y="59"/>
                  </a:cubicBezTo>
                  <a:cubicBezTo>
                    <a:pt x="421" y="57"/>
                    <a:pt x="411" y="55"/>
                    <a:pt x="404" y="56"/>
                  </a:cubicBezTo>
                  <a:cubicBezTo>
                    <a:pt x="397" y="57"/>
                    <a:pt x="397" y="54"/>
                    <a:pt x="407" y="54"/>
                  </a:cubicBezTo>
                  <a:cubicBezTo>
                    <a:pt x="418" y="53"/>
                    <a:pt x="416" y="51"/>
                    <a:pt x="423" y="50"/>
                  </a:cubicBezTo>
                  <a:cubicBezTo>
                    <a:pt x="431" y="49"/>
                    <a:pt x="428" y="46"/>
                    <a:pt x="433" y="46"/>
                  </a:cubicBezTo>
                  <a:cubicBezTo>
                    <a:pt x="437" y="46"/>
                    <a:pt x="449" y="41"/>
                    <a:pt x="449" y="39"/>
                  </a:cubicBezTo>
                  <a:cubicBezTo>
                    <a:pt x="449" y="36"/>
                    <a:pt x="432" y="31"/>
                    <a:pt x="424" y="3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4" name="Freeform 1452">
              <a:extLst>
                <a:ext uri="{FF2B5EF4-FFF2-40B4-BE49-F238E27FC236}">
                  <a16:creationId xmlns:a16="http://schemas.microsoft.com/office/drawing/2014/main" id="{0A9FFE8F-77B7-77DA-4DF0-2564A225F0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794149" y="1161993"/>
              <a:ext cx="2452494" cy="1885853"/>
            </a:xfrm>
            <a:custGeom>
              <a:avLst/>
              <a:gdLst>
                <a:gd name="T0" fmla="*/ 200 w 654"/>
                <a:gd name="T1" fmla="*/ 301 h 503"/>
                <a:gd name="T2" fmla="*/ 138 w 654"/>
                <a:gd name="T3" fmla="*/ 259 h 503"/>
                <a:gd name="T4" fmla="*/ 571 w 654"/>
                <a:gd name="T5" fmla="*/ 470 h 503"/>
                <a:gd name="T6" fmla="*/ 608 w 654"/>
                <a:gd name="T7" fmla="*/ 420 h 503"/>
                <a:gd name="T8" fmla="*/ 617 w 654"/>
                <a:gd name="T9" fmla="*/ 387 h 503"/>
                <a:gd name="T10" fmla="*/ 565 w 654"/>
                <a:gd name="T11" fmla="*/ 324 h 503"/>
                <a:gd name="T12" fmla="*/ 524 w 654"/>
                <a:gd name="T13" fmla="*/ 318 h 503"/>
                <a:gd name="T14" fmla="*/ 464 w 654"/>
                <a:gd name="T15" fmla="*/ 318 h 503"/>
                <a:gd name="T16" fmla="*/ 460 w 654"/>
                <a:gd name="T17" fmla="*/ 416 h 503"/>
                <a:gd name="T18" fmla="*/ 386 w 654"/>
                <a:gd name="T19" fmla="*/ 363 h 503"/>
                <a:gd name="T20" fmla="*/ 363 w 654"/>
                <a:gd name="T21" fmla="*/ 296 h 503"/>
                <a:gd name="T22" fmla="*/ 401 w 654"/>
                <a:gd name="T23" fmla="*/ 254 h 503"/>
                <a:gd name="T24" fmla="*/ 439 w 654"/>
                <a:gd name="T25" fmla="*/ 220 h 503"/>
                <a:gd name="T26" fmla="*/ 393 w 654"/>
                <a:gd name="T27" fmla="*/ 240 h 503"/>
                <a:gd name="T28" fmla="*/ 366 w 654"/>
                <a:gd name="T29" fmla="*/ 205 h 503"/>
                <a:gd name="T30" fmla="*/ 340 w 654"/>
                <a:gd name="T31" fmla="*/ 156 h 503"/>
                <a:gd name="T32" fmla="*/ 347 w 654"/>
                <a:gd name="T33" fmla="*/ 221 h 503"/>
                <a:gd name="T34" fmla="*/ 337 w 654"/>
                <a:gd name="T35" fmla="*/ 216 h 503"/>
                <a:gd name="T36" fmla="*/ 266 w 654"/>
                <a:gd name="T37" fmla="*/ 229 h 503"/>
                <a:gd name="T38" fmla="*/ 226 w 654"/>
                <a:gd name="T39" fmla="*/ 235 h 503"/>
                <a:gd name="T40" fmla="*/ 101 w 654"/>
                <a:gd name="T41" fmla="*/ 201 h 503"/>
                <a:gd name="T42" fmla="*/ 54 w 654"/>
                <a:gd name="T43" fmla="*/ 216 h 503"/>
                <a:gd name="T44" fmla="*/ 28 w 654"/>
                <a:gd name="T45" fmla="*/ 339 h 503"/>
                <a:gd name="T46" fmla="*/ 97 w 654"/>
                <a:gd name="T47" fmla="*/ 408 h 503"/>
                <a:gd name="T48" fmla="*/ 350 w 654"/>
                <a:gd name="T49" fmla="*/ 446 h 503"/>
                <a:gd name="T50" fmla="*/ 437 w 654"/>
                <a:gd name="T51" fmla="*/ 486 h 503"/>
                <a:gd name="T52" fmla="*/ 512 w 654"/>
                <a:gd name="T53" fmla="*/ 478 h 503"/>
                <a:gd name="T54" fmla="*/ 588 w 654"/>
                <a:gd name="T55" fmla="*/ 477 h 503"/>
                <a:gd name="T56" fmla="*/ 630 w 654"/>
                <a:gd name="T57" fmla="*/ 433 h 503"/>
                <a:gd name="T58" fmla="*/ 642 w 654"/>
                <a:gd name="T59" fmla="*/ 458 h 503"/>
                <a:gd name="T60" fmla="*/ 476 w 654"/>
                <a:gd name="T61" fmla="*/ 229 h 503"/>
                <a:gd name="T62" fmla="*/ 540 w 654"/>
                <a:gd name="T63" fmla="*/ 214 h 503"/>
                <a:gd name="T64" fmla="*/ 461 w 654"/>
                <a:gd name="T65" fmla="*/ 177 h 503"/>
                <a:gd name="T66" fmla="*/ 385 w 654"/>
                <a:gd name="T67" fmla="*/ 163 h 503"/>
                <a:gd name="T68" fmla="*/ 471 w 654"/>
                <a:gd name="T69" fmla="*/ 210 h 503"/>
                <a:gd name="T70" fmla="*/ 465 w 654"/>
                <a:gd name="T71" fmla="*/ 277 h 503"/>
                <a:gd name="T72" fmla="*/ 543 w 654"/>
                <a:gd name="T73" fmla="*/ 253 h 503"/>
                <a:gd name="T74" fmla="*/ 423 w 654"/>
                <a:gd name="T75" fmla="*/ 303 h 503"/>
                <a:gd name="T76" fmla="*/ 431 w 654"/>
                <a:gd name="T77" fmla="*/ 47 h 503"/>
                <a:gd name="T78" fmla="*/ 418 w 654"/>
                <a:gd name="T79" fmla="*/ 101 h 503"/>
                <a:gd name="T80" fmla="*/ 441 w 654"/>
                <a:gd name="T81" fmla="*/ 105 h 503"/>
                <a:gd name="T82" fmla="*/ 560 w 654"/>
                <a:gd name="T83" fmla="*/ 28 h 503"/>
                <a:gd name="T84" fmla="*/ 447 w 654"/>
                <a:gd name="T85" fmla="*/ 8 h 503"/>
                <a:gd name="T86" fmla="*/ 346 w 654"/>
                <a:gd name="T87" fmla="*/ 76 h 503"/>
                <a:gd name="T88" fmla="*/ 347 w 654"/>
                <a:gd name="T89" fmla="*/ 39 h 503"/>
                <a:gd name="T90" fmla="*/ 427 w 654"/>
                <a:gd name="T91" fmla="*/ 141 h 503"/>
                <a:gd name="T92" fmla="*/ 321 w 654"/>
                <a:gd name="T93" fmla="*/ 185 h 503"/>
                <a:gd name="T94" fmla="*/ 349 w 654"/>
                <a:gd name="T95" fmla="*/ 143 h 503"/>
                <a:gd name="T96" fmla="*/ 299 w 654"/>
                <a:gd name="T97" fmla="*/ 110 h 503"/>
                <a:gd name="T98" fmla="*/ 276 w 654"/>
                <a:gd name="T99" fmla="*/ 136 h 503"/>
                <a:gd name="T100" fmla="*/ 309 w 654"/>
                <a:gd name="T101" fmla="*/ 91 h 503"/>
                <a:gd name="T102" fmla="*/ 225 w 654"/>
                <a:gd name="T103" fmla="*/ 90 h 503"/>
                <a:gd name="T104" fmla="*/ 185 w 654"/>
                <a:gd name="T105" fmla="*/ 136 h 503"/>
                <a:gd name="T106" fmla="*/ 230 w 654"/>
                <a:gd name="T107" fmla="*/ 123 h 503"/>
                <a:gd name="T108" fmla="*/ 172 w 654"/>
                <a:gd name="T109" fmla="*/ 116 h 503"/>
                <a:gd name="T110" fmla="*/ 286 w 654"/>
                <a:gd name="T111" fmla="*/ 209 h 503"/>
                <a:gd name="T112" fmla="*/ 225 w 654"/>
                <a:gd name="T113" fmla="*/ 167 h 503"/>
                <a:gd name="T114" fmla="*/ 169 w 654"/>
                <a:gd name="T115" fmla="*/ 195 h 503"/>
                <a:gd name="T116" fmla="*/ 279 w 654"/>
                <a:gd name="T117" fmla="*/ 214 h 503"/>
                <a:gd name="T118" fmla="*/ 123 w 654"/>
                <a:gd name="T119" fmla="*/ 147 h 503"/>
                <a:gd name="T120" fmla="*/ 114 w 654"/>
                <a:gd name="T121" fmla="*/ 441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4" h="503">
                  <a:moveTo>
                    <a:pt x="327" y="427"/>
                  </a:moveTo>
                  <a:cubicBezTo>
                    <a:pt x="324" y="427"/>
                    <a:pt x="328" y="417"/>
                    <a:pt x="321" y="414"/>
                  </a:cubicBezTo>
                  <a:cubicBezTo>
                    <a:pt x="313" y="410"/>
                    <a:pt x="310" y="402"/>
                    <a:pt x="310" y="397"/>
                  </a:cubicBezTo>
                  <a:cubicBezTo>
                    <a:pt x="310" y="393"/>
                    <a:pt x="317" y="391"/>
                    <a:pt x="319" y="395"/>
                  </a:cubicBezTo>
                  <a:cubicBezTo>
                    <a:pt x="322" y="398"/>
                    <a:pt x="326" y="411"/>
                    <a:pt x="328" y="415"/>
                  </a:cubicBezTo>
                  <a:cubicBezTo>
                    <a:pt x="330" y="420"/>
                    <a:pt x="330" y="426"/>
                    <a:pt x="327" y="427"/>
                  </a:cubicBezTo>
                  <a:moveTo>
                    <a:pt x="214" y="308"/>
                  </a:moveTo>
                  <a:cubicBezTo>
                    <a:pt x="209" y="313"/>
                    <a:pt x="209" y="312"/>
                    <a:pt x="205" y="312"/>
                  </a:cubicBezTo>
                  <a:cubicBezTo>
                    <a:pt x="201" y="313"/>
                    <a:pt x="204" y="318"/>
                    <a:pt x="199" y="318"/>
                  </a:cubicBezTo>
                  <a:cubicBezTo>
                    <a:pt x="193" y="318"/>
                    <a:pt x="181" y="319"/>
                    <a:pt x="179" y="316"/>
                  </a:cubicBezTo>
                  <a:cubicBezTo>
                    <a:pt x="178" y="315"/>
                    <a:pt x="186" y="316"/>
                    <a:pt x="186" y="313"/>
                  </a:cubicBezTo>
                  <a:cubicBezTo>
                    <a:pt x="187" y="311"/>
                    <a:pt x="189" y="308"/>
                    <a:pt x="192" y="308"/>
                  </a:cubicBezTo>
                  <a:cubicBezTo>
                    <a:pt x="195" y="308"/>
                    <a:pt x="195" y="304"/>
                    <a:pt x="190" y="301"/>
                  </a:cubicBezTo>
                  <a:cubicBezTo>
                    <a:pt x="185" y="298"/>
                    <a:pt x="197" y="297"/>
                    <a:pt x="200" y="301"/>
                  </a:cubicBezTo>
                  <a:cubicBezTo>
                    <a:pt x="203" y="305"/>
                    <a:pt x="209" y="308"/>
                    <a:pt x="212" y="305"/>
                  </a:cubicBezTo>
                  <a:cubicBezTo>
                    <a:pt x="215" y="302"/>
                    <a:pt x="232" y="294"/>
                    <a:pt x="232" y="298"/>
                  </a:cubicBezTo>
                  <a:cubicBezTo>
                    <a:pt x="232" y="301"/>
                    <a:pt x="219" y="304"/>
                    <a:pt x="214" y="308"/>
                  </a:cubicBezTo>
                  <a:moveTo>
                    <a:pt x="173" y="256"/>
                  </a:moveTo>
                  <a:cubicBezTo>
                    <a:pt x="169" y="261"/>
                    <a:pt x="167" y="262"/>
                    <a:pt x="163" y="261"/>
                  </a:cubicBezTo>
                  <a:cubicBezTo>
                    <a:pt x="158" y="261"/>
                    <a:pt x="156" y="263"/>
                    <a:pt x="158" y="264"/>
                  </a:cubicBezTo>
                  <a:cubicBezTo>
                    <a:pt x="160" y="266"/>
                    <a:pt x="160" y="267"/>
                    <a:pt x="156" y="268"/>
                  </a:cubicBezTo>
                  <a:cubicBezTo>
                    <a:pt x="151" y="269"/>
                    <a:pt x="148" y="273"/>
                    <a:pt x="146" y="272"/>
                  </a:cubicBezTo>
                  <a:cubicBezTo>
                    <a:pt x="145" y="272"/>
                    <a:pt x="154" y="265"/>
                    <a:pt x="152" y="263"/>
                  </a:cubicBezTo>
                  <a:cubicBezTo>
                    <a:pt x="149" y="262"/>
                    <a:pt x="143" y="266"/>
                    <a:pt x="143" y="269"/>
                  </a:cubicBezTo>
                  <a:cubicBezTo>
                    <a:pt x="143" y="271"/>
                    <a:pt x="139" y="271"/>
                    <a:pt x="136" y="271"/>
                  </a:cubicBezTo>
                  <a:cubicBezTo>
                    <a:pt x="134" y="271"/>
                    <a:pt x="131" y="268"/>
                    <a:pt x="133" y="268"/>
                  </a:cubicBezTo>
                  <a:cubicBezTo>
                    <a:pt x="136" y="268"/>
                    <a:pt x="134" y="265"/>
                    <a:pt x="137" y="264"/>
                  </a:cubicBezTo>
                  <a:cubicBezTo>
                    <a:pt x="141" y="263"/>
                    <a:pt x="137" y="261"/>
                    <a:pt x="138" y="259"/>
                  </a:cubicBezTo>
                  <a:cubicBezTo>
                    <a:pt x="139" y="258"/>
                    <a:pt x="146" y="261"/>
                    <a:pt x="146" y="258"/>
                  </a:cubicBezTo>
                  <a:cubicBezTo>
                    <a:pt x="146" y="255"/>
                    <a:pt x="139" y="253"/>
                    <a:pt x="137" y="255"/>
                  </a:cubicBezTo>
                  <a:cubicBezTo>
                    <a:pt x="134" y="256"/>
                    <a:pt x="129" y="260"/>
                    <a:pt x="122" y="257"/>
                  </a:cubicBezTo>
                  <a:cubicBezTo>
                    <a:pt x="120" y="256"/>
                    <a:pt x="139" y="254"/>
                    <a:pt x="142" y="251"/>
                  </a:cubicBezTo>
                  <a:cubicBezTo>
                    <a:pt x="145" y="249"/>
                    <a:pt x="159" y="245"/>
                    <a:pt x="160" y="248"/>
                  </a:cubicBezTo>
                  <a:cubicBezTo>
                    <a:pt x="161" y="251"/>
                    <a:pt x="152" y="252"/>
                    <a:pt x="156" y="255"/>
                  </a:cubicBezTo>
                  <a:cubicBezTo>
                    <a:pt x="161" y="257"/>
                    <a:pt x="167" y="255"/>
                    <a:pt x="169" y="253"/>
                  </a:cubicBezTo>
                  <a:cubicBezTo>
                    <a:pt x="170" y="250"/>
                    <a:pt x="177" y="251"/>
                    <a:pt x="173" y="256"/>
                  </a:cubicBezTo>
                  <a:moveTo>
                    <a:pt x="596" y="467"/>
                  </a:moveTo>
                  <a:cubicBezTo>
                    <a:pt x="594" y="467"/>
                    <a:pt x="596" y="464"/>
                    <a:pt x="596" y="462"/>
                  </a:cubicBezTo>
                  <a:cubicBezTo>
                    <a:pt x="597" y="460"/>
                    <a:pt x="591" y="463"/>
                    <a:pt x="591" y="465"/>
                  </a:cubicBezTo>
                  <a:cubicBezTo>
                    <a:pt x="591" y="467"/>
                    <a:pt x="587" y="468"/>
                    <a:pt x="587" y="469"/>
                  </a:cubicBezTo>
                  <a:cubicBezTo>
                    <a:pt x="587" y="473"/>
                    <a:pt x="587" y="471"/>
                    <a:pt x="584" y="472"/>
                  </a:cubicBezTo>
                  <a:cubicBezTo>
                    <a:pt x="582" y="474"/>
                    <a:pt x="572" y="472"/>
                    <a:pt x="571" y="470"/>
                  </a:cubicBezTo>
                  <a:cubicBezTo>
                    <a:pt x="571" y="468"/>
                    <a:pt x="564" y="467"/>
                    <a:pt x="563" y="464"/>
                  </a:cubicBezTo>
                  <a:cubicBezTo>
                    <a:pt x="563" y="460"/>
                    <a:pt x="559" y="460"/>
                    <a:pt x="562" y="456"/>
                  </a:cubicBezTo>
                  <a:cubicBezTo>
                    <a:pt x="565" y="453"/>
                    <a:pt x="562" y="451"/>
                    <a:pt x="559" y="454"/>
                  </a:cubicBezTo>
                  <a:cubicBezTo>
                    <a:pt x="556" y="456"/>
                    <a:pt x="555" y="452"/>
                    <a:pt x="558" y="451"/>
                  </a:cubicBezTo>
                  <a:cubicBezTo>
                    <a:pt x="562" y="449"/>
                    <a:pt x="569" y="448"/>
                    <a:pt x="566" y="441"/>
                  </a:cubicBezTo>
                  <a:cubicBezTo>
                    <a:pt x="562" y="435"/>
                    <a:pt x="540" y="443"/>
                    <a:pt x="534" y="446"/>
                  </a:cubicBezTo>
                  <a:cubicBezTo>
                    <a:pt x="528" y="450"/>
                    <a:pt x="521" y="460"/>
                    <a:pt x="518" y="460"/>
                  </a:cubicBezTo>
                  <a:cubicBezTo>
                    <a:pt x="515" y="460"/>
                    <a:pt x="523" y="455"/>
                    <a:pt x="525" y="453"/>
                  </a:cubicBezTo>
                  <a:cubicBezTo>
                    <a:pt x="526" y="450"/>
                    <a:pt x="524" y="448"/>
                    <a:pt x="526" y="449"/>
                  </a:cubicBezTo>
                  <a:cubicBezTo>
                    <a:pt x="528" y="450"/>
                    <a:pt x="533" y="442"/>
                    <a:pt x="536" y="439"/>
                  </a:cubicBezTo>
                  <a:cubicBezTo>
                    <a:pt x="540" y="437"/>
                    <a:pt x="544" y="439"/>
                    <a:pt x="544" y="437"/>
                  </a:cubicBezTo>
                  <a:cubicBezTo>
                    <a:pt x="544" y="435"/>
                    <a:pt x="546" y="434"/>
                    <a:pt x="549" y="431"/>
                  </a:cubicBezTo>
                  <a:cubicBezTo>
                    <a:pt x="553" y="428"/>
                    <a:pt x="592" y="428"/>
                    <a:pt x="595" y="428"/>
                  </a:cubicBezTo>
                  <a:cubicBezTo>
                    <a:pt x="599" y="429"/>
                    <a:pt x="606" y="424"/>
                    <a:pt x="608" y="420"/>
                  </a:cubicBezTo>
                  <a:cubicBezTo>
                    <a:pt x="611" y="417"/>
                    <a:pt x="613" y="417"/>
                    <a:pt x="619" y="417"/>
                  </a:cubicBezTo>
                  <a:cubicBezTo>
                    <a:pt x="624" y="418"/>
                    <a:pt x="626" y="413"/>
                    <a:pt x="629" y="411"/>
                  </a:cubicBezTo>
                  <a:cubicBezTo>
                    <a:pt x="631" y="409"/>
                    <a:pt x="630" y="409"/>
                    <a:pt x="628" y="408"/>
                  </a:cubicBezTo>
                  <a:cubicBezTo>
                    <a:pt x="626" y="408"/>
                    <a:pt x="624" y="406"/>
                    <a:pt x="626" y="406"/>
                  </a:cubicBezTo>
                  <a:cubicBezTo>
                    <a:pt x="628" y="406"/>
                    <a:pt x="629" y="404"/>
                    <a:pt x="630" y="402"/>
                  </a:cubicBezTo>
                  <a:cubicBezTo>
                    <a:pt x="631" y="399"/>
                    <a:pt x="630" y="400"/>
                    <a:pt x="626" y="396"/>
                  </a:cubicBezTo>
                  <a:cubicBezTo>
                    <a:pt x="623" y="392"/>
                    <a:pt x="622" y="397"/>
                    <a:pt x="619" y="397"/>
                  </a:cubicBezTo>
                  <a:cubicBezTo>
                    <a:pt x="616" y="396"/>
                    <a:pt x="621" y="393"/>
                    <a:pt x="618" y="391"/>
                  </a:cubicBezTo>
                  <a:cubicBezTo>
                    <a:pt x="616" y="389"/>
                    <a:pt x="611" y="390"/>
                    <a:pt x="607" y="394"/>
                  </a:cubicBezTo>
                  <a:cubicBezTo>
                    <a:pt x="603" y="397"/>
                    <a:pt x="603" y="394"/>
                    <a:pt x="600" y="397"/>
                  </a:cubicBezTo>
                  <a:cubicBezTo>
                    <a:pt x="596" y="400"/>
                    <a:pt x="596" y="395"/>
                    <a:pt x="598" y="394"/>
                  </a:cubicBezTo>
                  <a:cubicBezTo>
                    <a:pt x="600" y="393"/>
                    <a:pt x="601" y="394"/>
                    <a:pt x="602" y="392"/>
                  </a:cubicBezTo>
                  <a:cubicBezTo>
                    <a:pt x="604" y="390"/>
                    <a:pt x="605" y="392"/>
                    <a:pt x="609" y="390"/>
                  </a:cubicBezTo>
                  <a:cubicBezTo>
                    <a:pt x="613" y="387"/>
                    <a:pt x="616" y="388"/>
                    <a:pt x="617" y="387"/>
                  </a:cubicBezTo>
                  <a:cubicBezTo>
                    <a:pt x="618" y="385"/>
                    <a:pt x="615" y="382"/>
                    <a:pt x="612" y="383"/>
                  </a:cubicBezTo>
                  <a:cubicBezTo>
                    <a:pt x="608" y="384"/>
                    <a:pt x="606" y="378"/>
                    <a:pt x="603" y="380"/>
                  </a:cubicBezTo>
                  <a:cubicBezTo>
                    <a:pt x="601" y="382"/>
                    <a:pt x="602" y="377"/>
                    <a:pt x="599" y="379"/>
                  </a:cubicBezTo>
                  <a:cubicBezTo>
                    <a:pt x="596" y="381"/>
                    <a:pt x="595" y="379"/>
                    <a:pt x="594" y="375"/>
                  </a:cubicBezTo>
                  <a:cubicBezTo>
                    <a:pt x="593" y="372"/>
                    <a:pt x="586" y="367"/>
                    <a:pt x="581" y="366"/>
                  </a:cubicBezTo>
                  <a:cubicBezTo>
                    <a:pt x="577" y="365"/>
                    <a:pt x="580" y="362"/>
                    <a:pt x="582" y="364"/>
                  </a:cubicBezTo>
                  <a:cubicBezTo>
                    <a:pt x="585" y="366"/>
                    <a:pt x="587" y="362"/>
                    <a:pt x="588" y="361"/>
                  </a:cubicBezTo>
                  <a:cubicBezTo>
                    <a:pt x="589" y="359"/>
                    <a:pt x="586" y="358"/>
                    <a:pt x="585" y="358"/>
                  </a:cubicBezTo>
                  <a:cubicBezTo>
                    <a:pt x="584" y="357"/>
                    <a:pt x="584" y="355"/>
                    <a:pt x="584" y="354"/>
                  </a:cubicBezTo>
                  <a:cubicBezTo>
                    <a:pt x="585" y="352"/>
                    <a:pt x="580" y="350"/>
                    <a:pt x="579" y="348"/>
                  </a:cubicBezTo>
                  <a:cubicBezTo>
                    <a:pt x="579" y="347"/>
                    <a:pt x="577" y="346"/>
                    <a:pt x="577" y="344"/>
                  </a:cubicBezTo>
                  <a:cubicBezTo>
                    <a:pt x="577" y="343"/>
                    <a:pt x="574" y="340"/>
                    <a:pt x="574" y="339"/>
                  </a:cubicBezTo>
                  <a:cubicBezTo>
                    <a:pt x="574" y="337"/>
                    <a:pt x="569" y="333"/>
                    <a:pt x="569" y="330"/>
                  </a:cubicBezTo>
                  <a:cubicBezTo>
                    <a:pt x="569" y="328"/>
                    <a:pt x="566" y="326"/>
                    <a:pt x="565" y="324"/>
                  </a:cubicBezTo>
                  <a:cubicBezTo>
                    <a:pt x="564" y="321"/>
                    <a:pt x="563" y="322"/>
                    <a:pt x="562" y="326"/>
                  </a:cubicBezTo>
                  <a:cubicBezTo>
                    <a:pt x="561" y="330"/>
                    <a:pt x="558" y="330"/>
                    <a:pt x="558" y="331"/>
                  </a:cubicBezTo>
                  <a:cubicBezTo>
                    <a:pt x="560" y="334"/>
                    <a:pt x="559" y="334"/>
                    <a:pt x="558" y="336"/>
                  </a:cubicBezTo>
                  <a:cubicBezTo>
                    <a:pt x="556" y="337"/>
                    <a:pt x="558" y="340"/>
                    <a:pt x="556" y="340"/>
                  </a:cubicBezTo>
                  <a:cubicBezTo>
                    <a:pt x="554" y="340"/>
                    <a:pt x="555" y="345"/>
                    <a:pt x="553" y="342"/>
                  </a:cubicBezTo>
                  <a:cubicBezTo>
                    <a:pt x="552" y="340"/>
                    <a:pt x="549" y="341"/>
                    <a:pt x="549" y="343"/>
                  </a:cubicBezTo>
                  <a:cubicBezTo>
                    <a:pt x="549" y="345"/>
                    <a:pt x="544" y="347"/>
                    <a:pt x="542" y="347"/>
                  </a:cubicBezTo>
                  <a:cubicBezTo>
                    <a:pt x="540" y="347"/>
                    <a:pt x="540" y="343"/>
                    <a:pt x="538" y="344"/>
                  </a:cubicBezTo>
                  <a:cubicBezTo>
                    <a:pt x="536" y="345"/>
                    <a:pt x="536" y="340"/>
                    <a:pt x="534" y="340"/>
                  </a:cubicBezTo>
                  <a:cubicBezTo>
                    <a:pt x="531" y="341"/>
                    <a:pt x="529" y="340"/>
                    <a:pt x="530" y="338"/>
                  </a:cubicBezTo>
                  <a:cubicBezTo>
                    <a:pt x="530" y="335"/>
                    <a:pt x="525" y="334"/>
                    <a:pt x="527" y="333"/>
                  </a:cubicBezTo>
                  <a:cubicBezTo>
                    <a:pt x="529" y="331"/>
                    <a:pt x="526" y="329"/>
                    <a:pt x="526" y="325"/>
                  </a:cubicBezTo>
                  <a:cubicBezTo>
                    <a:pt x="526" y="320"/>
                    <a:pt x="528" y="320"/>
                    <a:pt x="528" y="318"/>
                  </a:cubicBezTo>
                  <a:cubicBezTo>
                    <a:pt x="528" y="317"/>
                    <a:pt x="526" y="317"/>
                    <a:pt x="524" y="318"/>
                  </a:cubicBezTo>
                  <a:cubicBezTo>
                    <a:pt x="523" y="319"/>
                    <a:pt x="523" y="316"/>
                    <a:pt x="520" y="316"/>
                  </a:cubicBezTo>
                  <a:cubicBezTo>
                    <a:pt x="518" y="317"/>
                    <a:pt x="512" y="316"/>
                    <a:pt x="512" y="313"/>
                  </a:cubicBezTo>
                  <a:cubicBezTo>
                    <a:pt x="511" y="310"/>
                    <a:pt x="509" y="312"/>
                    <a:pt x="508" y="309"/>
                  </a:cubicBezTo>
                  <a:cubicBezTo>
                    <a:pt x="507" y="306"/>
                    <a:pt x="505" y="308"/>
                    <a:pt x="505" y="306"/>
                  </a:cubicBezTo>
                  <a:cubicBezTo>
                    <a:pt x="505" y="305"/>
                    <a:pt x="503" y="304"/>
                    <a:pt x="502" y="304"/>
                  </a:cubicBezTo>
                  <a:cubicBezTo>
                    <a:pt x="500" y="303"/>
                    <a:pt x="499" y="301"/>
                    <a:pt x="496" y="301"/>
                  </a:cubicBezTo>
                  <a:cubicBezTo>
                    <a:pt x="494" y="301"/>
                    <a:pt x="490" y="303"/>
                    <a:pt x="489" y="303"/>
                  </a:cubicBezTo>
                  <a:cubicBezTo>
                    <a:pt x="488" y="304"/>
                    <a:pt x="484" y="301"/>
                    <a:pt x="482" y="302"/>
                  </a:cubicBezTo>
                  <a:cubicBezTo>
                    <a:pt x="481" y="303"/>
                    <a:pt x="481" y="301"/>
                    <a:pt x="476" y="300"/>
                  </a:cubicBezTo>
                  <a:cubicBezTo>
                    <a:pt x="472" y="299"/>
                    <a:pt x="467" y="299"/>
                    <a:pt x="467" y="300"/>
                  </a:cubicBezTo>
                  <a:cubicBezTo>
                    <a:pt x="466" y="302"/>
                    <a:pt x="463" y="302"/>
                    <a:pt x="464" y="306"/>
                  </a:cubicBezTo>
                  <a:cubicBezTo>
                    <a:pt x="464" y="309"/>
                    <a:pt x="468" y="308"/>
                    <a:pt x="468" y="311"/>
                  </a:cubicBezTo>
                  <a:cubicBezTo>
                    <a:pt x="469" y="313"/>
                    <a:pt x="467" y="312"/>
                    <a:pt x="467" y="314"/>
                  </a:cubicBezTo>
                  <a:cubicBezTo>
                    <a:pt x="466" y="316"/>
                    <a:pt x="464" y="316"/>
                    <a:pt x="464" y="318"/>
                  </a:cubicBezTo>
                  <a:cubicBezTo>
                    <a:pt x="464" y="319"/>
                    <a:pt x="466" y="319"/>
                    <a:pt x="467" y="322"/>
                  </a:cubicBezTo>
                  <a:cubicBezTo>
                    <a:pt x="467" y="325"/>
                    <a:pt x="469" y="325"/>
                    <a:pt x="469" y="328"/>
                  </a:cubicBezTo>
                  <a:cubicBezTo>
                    <a:pt x="470" y="332"/>
                    <a:pt x="468" y="332"/>
                    <a:pt x="467" y="332"/>
                  </a:cubicBezTo>
                  <a:cubicBezTo>
                    <a:pt x="465" y="333"/>
                    <a:pt x="467" y="334"/>
                    <a:pt x="464" y="337"/>
                  </a:cubicBezTo>
                  <a:cubicBezTo>
                    <a:pt x="462" y="340"/>
                    <a:pt x="460" y="342"/>
                    <a:pt x="462" y="344"/>
                  </a:cubicBezTo>
                  <a:cubicBezTo>
                    <a:pt x="464" y="346"/>
                    <a:pt x="470" y="348"/>
                    <a:pt x="473" y="353"/>
                  </a:cubicBezTo>
                  <a:cubicBezTo>
                    <a:pt x="476" y="357"/>
                    <a:pt x="475" y="364"/>
                    <a:pt x="475" y="369"/>
                  </a:cubicBezTo>
                  <a:cubicBezTo>
                    <a:pt x="474" y="374"/>
                    <a:pt x="468" y="375"/>
                    <a:pt x="464" y="379"/>
                  </a:cubicBezTo>
                  <a:cubicBezTo>
                    <a:pt x="460" y="383"/>
                    <a:pt x="456" y="383"/>
                    <a:pt x="454" y="383"/>
                  </a:cubicBezTo>
                  <a:cubicBezTo>
                    <a:pt x="452" y="383"/>
                    <a:pt x="453" y="387"/>
                    <a:pt x="456" y="390"/>
                  </a:cubicBezTo>
                  <a:cubicBezTo>
                    <a:pt x="459" y="393"/>
                    <a:pt x="456" y="394"/>
                    <a:pt x="458" y="397"/>
                  </a:cubicBezTo>
                  <a:cubicBezTo>
                    <a:pt x="459" y="401"/>
                    <a:pt x="458" y="403"/>
                    <a:pt x="460" y="406"/>
                  </a:cubicBezTo>
                  <a:cubicBezTo>
                    <a:pt x="462" y="409"/>
                    <a:pt x="461" y="410"/>
                    <a:pt x="458" y="412"/>
                  </a:cubicBezTo>
                  <a:cubicBezTo>
                    <a:pt x="456" y="415"/>
                    <a:pt x="459" y="413"/>
                    <a:pt x="460" y="416"/>
                  </a:cubicBezTo>
                  <a:cubicBezTo>
                    <a:pt x="460" y="419"/>
                    <a:pt x="458" y="417"/>
                    <a:pt x="456" y="416"/>
                  </a:cubicBezTo>
                  <a:cubicBezTo>
                    <a:pt x="454" y="414"/>
                    <a:pt x="452" y="419"/>
                    <a:pt x="452" y="420"/>
                  </a:cubicBezTo>
                  <a:cubicBezTo>
                    <a:pt x="452" y="422"/>
                    <a:pt x="447" y="418"/>
                    <a:pt x="446" y="418"/>
                  </a:cubicBezTo>
                  <a:cubicBezTo>
                    <a:pt x="445" y="418"/>
                    <a:pt x="446" y="415"/>
                    <a:pt x="443" y="413"/>
                  </a:cubicBezTo>
                  <a:cubicBezTo>
                    <a:pt x="441" y="411"/>
                    <a:pt x="438" y="410"/>
                    <a:pt x="438" y="408"/>
                  </a:cubicBezTo>
                  <a:cubicBezTo>
                    <a:pt x="438" y="406"/>
                    <a:pt x="433" y="404"/>
                    <a:pt x="433" y="402"/>
                  </a:cubicBezTo>
                  <a:cubicBezTo>
                    <a:pt x="433" y="399"/>
                    <a:pt x="434" y="392"/>
                    <a:pt x="433" y="390"/>
                  </a:cubicBezTo>
                  <a:cubicBezTo>
                    <a:pt x="432" y="388"/>
                    <a:pt x="433" y="386"/>
                    <a:pt x="434" y="384"/>
                  </a:cubicBezTo>
                  <a:cubicBezTo>
                    <a:pt x="434" y="383"/>
                    <a:pt x="432" y="380"/>
                    <a:pt x="429" y="380"/>
                  </a:cubicBezTo>
                  <a:cubicBezTo>
                    <a:pt x="427" y="380"/>
                    <a:pt x="422" y="379"/>
                    <a:pt x="418" y="379"/>
                  </a:cubicBezTo>
                  <a:cubicBezTo>
                    <a:pt x="414" y="380"/>
                    <a:pt x="412" y="379"/>
                    <a:pt x="411" y="378"/>
                  </a:cubicBezTo>
                  <a:cubicBezTo>
                    <a:pt x="409" y="377"/>
                    <a:pt x="406" y="374"/>
                    <a:pt x="401" y="373"/>
                  </a:cubicBezTo>
                  <a:cubicBezTo>
                    <a:pt x="396" y="372"/>
                    <a:pt x="393" y="369"/>
                    <a:pt x="393" y="368"/>
                  </a:cubicBezTo>
                  <a:cubicBezTo>
                    <a:pt x="392" y="366"/>
                    <a:pt x="387" y="365"/>
                    <a:pt x="386" y="363"/>
                  </a:cubicBezTo>
                  <a:cubicBezTo>
                    <a:pt x="385" y="362"/>
                    <a:pt x="380" y="361"/>
                    <a:pt x="378" y="361"/>
                  </a:cubicBezTo>
                  <a:cubicBezTo>
                    <a:pt x="376" y="362"/>
                    <a:pt x="371" y="357"/>
                    <a:pt x="368" y="358"/>
                  </a:cubicBezTo>
                  <a:cubicBezTo>
                    <a:pt x="365" y="358"/>
                    <a:pt x="359" y="361"/>
                    <a:pt x="358" y="361"/>
                  </a:cubicBezTo>
                  <a:cubicBezTo>
                    <a:pt x="356" y="361"/>
                    <a:pt x="358" y="358"/>
                    <a:pt x="358" y="357"/>
                  </a:cubicBezTo>
                  <a:cubicBezTo>
                    <a:pt x="359" y="356"/>
                    <a:pt x="356" y="351"/>
                    <a:pt x="355" y="348"/>
                  </a:cubicBezTo>
                  <a:cubicBezTo>
                    <a:pt x="354" y="345"/>
                    <a:pt x="353" y="341"/>
                    <a:pt x="350" y="342"/>
                  </a:cubicBezTo>
                  <a:cubicBezTo>
                    <a:pt x="346" y="342"/>
                    <a:pt x="343" y="340"/>
                    <a:pt x="342" y="340"/>
                  </a:cubicBezTo>
                  <a:cubicBezTo>
                    <a:pt x="341" y="339"/>
                    <a:pt x="341" y="330"/>
                    <a:pt x="341" y="326"/>
                  </a:cubicBezTo>
                  <a:cubicBezTo>
                    <a:pt x="342" y="322"/>
                    <a:pt x="346" y="316"/>
                    <a:pt x="346" y="314"/>
                  </a:cubicBezTo>
                  <a:cubicBezTo>
                    <a:pt x="346" y="311"/>
                    <a:pt x="349" y="310"/>
                    <a:pt x="352" y="309"/>
                  </a:cubicBezTo>
                  <a:cubicBezTo>
                    <a:pt x="354" y="309"/>
                    <a:pt x="352" y="304"/>
                    <a:pt x="355" y="304"/>
                  </a:cubicBezTo>
                  <a:cubicBezTo>
                    <a:pt x="357" y="303"/>
                    <a:pt x="357" y="302"/>
                    <a:pt x="358" y="300"/>
                  </a:cubicBezTo>
                  <a:cubicBezTo>
                    <a:pt x="358" y="298"/>
                    <a:pt x="361" y="300"/>
                    <a:pt x="359" y="298"/>
                  </a:cubicBezTo>
                  <a:cubicBezTo>
                    <a:pt x="358" y="297"/>
                    <a:pt x="359" y="296"/>
                    <a:pt x="363" y="296"/>
                  </a:cubicBezTo>
                  <a:cubicBezTo>
                    <a:pt x="367" y="296"/>
                    <a:pt x="372" y="295"/>
                    <a:pt x="371" y="291"/>
                  </a:cubicBezTo>
                  <a:cubicBezTo>
                    <a:pt x="371" y="287"/>
                    <a:pt x="361" y="290"/>
                    <a:pt x="361" y="287"/>
                  </a:cubicBezTo>
                  <a:cubicBezTo>
                    <a:pt x="361" y="284"/>
                    <a:pt x="348" y="284"/>
                    <a:pt x="349" y="282"/>
                  </a:cubicBezTo>
                  <a:cubicBezTo>
                    <a:pt x="350" y="280"/>
                    <a:pt x="362" y="283"/>
                    <a:pt x="366" y="285"/>
                  </a:cubicBezTo>
                  <a:cubicBezTo>
                    <a:pt x="370" y="286"/>
                    <a:pt x="371" y="286"/>
                    <a:pt x="375" y="286"/>
                  </a:cubicBezTo>
                  <a:cubicBezTo>
                    <a:pt x="378" y="286"/>
                    <a:pt x="376" y="282"/>
                    <a:pt x="376" y="280"/>
                  </a:cubicBezTo>
                  <a:cubicBezTo>
                    <a:pt x="377" y="278"/>
                    <a:pt x="384" y="283"/>
                    <a:pt x="387" y="282"/>
                  </a:cubicBezTo>
                  <a:cubicBezTo>
                    <a:pt x="391" y="281"/>
                    <a:pt x="395" y="273"/>
                    <a:pt x="398" y="271"/>
                  </a:cubicBezTo>
                  <a:cubicBezTo>
                    <a:pt x="401" y="269"/>
                    <a:pt x="398" y="267"/>
                    <a:pt x="392" y="267"/>
                  </a:cubicBezTo>
                  <a:cubicBezTo>
                    <a:pt x="386" y="268"/>
                    <a:pt x="383" y="265"/>
                    <a:pt x="379" y="263"/>
                  </a:cubicBezTo>
                  <a:cubicBezTo>
                    <a:pt x="376" y="261"/>
                    <a:pt x="376" y="259"/>
                    <a:pt x="380" y="259"/>
                  </a:cubicBezTo>
                  <a:cubicBezTo>
                    <a:pt x="383" y="259"/>
                    <a:pt x="391" y="266"/>
                    <a:pt x="394" y="266"/>
                  </a:cubicBezTo>
                  <a:cubicBezTo>
                    <a:pt x="398" y="266"/>
                    <a:pt x="403" y="260"/>
                    <a:pt x="406" y="258"/>
                  </a:cubicBezTo>
                  <a:cubicBezTo>
                    <a:pt x="408" y="256"/>
                    <a:pt x="403" y="255"/>
                    <a:pt x="401" y="254"/>
                  </a:cubicBezTo>
                  <a:cubicBezTo>
                    <a:pt x="400" y="252"/>
                    <a:pt x="404" y="251"/>
                    <a:pt x="407" y="251"/>
                  </a:cubicBezTo>
                  <a:cubicBezTo>
                    <a:pt x="410" y="251"/>
                    <a:pt x="411" y="254"/>
                    <a:pt x="412" y="255"/>
                  </a:cubicBezTo>
                  <a:cubicBezTo>
                    <a:pt x="413" y="256"/>
                    <a:pt x="417" y="254"/>
                    <a:pt x="420" y="254"/>
                  </a:cubicBezTo>
                  <a:cubicBezTo>
                    <a:pt x="422" y="254"/>
                    <a:pt x="419" y="250"/>
                    <a:pt x="415" y="249"/>
                  </a:cubicBezTo>
                  <a:cubicBezTo>
                    <a:pt x="412" y="247"/>
                    <a:pt x="416" y="245"/>
                    <a:pt x="417" y="247"/>
                  </a:cubicBezTo>
                  <a:cubicBezTo>
                    <a:pt x="418" y="249"/>
                    <a:pt x="420" y="249"/>
                    <a:pt x="422" y="251"/>
                  </a:cubicBezTo>
                  <a:cubicBezTo>
                    <a:pt x="424" y="255"/>
                    <a:pt x="425" y="253"/>
                    <a:pt x="428" y="251"/>
                  </a:cubicBezTo>
                  <a:cubicBezTo>
                    <a:pt x="431" y="250"/>
                    <a:pt x="433" y="248"/>
                    <a:pt x="435" y="246"/>
                  </a:cubicBezTo>
                  <a:cubicBezTo>
                    <a:pt x="437" y="244"/>
                    <a:pt x="437" y="247"/>
                    <a:pt x="439" y="244"/>
                  </a:cubicBezTo>
                  <a:cubicBezTo>
                    <a:pt x="441" y="241"/>
                    <a:pt x="438" y="238"/>
                    <a:pt x="435" y="236"/>
                  </a:cubicBezTo>
                  <a:cubicBezTo>
                    <a:pt x="433" y="234"/>
                    <a:pt x="436" y="232"/>
                    <a:pt x="433" y="230"/>
                  </a:cubicBezTo>
                  <a:cubicBezTo>
                    <a:pt x="430" y="229"/>
                    <a:pt x="430" y="227"/>
                    <a:pt x="433" y="227"/>
                  </a:cubicBezTo>
                  <a:cubicBezTo>
                    <a:pt x="436" y="228"/>
                    <a:pt x="439" y="227"/>
                    <a:pt x="441" y="225"/>
                  </a:cubicBezTo>
                  <a:cubicBezTo>
                    <a:pt x="442" y="222"/>
                    <a:pt x="436" y="222"/>
                    <a:pt x="439" y="220"/>
                  </a:cubicBezTo>
                  <a:cubicBezTo>
                    <a:pt x="441" y="219"/>
                    <a:pt x="439" y="217"/>
                    <a:pt x="436" y="217"/>
                  </a:cubicBezTo>
                  <a:cubicBezTo>
                    <a:pt x="433" y="217"/>
                    <a:pt x="431" y="216"/>
                    <a:pt x="431" y="213"/>
                  </a:cubicBezTo>
                  <a:cubicBezTo>
                    <a:pt x="430" y="211"/>
                    <a:pt x="425" y="212"/>
                    <a:pt x="422" y="211"/>
                  </a:cubicBezTo>
                  <a:cubicBezTo>
                    <a:pt x="419" y="209"/>
                    <a:pt x="412" y="210"/>
                    <a:pt x="411" y="210"/>
                  </a:cubicBezTo>
                  <a:cubicBezTo>
                    <a:pt x="409" y="210"/>
                    <a:pt x="409" y="217"/>
                    <a:pt x="411" y="217"/>
                  </a:cubicBezTo>
                  <a:cubicBezTo>
                    <a:pt x="414" y="217"/>
                    <a:pt x="416" y="220"/>
                    <a:pt x="414" y="220"/>
                  </a:cubicBezTo>
                  <a:cubicBezTo>
                    <a:pt x="412" y="221"/>
                    <a:pt x="414" y="224"/>
                    <a:pt x="412" y="224"/>
                  </a:cubicBezTo>
                  <a:cubicBezTo>
                    <a:pt x="411" y="224"/>
                    <a:pt x="408" y="223"/>
                    <a:pt x="408" y="227"/>
                  </a:cubicBezTo>
                  <a:cubicBezTo>
                    <a:pt x="407" y="231"/>
                    <a:pt x="407" y="233"/>
                    <a:pt x="404" y="234"/>
                  </a:cubicBezTo>
                  <a:cubicBezTo>
                    <a:pt x="401" y="236"/>
                    <a:pt x="403" y="230"/>
                    <a:pt x="401" y="230"/>
                  </a:cubicBezTo>
                  <a:cubicBezTo>
                    <a:pt x="398" y="230"/>
                    <a:pt x="398" y="235"/>
                    <a:pt x="400" y="235"/>
                  </a:cubicBezTo>
                  <a:cubicBezTo>
                    <a:pt x="402" y="236"/>
                    <a:pt x="402" y="238"/>
                    <a:pt x="403" y="240"/>
                  </a:cubicBezTo>
                  <a:cubicBezTo>
                    <a:pt x="403" y="242"/>
                    <a:pt x="399" y="241"/>
                    <a:pt x="397" y="244"/>
                  </a:cubicBezTo>
                  <a:cubicBezTo>
                    <a:pt x="396" y="247"/>
                    <a:pt x="396" y="242"/>
                    <a:pt x="393" y="240"/>
                  </a:cubicBezTo>
                  <a:cubicBezTo>
                    <a:pt x="391" y="238"/>
                    <a:pt x="388" y="235"/>
                    <a:pt x="388" y="233"/>
                  </a:cubicBezTo>
                  <a:cubicBezTo>
                    <a:pt x="389" y="231"/>
                    <a:pt x="390" y="230"/>
                    <a:pt x="392" y="229"/>
                  </a:cubicBezTo>
                  <a:cubicBezTo>
                    <a:pt x="393" y="229"/>
                    <a:pt x="392" y="227"/>
                    <a:pt x="391" y="225"/>
                  </a:cubicBezTo>
                  <a:cubicBezTo>
                    <a:pt x="391" y="222"/>
                    <a:pt x="389" y="223"/>
                    <a:pt x="386" y="220"/>
                  </a:cubicBezTo>
                  <a:cubicBezTo>
                    <a:pt x="384" y="216"/>
                    <a:pt x="381" y="216"/>
                    <a:pt x="380" y="218"/>
                  </a:cubicBezTo>
                  <a:cubicBezTo>
                    <a:pt x="378" y="219"/>
                    <a:pt x="379" y="222"/>
                    <a:pt x="377" y="223"/>
                  </a:cubicBezTo>
                  <a:cubicBezTo>
                    <a:pt x="375" y="224"/>
                    <a:pt x="376" y="229"/>
                    <a:pt x="374" y="229"/>
                  </a:cubicBezTo>
                  <a:cubicBezTo>
                    <a:pt x="372" y="229"/>
                    <a:pt x="373" y="221"/>
                    <a:pt x="371" y="220"/>
                  </a:cubicBezTo>
                  <a:cubicBezTo>
                    <a:pt x="370" y="219"/>
                    <a:pt x="370" y="217"/>
                    <a:pt x="372" y="217"/>
                  </a:cubicBezTo>
                  <a:cubicBezTo>
                    <a:pt x="375" y="217"/>
                    <a:pt x="376" y="214"/>
                    <a:pt x="374" y="214"/>
                  </a:cubicBezTo>
                  <a:cubicBezTo>
                    <a:pt x="372" y="214"/>
                    <a:pt x="368" y="212"/>
                    <a:pt x="367" y="211"/>
                  </a:cubicBezTo>
                  <a:cubicBezTo>
                    <a:pt x="365" y="211"/>
                    <a:pt x="363" y="214"/>
                    <a:pt x="361" y="213"/>
                  </a:cubicBezTo>
                  <a:cubicBezTo>
                    <a:pt x="359" y="211"/>
                    <a:pt x="361" y="208"/>
                    <a:pt x="361" y="206"/>
                  </a:cubicBezTo>
                  <a:cubicBezTo>
                    <a:pt x="362" y="205"/>
                    <a:pt x="364" y="207"/>
                    <a:pt x="366" y="205"/>
                  </a:cubicBezTo>
                  <a:cubicBezTo>
                    <a:pt x="367" y="203"/>
                    <a:pt x="361" y="203"/>
                    <a:pt x="361" y="200"/>
                  </a:cubicBezTo>
                  <a:cubicBezTo>
                    <a:pt x="361" y="198"/>
                    <a:pt x="356" y="197"/>
                    <a:pt x="355" y="196"/>
                  </a:cubicBezTo>
                  <a:cubicBezTo>
                    <a:pt x="353" y="195"/>
                    <a:pt x="356" y="191"/>
                    <a:pt x="355" y="190"/>
                  </a:cubicBezTo>
                  <a:cubicBezTo>
                    <a:pt x="354" y="188"/>
                    <a:pt x="348" y="183"/>
                    <a:pt x="345" y="183"/>
                  </a:cubicBezTo>
                  <a:cubicBezTo>
                    <a:pt x="343" y="184"/>
                    <a:pt x="342" y="180"/>
                    <a:pt x="344" y="180"/>
                  </a:cubicBezTo>
                  <a:cubicBezTo>
                    <a:pt x="345" y="180"/>
                    <a:pt x="346" y="179"/>
                    <a:pt x="349" y="176"/>
                  </a:cubicBezTo>
                  <a:cubicBezTo>
                    <a:pt x="352" y="173"/>
                    <a:pt x="352" y="172"/>
                    <a:pt x="350" y="171"/>
                  </a:cubicBezTo>
                  <a:cubicBezTo>
                    <a:pt x="348" y="171"/>
                    <a:pt x="347" y="169"/>
                    <a:pt x="351" y="169"/>
                  </a:cubicBezTo>
                  <a:cubicBezTo>
                    <a:pt x="354" y="169"/>
                    <a:pt x="360" y="171"/>
                    <a:pt x="362" y="170"/>
                  </a:cubicBezTo>
                  <a:cubicBezTo>
                    <a:pt x="364" y="168"/>
                    <a:pt x="370" y="159"/>
                    <a:pt x="373" y="155"/>
                  </a:cubicBezTo>
                  <a:cubicBezTo>
                    <a:pt x="375" y="152"/>
                    <a:pt x="371" y="152"/>
                    <a:pt x="365" y="152"/>
                  </a:cubicBezTo>
                  <a:cubicBezTo>
                    <a:pt x="359" y="153"/>
                    <a:pt x="358" y="150"/>
                    <a:pt x="353" y="150"/>
                  </a:cubicBezTo>
                  <a:cubicBezTo>
                    <a:pt x="348" y="149"/>
                    <a:pt x="339" y="150"/>
                    <a:pt x="338" y="152"/>
                  </a:cubicBezTo>
                  <a:cubicBezTo>
                    <a:pt x="336" y="153"/>
                    <a:pt x="340" y="155"/>
                    <a:pt x="340" y="156"/>
                  </a:cubicBezTo>
                  <a:cubicBezTo>
                    <a:pt x="339" y="158"/>
                    <a:pt x="336" y="155"/>
                    <a:pt x="335" y="156"/>
                  </a:cubicBezTo>
                  <a:cubicBezTo>
                    <a:pt x="334" y="157"/>
                    <a:pt x="335" y="159"/>
                    <a:pt x="335" y="164"/>
                  </a:cubicBezTo>
                  <a:cubicBezTo>
                    <a:pt x="334" y="170"/>
                    <a:pt x="336" y="170"/>
                    <a:pt x="338" y="172"/>
                  </a:cubicBezTo>
                  <a:cubicBezTo>
                    <a:pt x="339" y="175"/>
                    <a:pt x="339" y="177"/>
                    <a:pt x="339" y="181"/>
                  </a:cubicBezTo>
                  <a:cubicBezTo>
                    <a:pt x="339" y="185"/>
                    <a:pt x="336" y="184"/>
                    <a:pt x="334" y="185"/>
                  </a:cubicBezTo>
                  <a:cubicBezTo>
                    <a:pt x="333" y="186"/>
                    <a:pt x="337" y="187"/>
                    <a:pt x="337" y="190"/>
                  </a:cubicBezTo>
                  <a:cubicBezTo>
                    <a:pt x="336" y="192"/>
                    <a:pt x="333" y="188"/>
                    <a:pt x="331" y="189"/>
                  </a:cubicBezTo>
                  <a:cubicBezTo>
                    <a:pt x="329" y="190"/>
                    <a:pt x="327" y="195"/>
                    <a:pt x="329" y="197"/>
                  </a:cubicBezTo>
                  <a:cubicBezTo>
                    <a:pt x="331" y="199"/>
                    <a:pt x="332" y="198"/>
                    <a:pt x="331" y="200"/>
                  </a:cubicBezTo>
                  <a:cubicBezTo>
                    <a:pt x="329" y="203"/>
                    <a:pt x="327" y="206"/>
                    <a:pt x="331" y="209"/>
                  </a:cubicBezTo>
                  <a:cubicBezTo>
                    <a:pt x="335" y="212"/>
                    <a:pt x="342" y="212"/>
                    <a:pt x="346" y="214"/>
                  </a:cubicBezTo>
                  <a:cubicBezTo>
                    <a:pt x="350" y="216"/>
                    <a:pt x="344" y="215"/>
                    <a:pt x="346" y="218"/>
                  </a:cubicBezTo>
                  <a:cubicBezTo>
                    <a:pt x="347" y="220"/>
                    <a:pt x="343" y="221"/>
                    <a:pt x="343" y="224"/>
                  </a:cubicBezTo>
                  <a:cubicBezTo>
                    <a:pt x="344" y="226"/>
                    <a:pt x="345" y="225"/>
                    <a:pt x="347" y="221"/>
                  </a:cubicBezTo>
                  <a:cubicBezTo>
                    <a:pt x="349" y="217"/>
                    <a:pt x="350" y="222"/>
                    <a:pt x="350" y="225"/>
                  </a:cubicBezTo>
                  <a:cubicBezTo>
                    <a:pt x="350" y="228"/>
                    <a:pt x="347" y="226"/>
                    <a:pt x="345" y="229"/>
                  </a:cubicBezTo>
                  <a:cubicBezTo>
                    <a:pt x="343" y="233"/>
                    <a:pt x="341" y="233"/>
                    <a:pt x="338" y="232"/>
                  </a:cubicBezTo>
                  <a:cubicBezTo>
                    <a:pt x="335" y="232"/>
                    <a:pt x="337" y="237"/>
                    <a:pt x="338" y="240"/>
                  </a:cubicBezTo>
                  <a:cubicBezTo>
                    <a:pt x="339" y="242"/>
                    <a:pt x="338" y="243"/>
                    <a:pt x="334" y="242"/>
                  </a:cubicBezTo>
                  <a:cubicBezTo>
                    <a:pt x="331" y="241"/>
                    <a:pt x="328" y="239"/>
                    <a:pt x="330" y="236"/>
                  </a:cubicBezTo>
                  <a:cubicBezTo>
                    <a:pt x="332" y="234"/>
                    <a:pt x="333" y="230"/>
                    <a:pt x="331" y="231"/>
                  </a:cubicBezTo>
                  <a:cubicBezTo>
                    <a:pt x="329" y="231"/>
                    <a:pt x="324" y="230"/>
                    <a:pt x="323" y="228"/>
                  </a:cubicBezTo>
                  <a:cubicBezTo>
                    <a:pt x="321" y="226"/>
                    <a:pt x="324" y="227"/>
                    <a:pt x="328" y="227"/>
                  </a:cubicBezTo>
                  <a:cubicBezTo>
                    <a:pt x="332" y="228"/>
                    <a:pt x="329" y="224"/>
                    <a:pt x="332" y="224"/>
                  </a:cubicBezTo>
                  <a:cubicBezTo>
                    <a:pt x="335" y="224"/>
                    <a:pt x="338" y="226"/>
                    <a:pt x="340" y="224"/>
                  </a:cubicBezTo>
                  <a:cubicBezTo>
                    <a:pt x="343" y="221"/>
                    <a:pt x="339" y="217"/>
                    <a:pt x="336" y="217"/>
                  </a:cubicBezTo>
                  <a:cubicBezTo>
                    <a:pt x="334" y="218"/>
                    <a:pt x="331" y="219"/>
                    <a:pt x="331" y="217"/>
                  </a:cubicBezTo>
                  <a:cubicBezTo>
                    <a:pt x="331" y="215"/>
                    <a:pt x="334" y="216"/>
                    <a:pt x="337" y="216"/>
                  </a:cubicBezTo>
                  <a:cubicBezTo>
                    <a:pt x="339" y="215"/>
                    <a:pt x="335" y="212"/>
                    <a:pt x="332" y="213"/>
                  </a:cubicBezTo>
                  <a:cubicBezTo>
                    <a:pt x="329" y="214"/>
                    <a:pt x="327" y="214"/>
                    <a:pt x="324" y="211"/>
                  </a:cubicBezTo>
                  <a:cubicBezTo>
                    <a:pt x="321" y="209"/>
                    <a:pt x="317" y="207"/>
                    <a:pt x="316" y="213"/>
                  </a:cubicBezTo>
                  <a:cubicBezTo>
                    <a:pt x="314" y="220"/>
                    <a:pt x="310" y="216"/>
                    <a:pt x="308" y="218"/>
                  </a:cubicBezTo>
                  <a:cubicBezTo>
                    <a:pt x="306" y="220"/>
                    <a:pt x="310" y="222"/>
                    <a:pt x="315" y="222"/>
                  </a:cubicBezTo>
                  <a:cubicBezTo>
                    <a:pt x="319" y="222"/>
                    <a:pt x="322" y="226"/>
                    <a:pt x="320" y="226"/>
                  </a:cubicBezTo>
                  <a:cubicBezTo>
                    <a:pt x="318" y="226"/>
                    <a:pt x="319" y="229"/>
                    <a:pt x="317" y="228"/>
                  </a:cubicBezTo>
                  <a:cubicBezTo>
                    <a:pt x="314" y="227"/>
                    <a:pt x="312" y="228"/>
                    <a:pt x="314" y="230"/>
                  </a:cubicBezTo>
                  <a:cubicBezTo>
                    <a:pt x="315" y="232"/>
                    <a:pt x="313" y="233"/>
                    <a:pt x="313" y="235"/>
                  </a:cubicBezTo>
                  <a:cubicBezTo>
                    <a:pt x="313" y="237"/>
                    <a:pt x="310" y="235"/>
                    <a:pt x="306" y="235"/>
                  </a:cubicBezTo>
                  <a:cubicBezTo>
                    <a:pt x="303" y="234"/>
                    <a:pt x="297" y="236"/>
                    <a:pt x="292" y="237"/>
                  </a:cubicBezTo>
                  <a:cubicBezTo>
                    <a:pt x="288" y="238"/>
                    <a:pt x="283" y="236"/>
                    <a:pt x="281" y="234"/>
                  </a:cubicBezTo>
                  <a:cubicBezTo>
                    <a:pt x="279" y="232"/>
                    <a:pt x="276" y="232"/>
                    <a:pt x="273" y="232"/>
                  </a:cubicBezTo>
                  <a:cubicBezTo>
                    <a:pt x="269" y="232"/>
                    <a:pt x="270" y="229"/>
                    <a:pt x="266" y="229"/>
                  </a:cubicBezTo>
                  <a:cubicBezTo>
                    <a:pt x="262" y="229"/>
                    <a:pt x="263" y="225"/>
                    <a:pt x="263" y="223"/>
                  </a:cubicBezTo>
                  <a:cubicBezTo>
                    <a:pt x="262" y="221"/>
                    <a:pt x="254" y="221"/>
                    <a:pt x="250" y="223"/>
                  </a:cubicBezTo>
                  <a:cubicBezTo>
                    <a:pt x="247" y="225"/>
                    <a:pt x="241" y="225"/>
                    <a:pt x="240" y="228"/>
                  </a:cubicBezTo>
                  <a:cubicBezTo>
                    <a:pt x="238" y="232"/>
                    <a:pt x="241" y="231"/>
                    <a:pt x="243" y="231"/>
                  </a:cubicBezTo>
                  <a:cubicBezTo>
                    <a:pt x="245" y="231"/>
                    <a:pt x="245" y="228"/>
                    <a:pt x="250" y="229"/>
                  </a:cubicBezTo>
                  <a:cubicBezTo>
                    <a:pt x="254" y="230"/>
                    <a:pt x="258" y="224"/>
                    <a:pt x="260" y="226"/>
                  </a:cubicBezTo>
                  <a:cubicBezTo>
                    <a:pt x="262" y="228"/>
                    <a:pt x="252" y="232"/>
                    <a:pt x="248" y="233"/>
                  </a:cubicBezTo>
                  <a:cubicBezTo>
                    <a:pt x="243" y="233"/>
                    <a:pt x="244" y="237"/>
                    <a:pt x="248" y="243"/>
                  </a:cubicBezTo>
                  <a:cubicBezTo>
                    <a:pt x="252" y="249"/>
                    <a:pt x="247" y="245"/>
                    <a:pt x="247" y="248"/>
                  </a:cubicBezTo>
                  <a:cubicBezTo>
                    <a:pt x="247" y="251"/>
                    <a:pt x="239" y="247"/>
                    <a:pt x="242" y="246"/>
                  </a:cubicBezTo>
                  <a:cubicBezTo>
                    <a:pt x="245" y="245"/>
                    <a:pt x="244" y="242"/>
                    <a:pt x="241" y="240"/>
                  </a:cubicBezTo>
                  <a:cubicBezTo>
                    <a:pt x="239" y="238"/>
                    <a:pt x="237" y="240"/>
                    <a:pt x="237" y="238"/>
                  </a:cubicBezTo>
                  <a:cubicBezTo>
                    <a:pt x="238" y="236"/>
                    <a:pt x="235" y="238"/>
                    <a:pt x="233" y="236"/>
                  </a:cubicBezTo>
                  <a:cubicBezTo>
                    <a:pt x="230" y="235"/>
                    <a:pt x="229" y="233"/>
                    <a:pt x="226" y="235"/>
                  </a:cubicBezTo>
                  <a:cubicBezTo>
                    <a:pt x="223" y="236"/>
                    <a:pt x="219" y="236"/>
                    <a:pt x="213" y="237"/>
                  </a:cubicBezTo>
                  <a:cubicBezTo>
                    <a:pt x="206" y="238"/>
                    <a:pt x="193" y="238"/>
                    <a:pt x="191" y="236"/>
                  </a:cubicBezTo>
                  <a:cubicBezTo>
                    <a:pt x="189" y="233"/>
                    <a:pt x="197" y="229"/>
                    <a:pt x="199" y="230"/>
                  </a:cubicBezTo>
                  <a:cubicBezTo>
                    <a:pt x="202" y="231"/>
                    <a:pt x="200" y="227"/>
                    <a:pt x="196" y="224"/>
                  </a:cubicBezTo>
                  <a:cubicBezTo>
                    <a:pt x="193" y="221"/>
                    <a:pt x="184" y="220"/>
                    <a:pt x="185" y="221"/>
                  </a:cubicBezTo>
                  <a:cubicBezTo>
                    <a:pt x="185" y="223"/>
                    <a:pt x="180" y="222"/>
                    <a:pt x="174" y="220"/>
                  </a:cubicBezTo>
                  <a:cubicBezTo>
                    <a:pt x="168" y="219"/>
                    <a:pt x="167" y="217"/>
                    <a:pt x="163" y="217"/>
                  </a:cubicBezTo>
                  <a:cubicBezTo>
                    <a:pt x="159" y="217"/>
                    <a:pt x="153" y="216"/>
                    <a:pt x="149" y="212"/>
                  </a:cubicBezTo>
                  <a:cubicBezTo>
                    <a:pt x="144" y="209"/>
                    <a:pt x="133" y="210"/>
                    <a:pt x="132" y="213"/>
                  </a:cubicBezTo>
                  <a:cubicBezTo>
                    <a:pt x="131" y="216"/>
                    <a:pt x="127" y="216"/>
                    <a:pt x="124" y="216"/>
                  </a:cubicBezTo>
                  <a:cubicBezTo>
                    <a:pt x="120" y="216"/>
                    <a:pt x="125" y="212"/>
                    <a:pt x="124" y="211"/>
                  </a:cubicBezTo>
                  <a:cubicBezTo>
                    <a:pt x="122" y="210"/>
                    <a:pt x="124" y="206"/>
                    <a:pt x="122" y="206"/>
                  </a:cubicBezTo>
                  <a:cubicBezTo>
                    <a:pt x="119" y="205"/>
                    <a:pt x="117" y="216"/>
                    <a:pt x="112" y="216"/>
                  </a:cubicBezTo>
                  <a:cubicBezTo>
                    <a:pt x="107" y="216"/>
                    <a:pt x="105" y="204"/>
                    <a:pt x="101" y="201"/>
                  </a:cubicBezTo>
                  <a:cubicBezTo>
                    <a:pt x="97" y="198"/>
                    <a:pt x="93" y="198"/>
                    <a:pt x="96" y="203"/>
                  </a:cubicBezTo>
                  <a:cubicBezTo>
                    <a:pt x="100" y="207"/>
                    <a:pt x="93" y="204"/>
                    <a:pt x="94" y="207"/>
                  </a:cubicBezTo>
                  <a:cubicBezTo>
                    <a:pt x="94" y="210"/>
                    <a:pt x="88" y="213"/>
                    <a:pt x="88" y="212"/>
                  </a:cubicBezTo>
                  <a:cubicBezTo>
                    <a:pt x="88" y="210"/>
                    <a:pt x="85" y="208"/>
                    <a:pt x="81" y="213"/>
                  </a:cubicBezTo>
                  <a:cubicBezTo>
                    <a:pt x="77" y="217"/>
                    <a:pt x="74" y="217"/>
                    <a:pt x="74" y="215"/>
                  </a:cubicBezTo>
                  <a:cubicBezTo>
                    <a:pt x="74" y="213"/>
                    <a:pt x="62" y="219"/>
                    <a:pt x="63" y="221"/>
                  </a:cubicBezTo>
                  <a:cubicBezTo>
                    <a:pt x="63" y="223"/>
                    <a:pt x="61" y="225"/>
                    <a:pt x="58" y="224"/>
                  </a:cubicBezTo>
                  <a:cubicBezTo>
                    <a:pt x="55" y="224"/>
                    <a:pt x="57" y="222"/>
                    <a:pt x="60" y="220"/>
                  </a:cubicBezTo>
                  <a:cubicBezTo>
                    <a:pt x="62" y="219"/>
                    <a:pt x="70" y="213"/>
                    <a:pt x="74" y="212"/>
                  </a:cubicBezTo>
                  <a:cubicBezTo>
                    <a:pt x="78" y="212"/>
                    <a:pt x="85" y="208"/>
                    <a:pt x="85" y="207"/>
                  </a:cubicBezTo>
                  <a:cubicBezTo>
                    <a:pt x="85" y="205"/>
                    <a:pt x="82" y="206"/>
                    <a:pt x="79" y="206"/>
                  </a:cubicBezTo>
                  <a:cubicBezTo>
                    <a:pt x="76" y="205"/>
                    <a:pt x="72" y="208"/>
                    <a:pt x="67" y="210"/>
                  </a:cubicBezTo>
                  <a:cubicBezTo>
                    <a:pt x="63" y="212"/>
                    <a:pt x="58" y="212"/>
                    <a:pt x="59" y="214"/>
                  </a:cubicBezTo>
                  <a:cubicBezTo>
                    <a:pt x="61" y="217"/>
                    <a:pt x="55" y="214"/>
                    <a:pt x="54" y="216"/>
                  </a:cubicBezTo>
                  <a:cubicBezTo>
                    <a:pt x="53" y="217"/>
                    <a:pt x="51" y="215"/>
                    <a:pt x="52" y="214"/>
                  </a:cubicBezTo>
                  <a:cubicBezTo>
                    <a:pt x="54" y="213"/>
                    <a:pt x="49" y="212"/>
                    <a:pt x="49" y="213"/>
                  </a:cubicBezTo>
                  <a:cubicBezTo>
                    <a:pt x="49" y="214"/>
                    <a:pt x="48" y="215"/>
                    <a:pt x="44" y="215"/>
                  </a:cubicBezTo>
                  <a:cubicBezTo>
                    <a:pt x="40" y="215"/>
                    <a:pt x="36" y="218"/>
                    <a:pt x="38" y="220"/>
                  </a:cubicBezTo>
                  <a:cubicBezTo>
                    <a:pt x="41" y="222"/>
                    <a:pt x="43" y="223"/>
                    <a:pt x="41" y="224"/>
                  </a:cubicBezTo>
                  <a:cubicBezTo>
                    <a:pt x="40" y="226"/>
                    <a:pt x="36" y="221"/>
                    <a:pt x="30" y="221"/>
                  </a:cubicBezTo>
                  <a:cubicBezTo>
                    <a:pt x="25" y="222"/>
                    <a:pt x="13" y="215"/>
                    <a:pt x="13" y="213"/>
                  </a:cubicBezTo>
                  <a:cubicBezTo>
                    <a:pt x="13" y="212"/>
                    <a:pt x="5" y="213"/>
                    <a:pt x="0" y="212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0" y="325"/>
                    <a:pt x="2" y="327"/>
                    <a:pt x="4" y="326"/>
                  </a:cubicBezTo>
                  <a:cubicBezTo>
                    <a:pt x="5" y="324"/>
                    <a:pt x="7" y="326"/>
                    <a:pt x="10" y="324"/>
                  </a:cubicBezTo>
                  <a:cubicBezTo>
                    <a:pt x="14" y="323"/>
                    <a:pt x="15" y="326"/>
                    <a:pt x="15" y="328"/>
                  </a:cubicBezTo>
                  <a:cubicBezTo>
                    <a:pt x="15" y="330"/>
                    <a:pt x="20" y="333"/>
                    <a:pt x="23" y="335"/>
                  </a:cubicBezTo>
                  <a:cubicBezTo>
                    <a:pt x="25" y="338"/>
                    <a:pt x="26" y="341"/>
                    <a:pt x="28" y="339"/>
                  </a:cubicBezTo>
                  <a:cubicBezTo>
                    <a:pt x="31" y="338"/>
                    <a:pt x="35" y="337"/>
                    <a:pt x="35" y="334"/>
                  </a:cubicBezTo>
                  <a:cubicBezTo>
                    <a:pt x="35" y="331"/>
                    <a:pt x="45" y="331"/>
                    <a:pt x="45" y="334"/>
                  </a:cubicBezTo>
                  <a:cubicBezTo>
                    <a:pt x="45" y="338"/>
                    <a:pt x="55" y="342"/>
                    <a:pt x="61" y="352"/>
                  </a:cubicBezTo>
                  <a:cubicBezTo>
                    <a:pt x="66" y="362"/>
                    <a:pt x="66" y="365"/>
                    <a:pt x="74" y="368"/>
                  </a:cubicBezTo>
                  <a:cubicBezTo>
                    <a:pt x="82" y="371"/>
                    <a:pt x="82" y="373"/>
                    <a:pt x="81" y="376"/>
                  </a:cubicBezTo>
                  <a:cubicBezTo>
                    <a:pt x="80" y="378"/>
                    <a:pt x="86" y="380"/>
                    <a:pt x="82" y="382"/>
                  </a:cubicBezTo>
                  <a:cubicBezTo>
                    <a:pt x="81" y="383"/>
                    <a:pt x="79" y="385"/>
                    <a:pt x="77" y="386"/>
                  </a:cubicBezTo>
                  <a:cubicBezTo>
                    <a:pt x="77" y="387"/>
                    <a:pt x="79" y="388"/>
                    <a:pt x="80" y="390"/>
                  </a:cubicBezTo>
                  <a:cubicBezTo>
                    <a:pt x="82" y="391"/>
                    <a:pt x="77" y="391"/>
                    <a:pt x="78" y="393"/>
                  </a:cubicBezTo>
                  <a:cubicBezTo>
                    <a:pt x="80" y="394"/>
                    <a:pt x="78" y="396"/>
                    <a:pt x="80" y="398"/>
                  </a:cubicBezTo>
                  <a:cubicBezTo>
                    <a:pt x="81" y="400"/>
                    <a:pt x="84" y="399"/>
                    <a:pt x="86" y="398"/>
                  </a:cubicBezTo>
                  <a:cubicBezTo>
                    <a:pt x="88" y="396"/>
                    <a:pt x="89" y="400"/>
                    <a:pt x="88" y="402"/>
                  </a:cubicBezTo>
                  <a:cubicBezTo>
                    <a:pt x="86" y="405"/>
                    <a:pt x="89" y="406"/>
                    <a:pt x="91" y="405"/>
                  </a:cubicBezTo>
                  <a:cubicBezTo>
                    <a:pt x="92" y="403"/>
                    <a:pt x="95" y="408"/>
                    <a:pt x="97" y="408"/>
                  </a:cubicBezTo>
                  <a:cubicBezTo>
                    <a:pt x="98" y="409"/>
                    <a:pt x="100" y="412"/>
                    <a:pt x="97" y="412"/>
                  </a:cubicBezTo>
                  <a:cubicBezTo>
                    <a:pt x="95" y="412"/>
                    <a:pt x="95" y="416"/>
                    <a:pt x="97" y="416"/>
                  </a:cubicBezTo>
                  <a:cubicBezTo>
                    <a:pt x="99" y="416"/>
                    <a:pt x="99" y="418"/>
                    <a:pt x="99" y="420"/>
                  </a:cubicBezTo>
                  <a:cubicBezTo>
                    <a:pt x="99" y="421"/>
                    <a:pt x="104" y="424"/>
                    <a:pt x="106" y="423"/>
                  </a:cubicBezTo>
                  <a:cubicBezTo>
                    <a:pt x="109" y="422"/>
                    <a:pt x="111" y="424"/>
                    <a:pt x="111" y="426"/>
                  </a:cubicBezTo>
                  <a:cubicBezTo>
                    <a:pt x="112" y="428"/>
                    <a:pt x="116" y="429"/>
                    <a:pt x="118" y="428"/>
                  </a:cubicBezTo>
                  <a:cubicBezTo>
                    <a:pt x="119" y="427"/>
                    <a:pt x="120" y="430"/>
                    <a:pt x="121" y="432"/>
                  </a:cubicBezTo>
                  <a:cubicBezTo>
                    <a:pt x="121" y="435"/>
                    <a:pt x="124" y="433"/>
                    <a:pt x="126" y="433"/>
                  </a:cubicBezTo>
                  <a:cubicBezTo>
                    <a:pt x="128" y="433"/>
                    <a:pt x="129" y="436"/>
                    <a:pt x="131" y="435"/>
                  </a:cubicBezTo>
                  <a:cubicBezTo>
                    <a:pt x="133" y="434"/>
                    <a:pt x="134" y="439"/>
                    <a:pt x="136" y="442"/>
                  </a:cubicBezTo>
                  <a:cubicBezTo>
                    <a:pt x="338" y="441"/>
                    <a:pt x="338" y="441"/>
                    <a:pt x="338" y="441"/>
                  </a:cubicBezTo>
                  <a:cubicBezTo>
                    <a:pt x="338" y="441"/>
                    <a:pt x="339" y="436"/>
                    <a:pt x="341" y="438"/>
                  </a:cubicBezTo>
                  <a:cubicBezTo>
                    <a:pt x="343" y="439"/>
                    <a:pt x="341" y="442"/>
                    <a:pt x="344" y="443"/>
                  </a:cubicBezTo>
                  <a:cubicBezTo>
                    <a:pt x="347" y="444"/>
                    <a:pt x="349" y="446"/>
                    <a:pt x="350" y="446"/>
                  </a:cubicBezTo>
                  <a:cubicBezTo>
                    <a:pt x="352" y="445"/>
                    <a:pt x="354" y="443"/>
                    <a:pt x="357" y="446"/>
                  </a:cubicBezTo>
                  <a:cubicBezTo>
                    <a:pt x="360" y="449"/>
                    <a:pt x="362" y="446"/>
                    <a:pt x="363" y="448"/>
                  </a:cubicBezTo>
                  <a:cubicBezTo>
                    <a:pt x="365" y="450"/>
                    <a:pt x="367" y="452"/>
                    <a:pt x="369" y="449"/>
                  </a:cubicBezTo>
                  <a:cubicBezTo>
                    <a:pt x="371" y="447"/>
                    <a:pt x="377" y="450"/>
                    <a:pt x="380" y="451"/>
                  </a:cubicBezTo>
                  <a:cubicBezTo>
                    <a:pt x="383" y="448"/>
                    <a:pt x="386" y="442"/>
                    <a:pt x="389" y="442"/>
                  </a:cubicBezTo>
                  <a:cubicBezTo>
                    <a:pt x="394" y="442"/>
                    <a:pt x="404" y="443"/>
                    <a:pt x="405" y="448"/>
                  </a:cubicBezTo>
                  <a:cubicBezTo>
                    <a:pt x="406" y="454"/>
                    <a:pt x="412" y="449"/>
                    <a:pt x="413" y="454"/>
                  </a:cubicBezTo>
                  <a:cubicBezTo>
                    <a:pt x="413" y="458"/>
                    <a:pt x="418" y="462"/>
                    <a:pt x="417" y="464"/>
                  </a:cubicBezTo>
                  <a:cubicBezTo>
                    <a:pt x="418" y="465"/>
                    <a:pt x="420" y="466"/>
                    <a:pt x="421" y="467"/>
                  </a:cubicBezTo>
                  <a:cubicBezTo>
                    <a:pt x="423" y="466"/>
                    <a:pt x="429" y="467"/>
                    <a:pt x="432" y="468"/>
                  </a:cubicBezTo>
                  <a:cubicBezTo>
                    <a:pt x="437" y="470"/>
                    <a:pt x="444" y="467"/>
                    <a:pt x="446" y="472"/>
                  </a:cubicBezTo>
                  <a:cubicBezTo>
                    <a:pt x="448" y="478"/>
                    <a:pt x="454" y="482"/>
                    <a:pt x="449" y="482"/>
                  </a:cubicBezTo>
                  <a:cubicBezTo>
                    <a:pt x="444" y="482"/>
                    <a:pt x="439" y="477"/>
                    <a:pt x="439" y="480"/>
                  </a:cubicBezTo>
                  <a:cubicBezTo>
                    <a:pt x="440" y="483"/>
                    <a:pt x="437" y="481"/>
                    <a:pt x="437" y="486"/>
                  </a:cubicBezTo>
                  <a:cubicBezTo>
                    <a:pt x="437" y="491"/>
                    <a:pt x="434" y="498"/>
                    <a:pt x="432" y="498"/>
                  </a:cubicBezTo>
                  <a:cubicBezTo>
                    <a:pt x="432" y="498"/>
                    <a:pt x="432" y="498"/>
                    <a:pt x="432" y="498"/>
                  </a:cubicBezTo>
                  <a:cubicBezTo>
                    <a:pt x="431" y="500"/>
                    <a:pt x="431" y="502"/>
                    <a:pt x="433" y="503"/>
                  </a:cubicBezTo>
                  <a:cubicBezTo>
                    <a:pt x="435" y="502"/>
                    <a:pt x="439" y="499"/>
                    <a:pt x="442" y="499"/>
                  </a:cubicBezTo>
                  <a:cubicBezTo>
                    <a:pt x="447" y="499"/>
                    <a:pt x="448" y="502"/>
                    <a:pt x="451" y="500"/>
                  </a:cubicBezTo>
                  <a:cubicBezTo>
                    <a:pt x="455" y="497"/>
                    <a:pt x="455" y="496"/>
                    <a:pt x="456" y="498"/>
                  </a:cubicBezTo>
                  <a:cubicBezTo>
                    <a:pt x="456" y="498"/>
                    <a:pt x="456" y="499"/>
                    <a:pt x="456" y="499"/>
                  </a:cubicBezTo>
                  <a:cubicBezTo>
                    <a:pt x="457" y="498"/>
                    <a:pt x="458" y="498"/>
                    <a:pt x="458" y="497"/>
                  </a:cubicBezTo>
                  <a:cubicBezTo>
                    <a:pt x="458" y="496"/>
                    <a:pt x="458" y="495"/>
                    <a:pt x="457" y="494"/>
                  </a:cubicBezTo>
                  <a:cubicBezTo>
                    <a:pt x="454" y="495"/>
                    <a:pt x="453" y="495"/>
                    <a:pt x="452" y="493"/>
                  </a:cubicBezTo>
                  <a:cubicBezTo>
                    <a:pt x="451" y="489"/>
                    <a:pt x="462" y="486"/>
                    <a:pt x="467" y="487"/>
                  </a:cubicBezTo>
                  <a:cubicBezTo>
                    <a:pt x="472" y="487"/>
                    <a:pt x="476" y="484"/>
                    <a:pt x="477" y="486"/>
                  </a:cubicBezTo>
                  <a:cubicBezTo>
                    <a:pt x="480" y="483"/>
                    <a:pt x="486" y="479"/>
                    <a:pt x="487" y="479"/>
                  </a:cubicBezTo>
                  <a:cubicBezTo>
                    <a:pt x="489" y="479"/>
                    <a:pt x="512" y="478"/>
                    <a:pt x="512" y="478"/>
                  </a:cubicBezTo>
                  <a:cubicBezTo>
                    <a:pt x="512" y="478"/>
                    <a:pt x="520" y="473"/>
                    <a:pt x="521" y="469"/>
                  </a:cubicBezTo>
                  <a:cubicBezTo>
                    <a:pt x="523" y="464"/>
                    <a:pt x="528" y="453"/>
                    <a:pt x="531" y="456"/>
                  </a:cubicBezTo>
                  <a:cubicBezTo>
                    <a:pt x="534" y="458"/>
                    <a:pt x="540" y="456"/>
                    <a:pt x="541" y="459"/>
                  </a:cubicBezTo>
                  <a:cubicBezTo>
                    <a:pt x="541" y="461"/>
                    <a:pt x="538" y="468"/>
                    <a:pt x="547" y="479"/>
                  </a:cubicBezTo>
                  <a:cubicBezTo>
                    <a:pt x="550" y="477"/>
                    <a:pt x="553" y="476"/>
                    <a:pt x="554" y="476"/>
                  </a:cubicBezTo>
                  <a:cubicBezTo>
                    <a:pt x="557" y="476"/>
                    <a:pt x="562" y="472"/>
                    <a:pt x="563" y="470"/>
                  </a:cubicBezTo>
                  <a:cubicBezTo>
                    <a:pt x="564" y="467"/>
                    <a:pt x="566" y="472"/>
                    <a:pt x="564" y="473"/>
                  </a:cubicBezTo>
                  <a:cubicBezTo>
                    <a:pt x="561" y="474"/>
                    <a:pt x="566" y="475"/>
                    <a:pt x="570" y="475"/>
                  </a:cubicBezTo>
                  <a:cubicBezTo>
                    <a:pt x="575" y="475"/>
                    <a:pt x="568" y="477"/>
                    <a:pt x="565" y="477"/>
                  </a:cubicBezTo>
                  <a:cubicBezTo>
                    <a:pt x="561" y="477"/>
                    <a:pt x="560" y="477"/>
                    <a:pt x="555" y="482"/>
                  </a:cubicBezTo>
                  <a:cubicBezTo>
                    <a:pt x="551" y="486"/>
                    <a:pt x="552" y="488"/>
                    <a:pt x="554" y="490"/>
                  </a:cubicBezTo>
                  <a:cubicBezTo>
                    <a:pt x="557" y="492"/>
                    <a:pt x="560" y="491"/>
                    <a:pt x="564" y="488"/>
                  </a:cubicBezTo>
                  <a:cubicBezTo>
                    <a:pt x="568" y="485"/>
                    <a:pt x="567" y="482"/>
                    <a:pt x="571" y="482"/>
                  </a:cubicBezTo>
                  <a:cubicBezTo>
                    <a:pt x="575" y="482"/>
                    <a:pt x="584" y="479"/>
                    <a:pt x="588" y="477"/>
                  </a:cubicBezTo>
                  <a:cubicBezTo>
                    <a:pt x="592" y="476"/>
                    <a:pt x="589" y="475"/>
                    <a:pt x="589" y="474"/>
                  </a:cubicBezTo>
                  <a:cubicBezTo>
                    <a:pt x="589" y="472"/>
                    <a:pt x="597" y="472"/>
                    <a:pt x="599" y="470"/>
                  </a:cubicBezTo>
                  <a:cubicBezTo>
                    <a:pt x="602" y="468"/>
                    <a:pt x="599" y="467"/>
                    <a:pt x="596" y="467"/>
                  </a:cubicBezTo>
                  <a:moveTo>
                    <a:pt x="60" y="393"/>
                  </a:moveTo>
                  <a:cubicBezTo>
                    <a:pt x="54" y="396"/>
                    <a:pt x="68" y="411"/>
                    <a:pt x="71" y="409"/>
                  </a:cubicBezTo>
                  <a:cubicBezTo>
                    <a:pt x="73" y="408"/>
                    <a:pt x="68" y="402"/>
                    <a:pt x="68" y="398"/>
                  </a:cubicBezTo>
                  <a:cubicBezTo>
                    <a:pt x="68" y="394"/>
                    <a:pt x="66" y="390"/>
                    <a:pt x="60" y="393"/>
                  </a:cubicBezTo>
                  <a:moveTo>
                    <a:pt x="648" y="453"/>
                  </a:moveTo>
                  <a:cubicBezTo>
                    <a:pt x="647" y="455"/>
                    <a:pt x="645" y="451"/>
                    <a:pt x="648" y="449"/>
                  </a:cubicBezTo>
                  <a:cubicBezTo>
                    <a:pt x="651" y="447"/>
                    <a:pt x="647" y="446"/>
                    <a:pt x="645" y="447"/>
                  </a:cubicBezTo>
                  <a:cubicBezTo>
                    <a:pt x="642" y="448"/>
                    <a:pt x="643" y="441"/>
                    <a:pt x="645" y="440"/>
                  </a:cubicBezTo>
                  <a:cubicBezTo>
                    <a:pt x="648" y="439"/>
                    <a:pt x="639" y="436"/>
                    <a:pt x="639" y="438"/>
                  </a:cubicBezTo>
                  <a:cubicBezTo>
                    <a:pt x="639" y="441"/>
                    <a:pt x="634" y="439"/>
                    <a:pt x="633" y="437"/>
                  </a:cubicBezTo>
                  <a:cubicBezTo>
                    <a:pt x="632" y="435"/>
                    <a:pt x="628" y="434"/>
                    <a:pt x="630" y="433"/>
                  </a:cubicBezTo>
                  <a:cubicBezTo>
                    <a:pt x="631" y="431"/>
                    <a:pt x="625" y="430"/>
                    <a:pt x="624" y="433"/>
                  </a:cubicBezTo>
                  <a:cubicBezTo>
                    <a:pt x="623" y="436"/>
                    <a:pt x="621" y="431"/>
                    <a:pt x="625" y="428"/>
                  </a:cubicBezTo>
                  <a:cubicBezTo>
                    <a:pt x="628" y="424"/>
                    <a:pt x="627" y="421"/>
                    <a:pt x="630" y="420"/>
                  </a:cubicBezTo>
                  <a:cubicBezTo>
                    <a:pt x="633" y="418"/>
                    <a:pt x="630" y="416"/>
                    <a:pt x="626" y="417"/>
                  </a:cubicBezTo>
                  <a:cubicBezTo>
                    <a:pt x="623" y="418"/>
                    <a:pt x="615" y="430"/>
                    <a:pt x="615" y="434"/>
                  </a:cubicBezTo>
                  <a:cubicBezTo>
                    <a:pt x="615" y="437"/>
                    <a:pt x="614" y="441"/>
                    <a:pt x="611" y="441"/>
                  </a:cubicBezTo>
                  <a:cubicBezTo>
                    <a:pt x="608" y="440"/>
                    <a:pt x="605" y="443"/>
                    <a:pt x="607" y="445"/>
                  </a:cubicBezTo>
                  <a:cubicBezTo>
                    <a:pt x="610" y="447"/>
                    <a:pt x="601" y="452"/>
                    <a:pt x="605" y="454"/>
                  </a:cubicBezTo>
                  <a:cubicBezTo>
                    <a:pt x="608" y="455"/>
                    <a:pt x="612" y="453"/>
                    <a:pt x="616" y="454"/>
                  </a:cubicBezTo>
                  <a:cubicBezTo>
                    <a:pt x="620" y="454"/>
                    <a:pt x="623" y="454"/>
                    <a:pt x="627" y="452"/>
                  </a:cubicBezTo>
                  <a:cubicBezTo>
                    <a:pt x="630" y="449"/>
                    <a:pt x="630" y="454"/>
                    <a:pt x="633" y="454"/>
                  </a:cubicBezTo>
                  <a:cubicBezTo>
                    <a:pt x="637" y="453"/>
                    <a:pt x="631" y="456"/>
                    <a:pt x="632" y="459"/>
                  </a:cubicBezTo>
                  <a:cubicBezTo>
                    <a:pt x="632" y="461"/>
                    <a:pt x="635" y="458"/>
                    <a:pt x="638" y="456"/>
                  </a:cubicBezTo>
                  <a:cubicBezTo>
                    <a:pt x="641" y="455"/>
                    <a:pt x="644" y="456"/>
                    <a:pt x="642" y="458"/>
                  </a:cubicBezTo>
                  <a:cubicBezTo>
                    <a:pt x="641" y="461"/>
                    <a:pt x="650" y="463"/>
                    <a:pt x="652" y="459"/>
                  </a:cubicBezTo>
                  <a:cubicBezTo>
                    <a:pt x="654" y="456"/>
                    <a:pt x="650" y="450"/>
                    <a:pt x="648" y="453"/>
                  </a:cubicBezTo>
                  <a:moveTo>
                    <a:pt x="566" y="433"/>
                  </a:moveTo>
                  <a:cubicBezTo>
                    <a:pt x="566" y="436"/>
                    <a:pt x="585" y="444"/>
                    <a:pt x="586" y="440"/>
                  </a:cubicBezTo>
                  <a:cubicBezTo>
                    <a:pt x="587" y="437"/>
                    <a:pt x="565" y="431"/>
                    <a:pt x="566" y="433"/>
                  </a:cubicBezTo>
                  <a:moveTo>
                    <a:pt x="444" y="156"/>
                  </a:moveTo>
                  <a:cubicBezTo>
                    <a:pt x="442" y="160"/>
                    <a:pt x="448" y="160"/>
                    <a:pt x="448" y="165"/>
                  </a:cubicBezTo>
                  <a:cubicBezTo>
                    <a:pt x="449" y="170"/>
                    <a:pt x="455" y="172"/>
                    <a:pt x="459" y="169"/>
                  </a:cubicBezTo>
                  <a:cubicBezTo>
                    <a:pt x="464" y="166"/>
                    <a:pt x="477" y="170"/>
                    <a:pt x="477" y="166"/>
                  </a:cubicBezTo>
                  <a:cubicBezTo>
                    <a:pt x="477" y="162"/>
                    <a:pt x="463" y="156"/>
                    <a:pt x="458" y="157"/>
                  </a:cubicBezTo>
                  <a:cubicBezTo>
                    <a:pt x="454" y="158"/>
                    <a:pt x="446" y="152"/>
                    <a:pt x="444" y="156"/>
                  </a:cubicBezTo>
                  <a:moveTo>
                    <a:pt x="484" y="241"/>
                  </a:moveTo>
                  <a:cubicBezTo>
                    <a:pt x="488" y="240"/>
                    <a:pt x="488" y="234"/>
                    <a:pt x="485" y="231"/>
                  </a:cubicBezTo>
                  <a:cubicBezTo>
                    <a:pt x="484" y="229"/>
                    <a:pt x="480" y="228"/>
                    <a:pt x="476" y="229"/>
                  </a:cubicBezTo>
                  <a:cubicBezTo>
                    <a:pt x="472" y="229"/>
                    <a:pt x="466" y="235"/>
                    <a:pt x="469" y="240"/>
                  </a:cubicBezTo>
                  <a:cubicBezTo>
                    <a:pt x="473" y="246"/>
                    <a:pt x="481" y="242"/>
                    <a:pt x="484" y="241"/>
                  </a:cubicBezTo>
                  <a:moveTo>
                    <a:pt x="553" y="256"/>
                  </a:moveTo>
                  <a:cubicBezTo>
                    <a:pt x="557" y="257"/>
                    <a:pt x="558" y="262"/>
                    <a:pt x="564" y="267"/>
                  </a:cubicBezTo>
                  <a:cubicBezTo>
                    <a:pt x="570" y="272"/>
                    <a:pt x="571" y="269"/>
                    <a:pt x="572" y="265"/>
                  </a:cubicBezTo>
                  <a:cubicBezTo>
                    <a:pt x="573" y="261"/>
                    <a:pt x="579" y="264"/>
                    <a:pt x="579" y="261"/>
                  </a:cubicBezTo>
                  <a:cubicBezTo>
                    <a:pt x="579" y="257"/>
                    <a:pt x="585" y="253"/>
                    <a:pt x="589" y="251"/>
                  </a:cubicBezTo>
                  <a:cubicBezTo>
                    <a:pt x="592" y="250"/>
                    <a:pt x="585" y="246"/>
                    <a:pt x="580" y="246"/>
                  </a:cubicBezTo>
                  <a:cubicBezTo>
                    <a:pt x="575" y="246"/>
                    <a:pt x="574" y="243"/>
                    <a:pt x="574" y="241"/>
                  </a:cubicBezTo>
                  <a:cubicBezTo>
                    <a:pt x="574" y="238"/>
                    <a:pt x="564" y="233"/>
                    <a:pt x="561" y="234"/>
                  </a:cubicBezTo>
                  <a:cubicBezTo>
                    <a:pt x="558" y="235"/>
                    <a:pt x="552" y="229"/>
                    <a:pt x="548" y="229"/>
                  </a:cubicBezTo>
                  <a:cubicBezTo>
                    <a:pt x="544" y="229"/>
                    <a:pt x="537" y="226"/>
                    <a:pt x="538" y="221"/>
                  </a:cubicBezTo>
                  <a:cubicBezTo>
                    <a:pt x="539" y="216"/>
                    <a:pt x="547" y="222"/>
                    <a:pt x="548" y="219"/>
                  </a:cubicBezTo>
                  <a:cubicBezTo>
                    <a:pt x="550" y="215"/>
                    <a:pt x="540" y="217"/>
                    <a:pt x="540" y="214"/>
                  </a:cubicBezTo>
                  <a:cubicBezTo>
                    <a:pt x="539" y="212"/>
                    <a:pt x="542" y="213"/>
                    <a:pt x="544" y="211"/>
                  </a:cubicBezTo>
                  <a:cubicBezTo>
                    <a:pt x="546" y="210"/>
                    <a:pt x="542" y="206"/>
                    <a:pt x="540" y="205"/>
                  </a:cubicBezTo>
                  <a:cubicBezTo>
                    <a:pt x="538" y="204"/>
                    <a:pt x="537" y="208"/>
                    <a:pt x="535" y="208"/>
                  </a:cubicBezTo>
                  <a:cubicBezTo>
                    <a:pt x="533" y="208"/>
                    <a:pt x="535" y="204"/>
                    <a:pt x="536" y="202"/>
                  </a:cubicBezTo>
                  <a:cubicBezTo>
                    <a:pt x="538" y="199"/>
                    <a:pt x="529" y="197"/>
                    <a:pt x="525" y="198"/>
                  </a:cubicBezTo>
                  <a:cubicBezTo>
                    <a:pt x="521" y="199"/>
                    <a:pt x="520" y="197"/>
                    <a:pt x="520" y="195"/>
                  </a:cubicBezTo>
                  <a:cubicBezTo>
                    <a:pt x="520" y="192"/>
                    <a:pt x="513" y="195"/>
                    <a:pt x="510" y="197"/>
                  </a:cubicBezTo>
                  <a:cubicBezTo>
                    <a:pt x="508" y="199"/>
                    <a:pt x="504" y="195"/>
                    <a:pt x="508" y="194"/>
                  </a:cubicBezTo>
                  <a:cubicBezTo>
                    <a:pt x="511" y="194"/>
                    <a:pt x="515" y="191"/>
                    <a:pt x="514" y="188"/>
                  </a:cubicBezTo>
                  <a:cubicBezTo>
                    <a:pt x="513" y="185"/>
                    <a:pt x="504" y="185"/>
                    <a:pt x="503" y="189"/>
                  </a:cubicBezTo>
                  <a:cubicBezTo>
                    <a:pt x="501" y="192"/>
                    <a:pt x="494" y="185"/>
                    <a:pt x="494" y="182"/>
                  </a:cubicBezTo>
                  <a:cubicBezTo>
                    <a:pt x="494" y="179"/>
                    <a:pt x="484" y="182"/>
                    <a:pt x="485" y="177"/>
                  </a:cubicBezTo>
                  <a:cubicBezTo>
                    <a:pt x="486" y="172"/>
                    <a:pt x="473" y="171"/>
                    <a:pt x="469" y="171"/>
                  </a:cubicBezTo>
                  <a:cubicBezTo>
                    <a:pt x="466" y="171"/>
                    <a:pt x="461" y="173"/>
                    <a:pt x="461" y="177"/>
                  </a:cubicBezTo>
                  <a:cubicBezTo>
                    <a:pt x="462" y="180"/>
                    <a:pt x="457" y="179"/>
                    <a:pt x="457" y="175"/>
                  </a:cubicBezTo>
                  <a:cubicBezTo>
                    <a:pt x="456" y="171"/>
                    <a:pt x="447" y="179"/>
                    <a:pt x="445" y="179"/>
                  </a:cubicBezTo>
                  <a:cubicBezTo>
                    <a:pt x="442" y="179"/>
                    <a:pt x="446" y="170"/>
                    <a:pt x="445" y="167"/>
                  </a:cubicBezTo>
                  <a:cubicBezTo>
                    <a:pt x="444" y="164"/>
                    <a:pt x="442" y="163"/>
                    <a:pt x="440" y="158"/>
                  </a:cubicBezTo>
                  <a:cubicBezTo>
                    <a:pt x="438" y="153"/>
                    <a:pt x="428" y="155"/>
                    <a:pt x="426" y="158"/>
                  </a:cubicBezTo>
                  <a:cubicBezTo>
                    <a:pt x="423" y="161"/>
                    <a:pt x="414" y="159"/>
                    <a:pt x="410" y="164"/>
                  </a:cubicBezTo>
                  <a:cubicBezTo>
                    <a:pt x="405" y="169"/>
                    <a:pt x="410" y="173"/>
                    <a:pt x="412" y="175"/>
                  </a:cubicBezTo>
                  <a:cubicBezTo>
                    <a:pt x="414" y="176"/>
                    <a:pt x="405" y="179"/>
                    <a:pt x="408" y="182"/>
                  </a:cubicBezTo>
                  <a:cubicBezTo>
                    <a:pt x="411" y="184"/>
                    <a:pt x="416" y="183"/>
                    <a:pt x="416" y="187"/>
                  </a:cubicBezTo>
                  <a:cubicBezTo>
                    <a:pt x="416" y="191"/>
                    <a:pt x="405" y="186"/>
                    <a:pt x="404" y="182"/>
                  </a:cubicBezTo>
                  <a:cubicBezTo>
                    <a:pt x="402" y="179"/>
                    <a:pt x="404" y="175"/>
                    <a:pt x="402" y="173"/>
                  </a:cubicBezTo>
                  <a:cubicBezTo>
                    <a:pt x="400" y="170"/>
                    <a:pt x="402" y="167"/>
                    <a:pt x="406" y="162"/>
                  </a:cubicBezTo>
                  <a:cubicBezTo>
                    <a:pt x="410" y="158"/>
                    <a:pt x="413" y="158"/>
                    <a:pt x="413" y="156"/>
                  </a:cubicBezTo>
                  <a:cubicBezTo>
                    <a:pt x="413" y="153"/>
                    <a:pt x="395" y="153"/>
                    <a:pt x="385" y="163"/>
                  </a:cubicBezTo>
                  <a:cubicBezTo>
                    <a:pt x="374" y="173"/>
                    <a:pt x="377" y="186"/>
                    <a:pt x="378" y="188"/>
                  </a:cubicBezTo>
                  <a:cubicBezTo>
                    <a:pt x="378" y="191"/>
                    <a:pt x="388" y="190"/>
                    <a:pt x="393" y="191"/>
                  </a:cubicBezTo>
                  <a:cubicBezTo>
                    <a:pt x="399" y="193"/>
                    <a:pt x="396" y="195"/>
                    <a:pt x="392" y="195"/>
                  </a:cubicBezTo>
                  <a:cubicBezTo>
                    <a:pt x="387" y="194"/>
                    <a:pt x="380" y="193"/>
                    <a:pt x="381" y="196"/>
                  </a:cubicBezTo>
                  <a:cubicBezTo>
                    <a:pt x="381" y="199"/>
                    <a:pt x="390" y="204"/>
                    <a:pt x="395" y="203"/>
                  </a:cubicBezTo>
                  <a:cubicBezTo>
                    <a:pt x="400" y="201"/>
                    <a:pt x="400" y="201"/>
                    <a:pt x="402" y="204"/>
                  </a:cubicBezTo>
                  <a:cubicBezTo>
                    <a:pt x="405" y="207"/>
                    <a:pt x="411" y="206"/>
                    <a:pt x="417" y="207"/>
                  </a:cubicBezTo>
                  <a:cubicBezTo>
                    <a:pt x="423" y="207"/>
                    <a:pt x="430" y="209"/>
                    <a:pt x="433" y="210"/>
                  </a:cubicBezTo>
                  <a:cubicBezTo>
                    <a:pt x="436" y="210"/>
                    <a:pt x="440" y="208"/>
                    <a:pt x="441" y="206"/>
                  </a:cubicBezTo>
                  <a:cubicBezTo>
                    <a:pt x="442" y="205"/>
                    <a:pt x="454" y="209"/>
                    <a:pt x="457" y="209"/>
                  </a:cubicBezTo>
                  <a:cubicBezTo>
                    <a:pt x="461" y="208"/>
                    <a:pt x="459" y="205"/>
                    <a:pt x="456" y="204"/>
                  </a:cubicBezTo>
                  <a:cubicBezTo>
                    <a:pt x="454" y="203"/>
                    <a:pt x="455" y="199"/>
                    <a:pt x="458" y="200"/>
                  </a:cubicBezTo>
                  <a:cubicBezTo>
                    <a:pt x="461" y="202"/>
                    <a:pt x="466" y="203"/>
                    <a:pt x="467" y="206"/>
                  </a:cubicBezTo>
                  <a:cubicBezTo>
                    <a:pt x="468" y="209"/>
                    <a:pt x="470" y="207"/>
                    <a:pt x="471" y="210"/>
                  </a:cubicBezTo>
                  <a:cubicBezTo>
                    <a:pt x="471" y="212"/>
                    <a:pt x="482" y="214"/>
                    <a:pt x="482" y="217"/>
                  </a:cubicBezTo>
                  <a:cubicBezTo>
                    <a:pt x="482" y="220"/>
                    <a:pt x="472" y="221"/>
                    <a:pt x="475" y="223"/>
                  </a:cubicBezTo>
                  <a:cubicBezTo>
                    <a:pt x="478" y="226"/>
                    <a:pt x="482" y="220"/>
                    <a:pt x="486" y="220"/>
                  </a:cubicBezTo>
                  <a:cubicBezTo>
                    <a:pt x="490" y="220"/>
                    <a:pt x="490" y="228"/>
                    <a:pt x="493" y="227"/>
                  </a:cubicBezTo>
                  <a:cubicBezTo>
                    <a:pt x="497" y="225"/>
                    <a:pt x="500" y="229"/>
                    <a:pt x="504" y="234"/>
                  </a:cubicBezTo>
                  <a:cubicBezTo>
                    <a:pt x="508" y="240"/>
                    <a:pt x="504" y="245"/>
                    <a:pt x="504" y="247"/>
                  </a:cubicBezTo>
                  <a:cubicBezTo>
                    <a:pt x="504" y="249"/>
                    <a:pt x="512" y="248"/>
                    <a:pt x="516" y="246"/>
                  </a:cubicBezTo>
                  <a:cubicBezTo>
                    <a:pt x="520" y="244"/>
                    <a:pt x="524" y="249"/>
                    <a:pt x="527" y="252"/>
                  </a:cubicBezTo>
                  <a:cubicBezTo>
                    <a:pt x="531" y="255"/>
                    <a:pt x="515" y="259"/>
                    <a:pt x="517" y="257"/>
                  </a:cubicBezTo>
                  <a:cubicBezTo>
                    <a:pt x="518" y="254"/>
                    <a:pt x="508" y="246"/>
                    <a:pt x="498" y="250"/>
                  </a:cubicBezTo>
                  <a:cubicBezTo>
                    <a:pt x="489" y="254"/>
                    <a:pt x="495" y="259"/>
                    <a:pt x="496" y="262"/>
                  </a:cubicBezTo>
                  <a:cubicBezTo>
                    <a:pt x="497" y="266"/>
                    <a:pt x="488" y="269"/>
                    <a:pt x="479" y="266"/>
                  </a:cubicBezTo>
                  <a:cubicBezTo>
                    <a:pt x="470" y="263"/>
                    <a:pt x="473" y="268"/>
                    <a:pt x="469" y="268"/>
                  </a:cubicBezTo>
                  <a:cubicBezTo>
                    <a:pt x="466" y="268"/>
                    <a:pt x="462" y="273"/>
                    <a:pt x="465" y="277"/>
                  </a:cubicBezTo>
                  <a:cubicBezTo>
                    <a:pt x="468" y="281"/>
                    <a:pt x="475" y="277"/>
                    <a:pt x="481" y="278"/>
                  </a:cubicBezTo>
                  <a:cubicBezTo>
                    <a:pt x="487" y="278"/>
                    <a:pt x="488" y="280"/>
                    <a:pt x="488" y="276"/>
                  </a:cubicBezTo>
                  <a:cubicBezTo>
                    <a:pt x="489" y="273"/>
                    <a:pt x="495" y="275"/>
                    <a:pt x="499" y="276"/>
                  </a:cubicBezTo>
                  <a:cubicBezTo>
                    <a:pt x="504" y="277"/>
                    <a:pt x="503" y="283"/>
                    <a:pt x="508" y="283"/>
                  </a:cubicBezTo>
                  <a:cubicBezTo>
                    <a:pt x="513" y="284"/>
                    <a:pt x="509" y="289"/>
                    <a:pt x="512" y="293"/>
                  </a:cubicBezTo>
                  <a:cubicBezTo>
                    <a:pt x="515" y="296"/>
                    <a:pt x="526" y="294"/>
                    <a:pt x="530" y="298"/>
                  </a:cubicBezTo>
                  <a:cubicBezTo>
                    <a:pt x="534" y="302"/>
                    <a:pt x="550" y="310"/>
                    <a:pt x="552" y="307"/>
                  </a:cubicBezTo>
                  <a:cubicBezTo>
                    <a:pt x="555" y="304"/>
                    <a:pt x="538" y="289"/>
                    <a:pt x="533" y="287"/>
                  </a:cubicBezTo>
                  <a:cubicBezTo>
                    <a:pt x="528" y="286"/>
                    <a:pt x="538" y="284"/>
                    <a:pt x="544" y="289"/>
                  </a:cubicBezTo>
                  <a:cubicBezTo>
                    <a:pt x="551" y="294"/>
                    <a:pt x="560" y="297"/>
                    <a:pt x="564" y="291"/>
                  </a:cubicBezTo>
                  <a:cubicBezTo>
                    <a:pt x="569" y="285"/>
                    <a:pt x="560" y="286"/>
                    <a:pt x="560" y="282"/>
                  </a:cubicBezTo>
                  <a:cubicBezTo>
                    <a:pt x="560" y="278"/>
                    <a:pt x="557" y="272"/>
                    <a:pt x="553" y="272"/>
                  </a:cubicBezTo>
                  <a:cubicBezTo>
                    <a:pt x="548" y="272"/>
                    <a:pt x="537" y="263"/>
                    <a:pt x="541" y="261"/>
                  </a:cubicBezTo>
                  <a:cubicBezTo>
                    <a:pt x="545" y="259"/>
                    <a:pt x="539" y="256"/>
                    <a:pt x="543" y="253"/>
                  </a:cubicBezTo>
                  <a:cubicBezTo>
                    <a:pt x="546" y="249"/>
                    <a:pt x="549" y="256"/>
                    <a:pt x="553" y="256"/>
                  </a:cubicBezTo>
                  <a:moveTo>
                    <a:pt x="447" y="285"/>
                  </a:moveTo>
                  <a:cubicBezTo>
                    <a:pt x="447" y="282"/>
                    <a:pt x="436" y="281"/>
                    <a:pt x="437" y="277"/>
                  </a:cubicBezTo>
                  <a:cubicBezTo>
                    <a:pt x="437" y="273"/>
                    <a:pt x="426" y="270"/>
                    <a:pt x="422" y="269"/>
                  </a:cubicBezTo>
                  <a:cubicBezTo>
                    <a:pt x="419" y="267"/>
                    <a:pt x="413" y="266"/>
                    <a:pt x="413" y="262"/>
                  </a:cubicBezTo>
                  <a:cubicBezTo>
                    <a:pt x="413" y="258"/>
                    <a:pt x="405" y="261"/>
                    <a:pt x="405" y="267"/>
                  </a:cubicBezTo>
                  <a:cubicBezTo>
                    <a:pt x="405" y="272"/>
                    <a:pt x="401" y="271"/>
                    <a:pt x="403" y="277"/>
                  </a:cubicBezTo>
                  <a:cubicBezTo>
                    <a:pt x="405" y="282"/>
                    <a:pt x="396" y="284"/>
                    <a:pt x="397" y="286"/>
                  </a:cubicBezTo>
                  <a:cubicBezTo>
                    <a:pt x="398" y="289"/>
                    <a:pt x="402" y="286"/>
                    <a:pt x="406" y="286"/>
                  </a:cubicBezTo>
                  <a:cubicBezTo>
                    <a:pt x="410" y="286"/>
                    <a:pt x="405" y="292"/>
                    <a:pt x="410" y="292"/>
                  </a:cubicBezTo>
                  <a:cubicBezTo>
                    <a:pt x="414" y="292"/>
                    <a:pt x="421" y="288"/>
                    <a:pt x="422" y="285"/>
                  </a:cubicBezTo>
                  <a:cubicBezTo>
                    <a:pt x="424" y="283"/>
                    <a:pt x="427" y="282"/>
                    <a:pt x="432" y="285"/>
                  </a:cubicBezTo>
                  <a:cubicBezTo>
                    <a:pt x="436" y="288"/>
                    <a:pt x="446" y="288"/>
                    <a:pt x="447" y="285"/>
                  </a:cubicBezTo>
                  <a:moveTo>
                    <a:pt x="423" y="303"/>
                  </a:moveTo>
                  <a:cubicBezTo>
                    <a:pt x="428" y="306"/>
                    <a:pt x="436" y="298"/>
                    <a:pt x="436" y="295"/>
                  </a:cubicBezTo>
                  <a:cubicBezTo>
                    <a:pt x="435" y="292"/>
                    <a:pt x="417" y="299"/>
                    <a:pt x="423" y="303"/>
                  </a:cubicBezTo>
                  <a:moveTo>
                    <a:pt x="452" y="310"/>
                  </a:moveTo>
                  <a:cubicBezTo>
                    <a:pt x="454" y="310"/>
                    <a:pt x="459" y="302"/>
                    <a:pt x="453" y="302"/>
                  </a:cubicBezTo>
                  <a:cubicBezTo>
                    <a:pt x="447" y="302"/>
                    <a:pt x="448" y="311"/>
                    <a:pt x="452" y="310"/>
                  </a:cubicBezTo>
                  <a:moveTo>
                    <a:pt x="370" y="29"/>
                  </a:moveTo>
                  <a:cubicBezTo>
                    <a:pt x="374" y="26"/>
                    <a:pt x="378" y="28"/>
                    <a:pt x="374" y="30"/>
                  </a:cubicBezTo>
                  <a:cubicBezTo>
                    <a:pt x="370" y="32"/>
                    <a:pt x="372" y="33"/>
                    <a:pt x="377" y="33"/>
                  </a:cubicBezTo>
                  <a:cubicBezTo>
                    <a:pt x="383" y="33"/>
                    <a:pt x="375" y="35"/>
                    <a:pt x="375" y="38"/>
                  </a:cubicBezTo>
                  <a:cubicBezTo>
                    <a:pt x="375" y="41"/>
                    <a:pt x="381" y="39"/>
                    <a:pt x="382" y="43"/>
                  </a:cubicBezTo>
                  <a:cubicBezTo>
                    <a:pt x="382" y="46"/>
                    <a:pt x="396" y="47"/>
                    <a:pt x="400" y="43"/>
                  </a:cubicBezTo>
                  <a:cubicBezTo>
                    <a:pt x="404" y="39"/>
                    <a:pt x="403" y="44"/>
                    <a:pt x="402" y="47"/>
                  </a:cubicBezTo>
                  <a:cubicBezTo>
                    <a:pt x="402" y="49"/>
                    <a:pt x="422" y="52"/>
                    <a:pt x="423" y="48"/>
                  </a:cubicBezTo>
                  <a:cubicBezTo>
                    <a:pt x="424" y="45"/>
                    <a:pt x="427" y="46"/>
                    <a:pt x="431" y="47"/>
                  </a:cubicBezTo>
                  <a:cubicBezTo>
                    <a:pt x="435" y="48"/>
                    <a:pt x="454" y="44"/>
                    <a:pt x="455" y="40"/>
                  </a:cubicBezTo>
                  <a:cubicBezTo>
                    <a:pt x="455" y="36"/>
                    <a:pt x="461" y="42"/>
                    <a:pt x="455" y="46"/>
                  </a:cubicBezTo>
                  <a:cubicBezTo>
                    <a:pt x="448" y="50"/>
                    <a:pt x="436" y="50"/>
                    <a:pt x="430" y="51"/>
                  </a:cubicBezTo>
                  <a:cubicBezTo>
                    <a:pt x="425" y="53"/>
                    <a:pt x="434" y="57"/>
                    <a:pt x="440" y="61"/>
                  </a:cubicBezTo>
                  <a:cubicBezTo>
                    <a:pt x="445" y="65"/>
                    <a:pt x="432" y="63"/>
                    <a:pt x="427" y="58"/>
                  </a:cubicBezTo>
                  <a:cubicBezTo>
                    <a:pt x="422" y="52"/>
                    <a:pt x="410" y="52"/>
                    <a:pt x="404" y="52"/>
                  </a:cubicBezTo>
                  <a:cubicBezTo>
                    <a:pt x="398" y="53"/>
                    <a:pt x="400" y="64"/>
                    <a:pt x="404" y="64"/>
                  </a:cubicBezTo>
                  <a:cubicBezTo>
                    <a:pt x="409" y="64"/>
                    <a:pt x="413" y="66"/>
                    <a:pt x="418" y="73"/>
                  </a:cubicBezTo>
                  <a:cubicBezTo>
                    <a:pt x="423" y="80"/>
                    <a:pt x="432" y="78"/>
                    <a:pt x="432" y="82"/>
                  </a:cubicBezTo>
                  <a:cubicBezTo>
                    <a:pt x="432" y="85"/>
                    <a:pt x="420" y="79"/>
                    <a:pt x="413" y="78"/>
                  </a:cubicBezTo>
                  <a:cubicBezTo>
                    <a:pt x="405" y="76"/>
                    <a:pt x="394" y="81"/>
                    <a:pt x="394" y="86"/>
                  </a:cubicBezTo>
                  <a:cubicBezTo>
                    <a:pt x="393" y="91"/>
                    <a:pt x="404" y="91"/>
                    <a:pt x="411" y="86"/>
                  </a:cubicBezTo>
                  <a:cubicBezTo>
                    <a:pt x="418" y="82"/>
                    <a:pt x="413" y="88"/>
                    <a:pt x="410" y="91"/>
                  </a:cubicBezTo>
                  <a:cubicBezTo>
                    <a:pt x="406" y="94"/>
                    <a:pt x="418" y="97"/>
                    <a:pt x="418" y="101"/>
                  </a:cubicBezTo>
                  <a:cubicBezTo>
                    <a:pt x="418" y="105"/>
                    <a:pt x="409" y="103"/>
                    <a:pt x="408" y="100"/>
                  </a:cubicBezTo>
                  <a:cubicBezTo>
                    <a:pt x="407" y="96"/>
                    <a:pt x="404" y="93"/>
                    <a:pt x="396" y="93"/>
                  </a:cubicBezTo>
                  <a:cubicBezTo>
                    <a:pt x="387" y="94"/>
                    <a:pt x="389" y="100"/>
                    <a:pt x="395" y="101"/>
                  </a:cubicBezTo>
                  <a:cubicBezTo>
                    <a:pt x="400" y="101"/>
                    <a:pt x="400" y="105"/>
                    <a:pt x="394" y="105"/>
                  </a:cubicBezTo>
                  <a:cubicBezTo>
                    <a:pt x="388" y="105"/>
                    <a:pt x="375" y="109"/>
                    <a:pt x="379" y="113"/>
                  </a:cubicBezTo>
                  <a:cubicBezTo>
                    <a:pt x="384" y="117"/>
                    <a:pt x="400" y="113"/>
                    <a:pt x="403" y="115"/>
                  </a:cubicBezTo>
                  <a:cubicBezTo>
                    <a:pt x="406" y="118"/>
                    <a:pt x="414" y="119"/>
                    <a:pt x="416" y="116"/>
                  </a:cubicBezTo>
                  <a:cubicBezTo>
                    <a:pt x="418" y="113"/>
                    <a:pt x="425" y="114"/>
                    <a:pt x="431" y="114"/>
                  </a:cubicBezTo>
                  <a:cubicBezTo>
                    <a:pt x="438" y="114"/>
                    <a:pt x="440" y="115"/>
                    <a:pt x="442" y="118"/>
                  </a:cubicBezTo>
                  <a:cubicBezTo>
                    <a:pt x="445" y="120"/>
                    <a:pt x="451" y="119"/>
                    <a:pt x="454" y="117"/>
                  </a:cubicBezTo>
                  <a:cubicBezTo>
                    <a:pt x="458" y="114"/>
                    <a:pt x="458" y="114"/>
                    <a:pt x="462" y="114"/>
                  </a:cubicBezTo>
                  <a:cubicBezTo>
                    <a:pt x="467" y="114"/>
                    <a:pt x="468" y="111"/>
                    <a:pt x="466" y="108"/>
                  </a:cubicBezTo>
                  <a:cubicBezTo>
                    <a:pt x="463" y="104"/>
                    <a:pt x="457" y="110"/>
                    <a:pt x="457" y="108"/>
                  </a:cubicBezTo>
                  <a:cubicBezTo>
                    <a:pt x="456" y="104"/>
                    <a:pt x="451" y="103"/>
                    <a:pt x="441" y="105"/>
                  </a:cubicBezTo>
                  <a:cubicBezTo>
                    <a:pt x="432" y="106"/>
                    <a:pt x="436" y="99"/>
                    <a:pt x="442" y="101"/>
                  </a:cubicBezTo>
                  <a:cubicBezTo>
                    <a:pt x="447" y="102"/>
                    <a:pt x="455" y="101"/>
                    <a:pt x="461" y="100"/>
                  </a:cubicBezTo>
                  <a:cubicBezTo>
                    <a:pt x="467" y="98"/>
                    <a:pt x="462" y="95"/>
                    <a:pt x="462" y="93"/>
                  </a:cubicBezTo>
                  <a:cubicBezTo>
                    <a:pt x="462" y="90"/>
                    <a:pt x="470" y="92"/>
                    <a:pt x="476" y="92"/>
                  </a:cubicBezTo>
                  <a:cubicBezTo>
                    <a:pt x="482" y="92"/>
                    <a:pt x="490" y="82"/>
                    <a:pt x="491" y="77"/>
                  </a:cubicBezTo>
                  <a:cubicBezTo>
                    <a:pt x="491" y="71"/>
                    <a:pt x="478" y="72"/>
                    <a:pt x="471" y="72"/>
                  </a:cubicBezTo>
                  <a:cubicBezTo>
                    <a:pt x="465" y="72"/>
                    <a:pt x="475" y="68"/>
                    <a:pt x="488" y="68"/>
                  </a:cubicBezTo>
                  <a:cubicBezTo>
                    <a:pt x="500" y="69"/>
                    <a:pt x="495" y="63"/>
                    <a:pt x="497" y="61"/>
                  </a:cubicBezTo>
                  <a:cubicBezTo>
                    <a:pt x="499" y="59"/>
                    <a:pt x="505" y="64"/>
                    <a:pt x="511" y="62"/>
                  </a:cubicBezTo>
                  <a:cubicBezTo>
                    <a:pt x="517" y="61"/>
                    <a:pt x="513" y="56"/>
                    <a:pt x="517" y="56"/>
                  </a:cubicBezTo>
                  <a:cubicBezTo>
                    <a:pt x="520" y="56"/>
                    <a:pt x="527" y="51"/>
                    <a:pt x="540" y="44"/>
                  </a:cubicBezTo>
                  <a:cubicBezTo>
                    <a:pt x="554" y="36"/>
                    <a:pt x="564" y="38"/>
                    <a:pt x="565" y="33"/>
                  </a:cubicBezTo>
                  <a:cubicBezTo>
                    <a:pt x="565" y="29"/>
                    <a:pt x="546" y="33"/>
                    <a:pt x="543" y="32"/>
                  </a:cubicBezTo>
                  <a:cubicBezTo>
                    <a:pt x="540" y="31"/>
                    <a:pt x="556" y="27"/>
                    <a:pt x="560" y="28"/>
                  </a:cubicBezTo>
                  <a:cubicBezTo>
                    <a:pt x="564" y="29"/>
                    <a:pt x="569" y="28"/>
                    <a:pt x="583" y="22"/>
                  </a:cubicBezTo>
                  <a:cubicBezTo>
                    <a:pt x="596" y="15"/>
                    <a:pt x="590" y="14"/>
                    <a:pt x="585" y="15"/>
                  </a:cubicBezTo>
                  <a:cubicBezTo>
                    <a:pt x="579" y="16"/>
                    <a:pt x="573" y="14"/>
                    <a:pt x="573" y="10"/>
                  </a:cubicBezTo>
                  <a:cubicBezTo>
                    <a:pt x="574" y="6"/>
                    <a:pt x="565" y="10"/>
                    <a:pt x="565" y="8"/>
                  </a:cubicBezTo>
                  <a:cubicBezTo>
                    <a:pt x="564" y="6"/>
                    <a:pt x="557" y="7"/>
                    <a:pt x="548" y="10"/>
                  </a:cubicBezTo>
                  <a:cubicBezTo>
                    <a:pt x="540" y="13"/>
                    <a:pt x="548" y="7"/>
                    <a:pt x="551" y="5"/>
                  </a:cubicBezTo>
                  <a:cubicBezTo>
                    <a:pt x="555" y="4"/>
                    <a:pt x="530" y="5"/>
                    <a:pt x="525" y="2"/>
                  </a:cubicBezTo>
                  <a:cubicBezTo>
                    <a:pt x="521" y="0"/>
                    <a:pt x="516" y="7"/>
                    <a:pt x="512" y="3"/>
                  </a:cubicBezTo>
                  <a:cubicBezTo>
                    <a:pt x="509" y="0"/>
                    <a:pt x="498" y="3"/>
                    <a:pt x="500" y="6"/>
                  </a:cubicBezTo>
                  <a:cubicBezTo>
                    <a:pt x="501" y="9"/>
                    <a:pt x="498" y="9"/>
                    <a:pt x="494" y="5"/>
                  </a:cubicBezTo>
                  <a:cubicBezTo>
                    <a:pt x="490" y="2"/>
                    <a:pt x="483" y="6"/>
                    <a:pt x="476" y="5"/>
                  </a:cubicBezTo>
                  <a:cubicBezTo>
                    <a:pt x="469" y="4"/>
                    <a:pt x="472" y="10"/>
                    <a:pt x="465" y="7"/>
                  </a:cubicBezTo>
                  <a:cubicBezTo>
                    <a:pt x="457" y="4"/>
                    <a:pt x="449" y="5"/>
                    <a:pt x="451" y="6"/>
                  </a:cubicBezTo>
                  <a:cubicBezTo>
                    <a:pt x="454" y="7"/>
                    <a:pt x="451" y="9"/>
                    <a:pt x="447" y="8"/>
                  </a:cubicBezTo>
                  <a:cubicBezTo>
                    <a:pt x="444" y="7"/>
                    <a:pt x="441" y="9"/>
                    <a:pt x="443" y="12"/>
                  </a:cubicBezTo>
                  <a:cubicBezTo>
                    <a:pt x="444" y="15"/>
                    <a:pt x="431" y="11"/>
                    <a:pt x="431" y="15"/>
                  </a:cubicBezTo>
                  <a:cubicBezTo>
                    <a:pt x="431" y="18"/>
                    <a:pt x="426" y="20"/>
                    <a:pt x="422" y="17"/>
                  </a:cubicBezTo>
                  <a:cubicBezTo>
                    <a:pt x="418" y="14"/>
                    <a:pt x="406" y="13"/>
                    <a:pt x="409" y="16"/>
                  </a:cubicBezTo>
                  <a:cubicBezTo>
                    <a:pt x="413" y="18"/>
                    <a:pt x="398" y="17"/>
                    <a:pt x="402" y="20"/>
                  </a:cubicBezTo>
                  <a:cubicBezTo>
                    <a:pt x="406" y="23"/>
                    <a:pt x="397" y="25"/>
                    <a:pt x="397" y="23"/>
                  </a:cubicBezTo>
                  <a:cubicBezTo>
                    <a:pt x="397" y="22"/>
                    <a:pt x="389" y="19"/>
                    <a:pt x="386" y="22"/>
                  </a:cubicBezTo>
                  <a:cubicBezTo>
                    <a:pt x="383" y="25"/>
                    <a:pt x="382" y="28"/>
                    <a:pt x="380" y="26"/>
                  </a:cubicBezTo>
                  <a:cubicBezTo>
                    <a:pt x="378" y="24"/>
                    <a:pt x="371" y="25"/>
                    <a:pt x="364" y="28"/>
                  </a:cubicBezTo>
                  <a:cubicBezTo>
                    <a:pt x="358" y="30"/>
                    <a:pt x="365" y="32"/>
                    <a:pt x="370" y="29"/>
                  </a:cubicBezTo>
                  <a:moveTo>
                    <a:pt x="331" y="61"/>
                  </a:moveTo>
                  <a:cubicBezTo>
                    <a:pt x="335" y="64"/>
                    <a:pt x="332" y="67"/>
                    <a:pt x="338" y="69"/>
                  </a:cubicBezTo>
                  <a:cubicBezTo>
                    <a:pt x="343" y="72"/>
                    <a:pt x="358" y="66"/>
                    <a:pt x="359" y="70"/>
                  </a:cubicBezTo>
                  <a:cubicBezTo>
                    <a:pt x="360" y="73"/>
                    <a:pt x="344" y="74"/>
                    <a:pt x="346" y="76"/>
                  </a:cubicBezTo>
                  <a:cubicBezTo>
                    <a:pt x="348" y="78"/>
                    <a:pt x="358" y="82"/>
                    <a:pt x="357" y="84"/>
                  </a:cubicBezTo>
                  <a:cubicBezTo>
                    <a:pt x="355" y="86"/>
                    <a:pt x="372" y="91"/>
                    <a:pt x="374" y="89"/>
                  </a:cubicBezTo>
                  <a:cubicBezTo>
                    <a:pt x="375" y="86"/>
                    <a:pt x="380" y="87"/>
                    <a:pt x="384" y="88"/>
                  </a:cubicBezTo>
                  <a:cubicBezTo>
                    <a:pt x="388" y="90"/>
                    <a:pt x="389" y="78"/>
                    <a:pt x="392" y="80"/>
                  </a:cubicBezTo>
                  <a:cubicBezTo>
                    <a:pt x="395" y="82"/>
                    <a:pt x="394" y="76"/>
                    <a:pt x="399" y="74"/>
                  </a:cubicBezTo>
                  <a:cubicBezTo>
                    <a:pt x="404" y="72"/>
                    <a:pt x="411" y="72"/>
                    <a:pt x="412" y="70"/>
                  </a:cubicBezTo>
                  <a:cubicBezTo>
                    <a:pt x="412" y="68"/>
                    <a:pt x="410" y="66"/>
                    <a:pt x="404" y="67"/>
                  </a:cubicBezTo>
                  <a:cubicBezTo>
                    <a:pt x="399" y="67"/>
                    <a:pt x="395" y="65"/>
                    <a:pt x="397" y="62"/>
                  </a:cubicBezTo>
                  <a:cubicBezTo>
                    <a:pt x="400" y="58"/>
                    <a:pt x="391" y="58"/>
                    <a:pt x="394" y="55"/>
                  </a:cubicBezTo>
                  <a:cubicBezTo>
                    <a:pt x="397" y="52"/>
                    <a:pt x="388" y="50"/>
                    <a:pt x="389" y="54"/>
                  </a:cubicBezTo>
                  <a:cubicBezTo>
                    <a:pt x="390" y="58"/>
                    <a:pt x="383" y="54"/>
                    <a:pt x="382" y="50"/>
                  </a:cubicBezTo>
                  <a:cubicBezTo>
                    <a:pt x="381" y="47"/>
                    <a:pt x="368" y="45"/>
                    <a:pt x="359" y="38"/>
                  </a:cubicBezTo>
                  <a:cubicBezTo>
                    <a:pt x="350" y="30"/>
                    <a:pt x="341" y="35"/>
                    <a:pt x="346" y="36"/>
                  </a:cubicBezTo>
                  <a:cubicBezTo>
                    <a:pt x="351" y="37"/>
                    <a:pt x="351" y="40"/>
                    <a:pt x="347" y="39"/>
                  </a:cubicBezTo>
                  <a:cubicBezTo>
                    <a:pt x="343" y="39"/>
                    <a:pt x="335" y="40"/>
                    <a:pt x="342" y="42"/>
                  </a:cubicBezTo>
                  <a:cubicBezTo>
                    <a:pt x="349" y="45"/>
                    <a:pt x="341" y="46"/>
                    <a:pt x="336" y="46"/>
                  </a:cubicBezTo>
                  <a:cubicBezTo>
                    <a:pt x="330" y="46"/>
                    <a:pt x="330" y="53"/>
                    <a:pt x="337" y="54"/>
                  </a:cubicBezTo>
                  <a:cubicBezTo>
                    <a:pt x="344" y="55"/>
                    <a:pt x="339" y="59"/>
                    <a:pt x="333" y="58"/>
                  </a:cubicBezTo>
                  <a:cubicBezTo>
                    <a:pt x="327" y="56"/>
                    <a:pt x="325" y="59"/>
                    <a:pt x="331" y="61"/>
                  </a:cubicBezTo>
                  <a:moveTo>
                    <a:pt x="377" y="98"/>
                  </a:moveTo>
                  <a:cubicBezTo>
                    <a:pt x="372" y="95"/>
                    <a:pt x="364" y="101"/>
                    <a:pt x="370" y="103"/>
                  </a:cubicBezTo>
                  <a:cubicBezTo>
                    <a:pt x="375" y="105"/>
                    <a:pt x="383" y="101"/>
                    <a:pt x="377" y="98"/>
                  </a:cubicBezTo>
                  <a:moveTo>
                    <a:pt x="361" y="136"/>
                  </a:moveTo>
                  <a:cubicBezTo>
                    <a:pt x="363" y="143"/>
                    <a:pt x="366" y="138"/>
                    <a:pt x="369" y="141"/>
                  </a:cubicBezTo>
                  <a:cubicBezTo>
                    <a:pt x="373" y="143"/>
                    <a:pt x="378" y="145"/>
                    <a:pt x="381" y="143"/>
                  </a:cubicBezTo>
                  <a:cubicBezTo>
                    <a:pt x="384" y="140"/>
                    <a:pt x="386" y="138"/>
                    <a:pt x="386" y="140"/>
                  </a:cubicBezTo>
                  <a:cubicBezTo>
                    <a:pt x="388" y="144"/>
                    <a:pt x="395" y="144"/>
                    <a:pt x="411" y="145"/>
                  </a:cubicBezTo>
                  <a:cubicBezTo>
                    <a:pt x="427" y="145"/>
                    <a:pt x="423" y="138"/>
                    <a:pt x="427" y="141"/>
                  </a:cubicBezTo>
                  <a:cubicBezTo>
                    <a:pt x="432" y="143"/>
                    <a:pt x="442" y="143"/>
                    <a:pt x="447" y="143"/>
                  </a:cubicBezTo>
                  <a:cubicBezTo>
                    <a:pt x="451" y="142"/>
                    <a:pt x="454" y="134"/>
                    <a:pt x="453" y="131"/>
                  </a:cubicBezTo>
                  <a:cubicBezTo>
                    <a:pt x="453" y="127"/>
                    <a:pt x="418" y="124"/>
                    <a:pt x="412" y="128"/>
                  </a:cubicBezTo>
                  <a:cubicBezTo>
                    <a:pt x="406" y="131"/>
                    <a:pt x="396" y="126"/>
                    <a:pt x="391" y="129"/>
                  </a:cubicBezTo>
                  <a:cubicBezTo>
                    <a:pt x="386" y="131"/>
                    <a:pt x="388" y="126"/>
                    <a:pt x="379" y="125"/>
                  </a:cubicBezTo>
                  <a:cubicBezTo>
                    <a:pt x="370" y="125"/>
                    <a:pt x="380" y="120"/>
                    <a:pt x="381" y="118"/>
                  </a:cubicBezTo>
                  <a:cubicBezTo>
                    <a:pt x="383" y="116"/>
                    <a:pt x="368" y="111"/>
                    <a:pt x="362" y="113"/>
                  </a:cubicBezTo>
                  <a:cubicBezTo>
                    <a:pt x="356" y="114"/>
                    <a:pt x="352" y="111"/>
                    <a:pt x="346" y="108"/>
                  </a:cubicBezTo>
                  <a:cubicBezTo>
                    <a:pt x="340" y="105"/>
                    <a:pt x="324" y="106"/>
                    <a:pt x="328" y="111"/>
                  </a:cubicBezTo>
                  <a:cubicBezTo>
                    <a:pt x="330" y="114"/>
                    <a:pt x="349" y="121"/>
                    <a:pt x="351" y="117"/>
                  </a:cubicBezTo>
                  <a:cubicBezTo>
                    <a:pt x="353" y="114"/>
                    <a:pt x="358" y="121"/>
                    <a:pt x="360" y="125"/>
                  </a:cubicBezTo>
                  <a:cubicBezTo>
                    <a:pt x="363" y="129"/>
                    <a:pt x="358" y="130"/>
                    <a:pt x="361" y="136"/>
                  </a:cubicBezTo>
                  <a:moveTo>
                    <a:pt x="308" y="188"/>
                  </a:moveTo>
                  <a:cubicBezTo>
                    <a:pt x="315" y="193"/>
                    <a:pt x="313" y="185"/>
                    <a:pt x="321" y="185"/>
                  </a:cubicBezTo>
                  <a:cubicBezTo>
                    <a:pt x="329" y="185"/>
                    <a:pt x="329" y="172"/>
                    <a:pt x="331" y="167"/>
                  </a:cubicBezTo>
                  <a:cubicBezTo>
                    <a:pt x="332" y="162"/>
                    <a:pt x="324" y="162"/>
                    <a:pt x="326" y="166"/>
                  </a:cubicBezTo>
                  <a:cubicBezTo>
                    <a:pt x="328" y="170"/>
                    <a:pt x="326" y="173"/>
                    <a:pt x="325" y="169"/>
                  </a:cubicBezTo>
                  <a:cubicBezTo>
                    <a:pt x="324" y="165"/>
                    <a:pt x="318" y="169"/>
                    <a:pt x="316" y="165"/>
                  </a:cubicBezTo>
                  <a:cubicBezTo>
                    <a:pt x="314" y="162"/>
                    <a:pt x="323" y="162"/>
                    <a:pt x="325" y="157"/>
                  </a:cubicBezTo>
                  <a:cubicBezTo>
                    <a:pt x="328" y="153"/>
                    <a:pt x="318" y="154"/>
                    <a:pt x="320" y="151"/>
                  </a:cubicBezTo>
                  <a:cubicBezTo>
                    <a:pt x="322" y="147"/>
                    <a:pt x="306" y="151"/>
                    <a:pt x="311" y="153"/>
                  </a:cubicBezTo>
                  <a:cubicBezTo>
                    <a:pt x="316" y="155"/>
                    <a:pt x="311" y="157"/>
                    <a:pt x="306" y="154"/>
                  </a:cubicBezTo>
                  <a:cubicBezTo>
                    <a:pt x="302" y="151"/>
                    <a:pt x="289" y="156"/>
                    <a:pt x="294" y="160"/>
                  </a:cubicBezTo>
                  <a:cubicBezTo>
                    <a:pt x="297" y="163"/>
                    <a:pt x="308" y="158"/>
                    <a:pt x="302" y="167"/>
                  </a:cubicBezTo>
                  <a:cubicBezTo>
                    <a:pt x="296" y="175"/>
                    <a:pt x="293" y="164"/>
                    <a:pt x="287" y="165"/>
                  </a:cubicBezTo>
                  <a:cubicBezTo>
                    <a:pt x="281" y="166"/>
                    <a:pt x="284" y="173"/>
                    <a:pt x="293" y="176"/>
                  </a:cubicBezTo>
                  <a:cubicBezTo>
                    <a:pt x="302" y="179"/>
                    <a:pt x="301" y="184"/>
                    <a:pt x="308" y="188"/>
                  </a:cubicBezTo>
                  <a:moveTo>
                    <a:pt x="349" y="143"/>
                  </a:moveTo>
                  <a:cubicBezTo>
                    <a:pt x="355" y="143"/>
                    <a:pt x="352" y="135"/>
                    <a:pt x="346" y="130"/>
                  </a:cubicBezTo>
                  <a:cubicBezTo>
                    <a:pt x="339" y="126"/>
                    <a:pt x="325" y="136"/>
                    <a:pt x="327" y="138"/>
                  </a:cubicBezTo>
                  <a:cubicBezTo>
                    <a:pt x="330" y="140"/>
                    <a:pt x="344" y="143"/>
                    <a:pt x="349" y="143"/>
                  </a:cubicBezTo>
                  <a:moveTo>
                    <a:pt x="353" y="95"/>
                  </a:moveTo>
                  <a:cubicBezTo>
                    <a:pt x="352" y="93"/>
                    <a:pt x="328" y="96"/>
                    <a:pt x="331" y="99"/>
                  </a:cubicBezTo>
                  <a:cubicBezTo>
                    <a:pt x="338" y="104"/>
                    <a:pt x="354" y="97"/>
                    <a:pt x="353" y="95"/>
                  </a:cubicBezTo>
                  <a:moveTo>
                    <a:pt x="327" y="94"/>
                  </a:moveTo>
                  <a:cubicBezTo>
                    <a:pt x="331" y="94"/>
                    <a:pt x="335" y="93"/>
                    <a:pt x="340" y="91"/>
                  </a:cubicBezTo>
                  <a:cubicBezTo>
                    <a:pt x="344" y="90"/>
                    <a:pt x="337" y="90"/>
                    <a:pt x="340" y="86"/>
                  </a:cubicBezTo>
                  <a:cubicBezTo>
                    <a:pt x="343" y="82"/>
                    <a:pt x="333" y="82"/>
                    <a:pt x="332" y="83"/>
                  </a:cubicBezTo>
                  <a:cubicBezTo>
                    <a:pt x="332" y="84"/>
                    <a:pt x="319" y="75"/>
                    <a:pt x="317" y="78"/>
                  </a:cubicBezTo>
                  <a:cubicBezTo>
                    <a:pt x="315" y="81"/>
                    <a:pt x="322" y="94"/>
                    <a:pt x="327" y="94"/>
                  </a:cubicBezTo>
                  <a:moveTo>
                    <a:pt x="313" y="113"/>
                  </a:moveTo>
                  <a:cubicBezTo>
                    <a:pt x="313" y="116"/>
                    <a:pt x="305" y="112"/>
                    <a:pt x="299" y="110"/>
                  </a:cubicBezTo>
                  <a:cubicBezTo>
                    <a:pt x="293" y="108"/>
                    <a:pt x="297" y="115"/>
                    <a:pt x="302" y="118"/>
                  </a:cubicBezTo>
                  <a:cubicBezTo>
                    <a:pt x="306" y="122"/>
                    <a:pt x="299" y="120"/>
                    <a:pt x="293" y="116"/>
                  </a:cubicBezTo>
                  <a:cubicBezTo>
                    <a:pt x="287" y="112"/>
                    <a:pt x="288" y="119"/>
                    <a:pt x="290" y="121"/>
                  </a:cubicBezTo>
                  <a:cubicBezTo>
                    <a:pt x="293" y="124"/>
                    <a:pt x="290" y="127"/>
                    <a:pt x="286" y="122"/>
                  </a:cubicBezTo>
                  <a:cubicBezTo>
                    <a:pt x="282" y="116"/>
                    <a:pt x="280" y="111"/>
                    <a:pt x="274" y="111"/>
                  </a:cubicBezTo>
                  <a:cubicBezTo>
                    <a:pt x="268" y="110"/>
                    <a:pt x="271" y="117"/>
                    <a:pt x="273" y="120"/>
                  </a:cubicBezTo>
                  <a:cubicBezTo>
                    <a:pt x="276" y="124"/>
                    <a:pt x="279" y="125"/>
                    <a:pt x="285" y="128"/>
                  </a:cubicBezTo>
                  <a:cubicBezTo>
                    <a:pt x="290" y="131"/>
                    <a:pt x="298" y="127"/>
                    <a:pt x="302" y="128"/>
                  </a:cubicBezTo>
                  <a:cubicBezTo>
                    <a:pt x="306" y="129"/>
                    <a:pt x="298" y="133"/>
                    <a:pt x="301" y="137"/>
                  </a:cubicBezTo>
                  <a:cubicBezTo>
                    <a:pt x="303" y="140"/>
                    <a:pt x="310" y="138"/>
                    <a:pt x="316" y="137"/>
                  </a:cubicBezTo>
                  <a:cubicBezTo>
                    <a:pt x="321" y="137"/>
                    <a:pt x="319" y="134"/>
                    <a:pt x="322" y="131"/>
                  </a:cubicBezTo>
                  <a:cubicBezTo>
                    <a:pt x="325" y="129"/>
                    <a:pt x="319" y="129"/>
                    <a:pt x="321" y="124"/>
                  </a:cubicBezTo>
                  <a:cubicBezTo>
                    <a:pt x="324" y="118"/>
                    <a:pt x="313" y="110"/>
                    <a:pt x="313" y="113"/>
                  </a:cubicBezTo>
                  <a:moveTo>
                    <a:pt x="276" y="136"/>
                  </a:moveTo>
                  <a:cubicBezTo>
                    <a:pt x="278" y="133"/>
                    <a:pt x="271" y="128"/>
                    <a:pt x="269" y="132"/>
                  </a:cubicBezTo>
                  <a:cubicBezTo>
                    <a:pt x="267" y="137"/>
                    <a:pt x="274" y="138"/>
                    <a:pt x="276" y="136"/>
                  </a:cubicBezTo>
                  <a:moveTo>
                    <a:pt x="313" y="62"/>
                  </a:moveTo>
                  <a:cubicBezTo>
                    <a:pt x="315" y="58"/>
                    <a:pt x="299" y="55"/>
                    <a:pt x="303" y="58"/>
                  </a:cubicBezTo>
                  <a:cubicBezTo>
                    <a:pt x="305" y="60"/>
                    <a:pt x="311" y="66"/>
                    <a:pt x="313" y="62"/>
                  </a:cubicBezTo>
                  <a:moveTo>
                    <a:pt x="271" y="104"/>
                  </a:moveTo>
                  <a:cubicBezTo>
                    <a:pt x="273" y="101"/>
                    <a:pt x="260" y="91"/>
                    <a:pt x="260" y="96"/>
                  </a:cubicBezTo>
                  <a:cubicBezTo>
                    <a:pt x="259" y="101"/>
                    <a:pt x="268" y="108"/>
                    <a:pt x="271" y="104"/>
                  </a:cubicBezTo>
                  <a:moveTo>
                    <a:pt x="268" y="77"/>
                  </a:moveTo>
                  <a:cubicBezTo>
                    <a:pt x="272" y="74"/>
                    <a:pt x="279" y="79"/>
                    <a:pt x="278" y="82"/>
                  </a:cubicBezTo>
                  <a:cubicBezTo>
                    <a:pt x="277" y="85"/>
                    <a:pt x="266" y="81"/>
                    <a:pt x="266" y="84"/>
                  </a:cubicBezTo>
                  <a:cubicBezTo>
                    <a:pt x="267" y="85"/>
                    <a:pt x="268" y="88"/>
                    <a:pt x="276" y="86"/>
                  </a:cubicBezTo>
                  <a:cubicBezTo>
                    <a:pt x="284" y="84"/>
                    <a:pt x="290" y="86"/>
                    <a:pt x="295" y="90"/>
                  </a:cubicBezTo>
                  <a:cubicBezTo>
                    <a:pt x="301" y="94"/>
                    <a:pt x="305" y="96"/>
                    <a:pt x="309" y="91"/>
                  </a:cubicBezTo>
                  <a:cubicBezTo>
                    <a:pt x="313" y="87"/>
                    <a:pt x="304" y="86"/>
                    <a:pt x="306" y="83"/>
                  </a:cubicBezTo>
                  <a:cubicBezTo>
                    <a:pt x="308" y="80"/>
                    <a:pt x="301" y="78"/>
                    <a:pt x="297" y="78"/>
                  </a:cubicBezTo>
                  <a:cubicBezTo>
                    <a:pt x="294" y="78"/>
                    <a:pt x="292" y="72"/>
                    <a:pt x="290" y="73"/>
                  </a:cubicBezTo>
                  <a:cubicBezTo>
                    <a:pt x="287" y="74"/>
                    <a:pt x="285" y="76"/>
                    <a:pt x="285" y="72"/>
                  </a:cubicBezTo>
                  <a:cubicBezTo>
                    <a:pt x="285" y="68"/>
                    <a:pt x="268" y="68"/>
                    <a:pt x="263" y="69"/>
                  </a:cubicBezTo>
                  <a:cubicBezTo>
                    <a:pt x="259" y="71"/>
                    <a:pt x="264" y="80"/>
                    <a:pt x="268" y="77"/>
                  </a:cubicBezTo>
                  <a:moveTo>
                    <a:pt x="214" y="87"/>
                  </a:moveTo>
                  <a:cubicBezTo>
                    <a:pt x="217" y="88"/>
                    <a:pt x="221" y="84"/>
                    <a:pt x="223" y="86"/>
                  </a:cubicBezTo>
                  <a:cubicBezTo>
                    <a:pt x="225" y="88"/>
                    <a:pt x="235" y="90"/>
                    <a:pt x="235" y="85"/>
                  </a:cubicBezTo>
                  <a:cubicBezTo>
                    <a:pt x="235" y="79"/>
                    <a:pt x="222" y="79"/>
                    <a:pt x="219" y="81"/>
                  </a:cubicBezTo>
                  <a:cubicBezTo>
                    <a:pt x="216" y="83"/>
                    <a:pt x="201" y="83"/>
                    <a:pt x="205" y="86"/>
                  </a:cubicBezTo>
                  <a:cubicBezTo>
                    <a:pt x="208" y="88"/>
                    <a:pt x="211" y="86"/>
                    <a:pt x="214" y="87"/>
                  </a:cubicBezTo>
                  <a:moveTo>
                    <a:pt x="230" y="93"/>
                  </a:moveTo>
                  <a:cubicBezTo>
                    <a:pt x="234" y="93"/>
                    <a:pt x="232" y="89"/>
                    <a:pt x="225" y="90"/>
                  </a:cubicBezTo>
                  <a:cubicBezTo>
                    <a:pt x="219" y="91"/>
                    <a:pt x="207" y="91"/>
                    <a:pt x="207" y="96"/>
                  </a:cubicBezTo>
                  <a:cubicBezTo>
                    <a:pt x="207" y="100"/>
                    <a:pt x="209" y="102"/>
                    <a:pt x="217" y="103"/>
                  </a:cubicBezTo>
                  <a:cubicBezTo>
                    <a:pt x="224" y="103"/>
                    <a:pt x="231" y="96"/>
                    <a:pt x="227" y="96"/>
                  </a:cubicBezTo>
                  <a:cubicBezTo>
                    <a:pt x="223" y="96"/>
                    <a:pt x="226" y="94"/>
                    <a:pt x="230" y="93"/>
                  </a:cubicBezTo>
                  <a:moveTo>
                    <a:pt x="203" y="95"/>
                  </a:moveTo>
                  <a:cubicBezTo>
                    <a:pt x="205" y="91"/>
                    <a:pt x="192" y="92"/>
                    <a:pt x="193" y="93"/>
                  </a:cubicBezTo>
                  <a:cubicBezTo>
                    <a:pt x="195" y="96"/>
                    <a:pt x="201" y="99"/>
                    <a:pt x="203" y="95"/>
                  </a:cubicBezTo>
                  <a:moveTo>
                    <a:pt x="186" y="118"/>
                  </a:moveTo>
                  <a:cubicBezTo>
                    <a:pt x="181" y="119"/>
                    <a:pt x="182" y="123"/>
                    <a:pt x="187" y="123"/>
                  </a:cubicBezTo>
                  <a:cubicBezTo>
                    <a:pt x="192" y="123"/>
                    <a:pt x="194" y="125"/>
                    <a:pt x="186" y="125"/>
                  </a:cubicBezTo>
                  <a:cubicBezTo>
                    <a:pt x="179" y="124"/>
                    <a:pt x="176" y="131"/>
                    <a:pt x="181" y="129"/>
                  </a:cubicBezTo>
                  <a:cubicBezTo>
                    <a:pt x="186" y="128"/>
                    <a:pt x="192" y="128"/>
                    <a:pt x="188" y="129"/>
                  </a:cubicBezTo>
                  <a:cubicBezTo>
                    <a:pt x="184" y="131"/>
                    <a:pt x="174" y="132"/>
                    <a:pt x="175" y="134"/>
                  </a:cubicBezTo>
                  <a:cubicBezTo>
                    <a:pt x="176" y="135"/>
                    <a:pt x="180" y="135"/>
                    <a:pt x="185" y="136"/>
                  </a:cubicBezTo>
                  <a:cubicBezTo>
                    <a:pt x="189" y="138"/>
                    <a:pt x="192" y="139"/>
                    <a:pt x="195" y="135"/>
                  </a:cubicBezTo>
                  <a:cubicBezTo>
                    <a:pt x="198" y="132"/>
                    <a:pt x="202" y="128"/>
                    <a:pt x="201" y="133"/>
                  </a:cubicBezTo>
                  <a:cubicBezTo>
                    <a:pt x="199" y="138"/>
                    <a:pt x="206" y="134"/>
                    <a:pt x="215" y="134"/>
                  </a:cubicBezTo>
                  <a:cubicBezTo>
                    <a:pt x="223" y="134"/>
                    <a:pt x="213" y="139"/>
                    <a:pt x="204" y="140"/>
                  </a:cubicBezTo>
                  <a:cubicBezTo>
                    <a:pt x="195" y="141"/>
                    <a:pt x="196" y="145"/>
                    <a:pt x="204" y="147"/>
                  </a:cubicBezTo>
                  <a:cubicBezTo>
                    <a:pt x="211" y="148"/>
                    <a:pt x="226" y="142"/>
                    <a:pt x="230" y="139"/>
                  </a:cubicBezTo>
                  <a:cubicBezTo>
                    <a:pt x="233" y="135"/>
                    <a:pt x="236" y="141"/>
                    <a:pt x="240" y="138"/>
                  </a:cubicBezTo>
                  <a:cubicBezTo>
                    <a:pt x="244" y="135"/>
                    <a:pt x="250" y="138"/>
                    <a:pt x="257" y="137"/>
                  </a:cubicBezTo>
                  <a:cubicBezTo>
                    <a:pt x="263" y="136"/>
                    <a:pt x="264" y="124"/>
                    <a:pt x="259" y="122"/>
                  </a:cubicBezTo>
                  <a:cubicBezTo>
                    <a:pt x="255" y="120"/>
                    <a:pt x="255" y="124"/>
                    <a:pt x="251" y="125"/>
                  </a:cubicBezTo>
                  <a:cubicBezTo>
                    <a:pt x="248" y="126"/>
                    <a:pt x="246" y="121"/>
                    <a:pt x="243" y="118"/>
                  </a:cubicBezTo>
                  <a:cubicBezTo>
                    <a:pt x="240" y="115"/>
                    <a:pt x="242" y="110"/>
                    <a:pt x="237" y="110"/>
                  </a:cubicBezTo>
                  <a:cubicBezTo>
                    <a:pt x="233" y="111"/>
                    <a:pt x="224" y="118"/>
                    <a:pt x="230" y="118"/>
                  </a:cubicBezTo>
                  <a:cubicBezTo>
                    <a:pt x="235" y="119"/>
                    <a:pt x="233" y="122"/>
                    <a:pt x="230" y="123"/>
                  </a:cubicBezTo>
                  <a:cubicBezTo>
                    <a:pt x="227" y="125"/>
                    <a:pt x="237" y="127"/>
                    <a:pt x="236" y="129"/>
                  </a:cubicBezTo>
                  <a:cubicBezTo>
                    <a:pt x="235" y="131"/>
                    <a:pt x="220" y="129"/>
                    <a:pt x="219" y="126"/>
                  </a:cubicBezTo>
                  <a:cubicBezTo>
                    <a:pt x="218" y="123"/>
                    <a:pt x="207" y="117"/>
                    <a:pt x="202" y="118"/>
                  </a:cubicBezTo>
                  <a:cubicBezTo>
                    <a:pt x="197" y="119"/>
                    <a:pt x="199" y="114"/>
                    <a:pt x="194" y="114"/>
                  </a:cubicBezTo>
                  <a:cubicBezTo>
                    <a:pt x="189" y="114"/>
                    <a:pt x="191" y="118"/>
                    <a:pt x="186" y="118"/>
                  </a:cubicBezTo>
                  <a:moveTo>
                    <a:pt x="135" y="120"/>
                  </a:moveTo>
                  <a:cubicBezTo>
                    <a:pt x="138" y="121"/>
                    <a:pt x="135" y="126"/>
                    <a:pt x="138" y="124"/>
                  </a:cubicBezTo>
                  <a:cubicBezTo>
                    <a:pt x="140" y="123"/>
                    <a:pt x="141" y="123"/>
                    <a:pt x="143" y="123"/>
                  </a:cubicBezTo>
                  <a:cubicBezTo>
                    <a:pt x="147" y="124"/>
                    <a:pt x="147" y="121"/>
                    <a:pt x="149" y="120"/>
                  </a:cubicBezTo>
                  <a:cubicBezTo>
                    <a:pt x="151" y="118"/>
                    <a:pt x="150" y="126"/>
                    <a:pt x="154" y="126"/>
                  </a:cubicBezTo>
                  <a:cubicBezTo>
                    <a:pt x="158" y="126"/>
                    <a:pt x="157" y="118"/>
                    <a:pt x="160" y="120"/>
                  </a:cubicBezTo>
                  <a:cubicBezTo>
                    <a:pt x="164" y="122"/>
                    <a:pt x="165" y="119"/>
                    <a:pt x="165" y="117"/>
                  </a:cubicBezTo>
                  <a:cubicBezTo>
                    <a:pt x="166" y="115"/>
                    <a:pt x="166" y="111"/>
                    <a:pt x="169" y="110"/>
                  </a:cubicBezTo>
                  <a:cubicBezTo>
                    <a:pt x="173" y="109"/>
                    <a:pt x="170" y="114"/>
                    <a:pt x="172" y="116"/>
                  </a:cubicBezTo>
                  <a:cubicBezTo>
                    <a:pt x="174" y="121"/>
                    <a:pt x="178" y="117"/>
                    <a:pt x="179" y="115"/>
                  </a:cubicBezTo>
                  <a:cubicBezTo>
                    <a:pt x="179" y="113"/>
                    <a:pt x="185" y="114"/>
                    <a:pt x="184" y="112"/>
                  </a:cubicBezTo>
                  <a:cubicBezTo>
                    <a:pt x="184" y="110"/>
                    <a:pt x="186" y="109"/>
                    <a:pt x="184" y="106"/>
                  </a:cubicBezTo>
                  <a:cubicBezTo>
                    <a:pt x="183" y="104"/>
                    <a:pt x="187" y="104"/>
                    <a:pt x="189" y="102"/>
                  </a:cubicBezTo>
                  <a:cubicBezTo>
                    <a:pt x="191" y="101"/>
                    <a:pt x="186" y="102"/>
                    <a:pt x="183" y="99"/>
                  </a:cubicBezTo>
                  <a:cubicBezTo>
                    <a:pt x="180" y="96"/>
                    <a:pt x="179" y="100"/>
                    <a:pt x="179" y="102"/>
                  </a:cubicBezTo>
                  <a:cubicBezTo>
                    <a:pt x="179" y="104"/>
                    <a:pt x="172" y="102"/>
                    <a:pt x="169" y="101"/>
                  </a:cubicBezTo>
                  <a:cubicBezTo>
                    <a:pt x="165" y="100"/>
                    <a:pt x="161" y="105"/>
                    <a:pt x="155" y="108"/>
                  </a:cubicBezTo>
                  <a:cubicBezTo>
                    <a:pt x="150" y="111"/>
                    <a:pt x="150" y="115"/>
                    <a:pt x="145" y="115"/>
                  </a:cubicBezTo>
                  <a:cubicBezTo>
                    <a:pt x="140" y="115"/>
                    <a:pt x="133" y="119"/>
                    <a:pt x="135" y="120"/>
                  </a:cubicBezTo>
                  <a:moveTo>
                    <a:pt x="162" y="129"/>
                  </a:moveTo>
                  <a:cubicBezTo>
                    <a:pt x="168" y="130"/>
                    <a:pt x="174" y="125"/>
                    <a:pt x="174" y="122"/>
                  </a:cubicBezTo>
                  <a:cubicBezTo>
                    <a:pt x="173" y="119"/>
                    <a:pt x="159" y="129"/>
                    <a:pt x="162" y="129"/>
                  </a:cubicBezTo>
                  <a:moveTo>
                    <a:pt x="286" y="209"/>
                  </a:moveTo>
                  <a:cubicBezTo>
                    <a:pt x="288" y="207"/>
                    <a:pt x="296" y="214"/>
                    <a:pt x="296" y="209"/>
                  </a:cubicBezTo>
                  <a:cubicBezTo>
                    <a:pt x="297" y="204"/>
                    <a:pt x="287" y="202"/>
                    <a:pt x="283" y="199"/>
                  </a:cubicBezTo>
                  <a:cubicBezTo>
                    <a:pt x="279" y="197"/>
                    <a:pt x="278" y="198"/>
                    <a:pt x="272" y="193"/>
                  </a:cubicBezTo>
                  <a:cubicBezTo>
                    <a:pt x="265" y="189"/>
                    <a:pt x="273" y="186"/>
                    <a:pt x="269" y="183"/>
                  </a:cubicBezTo>
                  <a:cubicBezTo>
                    <a:pt x="264" y="179"/>
                    <a:pt x="263" y="170"/>
                    <a:pt x="266" y="166"/>
                  </a:cubicBezTo>
                  <a:cubicBezTo>
                    <a:pt x="269" y="163"/>
                    <a:pt x="273" y="158"/>
                    <a:pt x="267" y="156"/>
                  </a:cubicBezTo>
                  <a:cubicBezTo>
                    <a:pt x="261" y="154"/>
                    <a:pt x="251" y="158"/>
                    <a:pt x="252" y="159"/>
                  </a:cubicBezTo>
                  <a:cubicBezTo>
                    <a:pt x="253" y="160"/>
                    <a:pt x="262" y="165"/>
                    <a:pt x="262" y="167"/>
                  </a:cubicBezTo>
                  <a:cubicBezTo>
                    <a:pt x="262" y="169"/>
                    <a:pt x="254" y="161"/>
                    <a:pt x="251" y="163"/>
                  </a:cubicBezTo>
                  <a:cubicBezTo>
                    <a:pt x="249" y="165"/>
                    <a:pt x="246" y="160"/>
                    <a:pt x="244" y="163"/>
                  </a:cubicBezTo>
                  <a:cubicBezTo>
                    <a:pt x="241" y="166"/>
                    <a:pt x="247" y="178"/>
                    <a:pt x="249" y="181"/>
                  </a:cubicBezTo>
                  <a:cubicBezTo>
                    <a:pt x="250" y="184"/>
                    <a:pt x="247" y="184"/>
                    <a:pt x="244" y="185"/>
                  </a:cubicBezTo>
                  <a:cubicBezTo>
                    <a:pt x="241" y="185"/>
                    <a:pt x="241" y="176"/>
                    <a:pt x="238" y="172"/>
                  </a:cubicBezTo>
                  <a:cubicBezTo>
                    <a:pt x="236" y="169"/>
                    <a:pt x="225" y="164"/>
                    <a:pt x="225" y="167"/>
                  </a:cubicBezTo>
                  <a:cubicBezTo>
                    <a:pt x="224" y="170"/>
                    <a:pt x="231" y="170"/>
                    <a:pt x="230" y="173"/>
                  </a:cubicBezTo>
                  <a:cubicBezTo>
                    <a:pt x="229" y="177"/>
                    <a:pt x="225" y="171"/>
                    <a:pt x="222" y="174"/>
                  </a:cubicBezTo>
                  <a:cubicBezTo>
                    <a:pt x="218" y="177"/>
                    <a:pt x="219" y="175"/>
                    <a:pt x="220" y="172"/>
                  </a:cubicBezTo>
                  <a:cubicBezTo>
                    <a:pt x="220" y="169"/>
                    <a:pt x="214" y="166"/>
                    <a:pt x="208" y="166"/>
                  </a:cubicBezTo>
                  <a:cubicBezTo>
                    <a:pt x="201" y="167"/>
                    <a:pt x="205" y="171"/>
                    <a:pt x="203" y="173"/>
                  </a:cubicBezTo>
                  <a:cubicBezTo>
                    <a:pt x="201" y="175"/>
                    <a:pt x="191" y="172"/>
                    <a:pt x="197" y="171"/>
                  </a:cubicBezTo>
                  <a:cubicBezTo>
                    <a:pt x="204" y="170"/>
                    <a:pt x="201" y="166"/>
                    <a:pt x="199" y="162"/>
                  </a:cubicBezTo>
                  <a:cubicBezTo>
                    <a:pt x="196" y="159"/>
                    <a:pt x="190" y="163"/>
                    <a:pt x="180" y="167"/>
                  </a:cubicBezTo>
                  <a:cubicBezTo>
                    <a:pt x="170" y="170"/>
                    <a:pt x="166" y="174"/>
                    <a:pt x="167" y="174"/>
                  </a:cubicBezTo>
                  <a:cubicBezTo>
                    <a:pt x="168" y="175"/>
                    <a:pt x="168" y="176"/>
                    <a:pt x="165" y="180"/>
                  </a:cubicBezTo>
                  <a:cubicBezTo>
                    <a:pt x="161" y="183"/>
                    <a:pt x="165" y="186"/>
                    <a:pt x="168" y="186"/>
                  </a:cubicBezTo>
                  <a:cubicBezTo>
                    <a:pt x="172" y="186"/>
                    <a:pt x="169" y="189"/>
                    <a:pt x="171" y="189"/>
                  </a:cubicBezTo>
                  <a:cubicBezTo>
                    <a:pt x="173" y="190"/>
                    <a:pt x="185" y="185"/>
                    <a:pt x="188" y="187"/>
                  </a:cubicBezTo>
                  <a:cubicBezTo>
                    <a:pt x="192" y="189"/>
                    <a:pt x="169" y="191"/>
                    <a:pt x="169" y="195"/>
                  </a:cubicBezTo>
                  <a:cubicBezTo>
                    <a:pt x="169" y="199"/>
                    <a:pt x="181" y="201"/>
                    <a:pt x="191" y="199"/>
                  </a:cubicBezTo>
                  <a:cubicBezTo>
                    <a:pt x="200" y="198"/>
                    <a:pt x="216" y="200"/>
                    <a:pt x="216" y="203"/>
                  </a:cubicBezTo>
                  <a:cubicBezTo>
                    <a:pt x="216" y="205"/>
                    <a:pt x="205" y="204"/>
                    <a:pt x="197" y="204"/>
                  </a:cubicBezTo>
                  <a:cubicBezTo>
                    <a:pt x="189" y="204"/>
                    <a:pt x="175" y="206"/>
                    <a:pt x="175" y="209"/>
                  </a:cubicBezTo>
                  <a:cubicBezTo>
                    <a:pt x="176" y="212"/>
                    <a:pt x="177" y="212"/>
                    <a:pt x="185" y="216"/>
                  </a:cubicBezTo>
                  <a:cubicBezTo>
                    <a:pt x="194" y="220"/>
                    <a:pt x="203" y="214"/>
                    <a:pt x="202" y="219"/>
                  </a:cubicBezTo>
                  <a:cubicBezTo>
                    <a:pt x="202" y="225"/>
                    <a:pt x="207" y="226"/>
                    <a:pt x="218" y="227"/>
                  </a:cubicBezTo>
                  <a:cubicBezTo>
                    <a:pt x="230" y="227"/>
                    <a:pt x="235" y="221"/>
                    <a:pt x="240" y="222"/>
                  </a:cubicBezTo>
                  <a:cubicBezTo>
                    <a:pt x="246" y="222"/>
                    <a:pt x="249" y="221"/>
                    <a:pt x="251" y="217"/>
                  </a:cubicBezTo>
                  <a:cubicBezTo>
                    <a:pt x="254" y="213"/>
                    <a:pt x="256" y="215"/>
                    <a:pt x="257" y="217"/>
                  </a:cubicBezTo>
                  <a:cubicBezTo>
                    <a:pt x="257" y="219"/>
                    <a:pt x="264" y="219"/>
                    <a:pt x="266" y="221"/>
                  </a:cubicBezTo>
                  <a:cubicBezTo>
                    <a:pt x="270" y="225"/>
                    <a:pt x="284" y="224"/>
                    <a:pt x="289" y="221"/>
                  </a:cubicBezTo>
                  <a:cubicBezTo>
                    <a:pt x="294" y="218"/>
                    <a:pt x="287" y="211"/>
                    <a:pt x="284" y="214"/>
                  </a:cubicBezTo>
                  <a:cubicBezTo>
                    <a:pt x="282" y="218"/>
                    <a:pt x="279" y="216"/>
                    <a:pt x="279" y="214"/>
                  </a:cubicBezTo>
                  <a:cubicBezTo>
                    <a:pt x="278" y="213"/>
                    <a:pt x="284" y="212"/>
                    <a:pt x="286" y="209"/>
                  </a:cubicBezTo>
                  <a:moveTo>
                    <a:pt x="123" y="183"/>
                  </a:moveTo>
                  <a:cubicBezTo>
                    <a:pt x="129" y="184"/>
                    <a:pt x="130" y="194"/>
                    <a:pt x="134" y="194"/>
                  </a:cubicBezTo>
                  <a:cubicBezTo>
                    <a:pt x="136" y="194"/>
                    <a:pt x="134" y="191"/>
                    <a:pt x="139" y="191"/>
                  </a:cubicBezTo>
                  <a:cubicBezTo>
                    <a:pt x="143" y="191"/>
                    <a:pt x="142" y="189"/>
                    <a:pt x="146" y="189"/>
                  </a:cubicBezTo>
                  <a:cubicBezTo>
                    <a:pt x="150" y="189"/>
                    <a:pt x="153" y="188"/>
                    <a:pt x="153" y="184"/>
                  </a:cubicBezTo>
                  <a:cubicBezTo>
                    <a:pt x="153" y="179"/>
                    <a:pt x="156" y="177"/>
                    <a:pt x="160" y="176"/>
                  </a:cubicBezTo>
                  <a:cubicBezTo>
                    <a:pt x="164" y="175"/>
                    <a:pt x="160" y="171"/>
                    <a:pt x="166" y="169"/>
                  </a:cubicBezTo>
                  <a:cubicBezTo>
                    <a:pt x="171" y="168"/>
                    <a:pt x="186" y="161"/>
                    <a:pt x="189" y="159"/>
                  </a:cubicBezTo>
                  <a:cubicBezTo>
                    <a:pt x="192" y="157"/>
                    <a:pt x="186" y="155"/>
                    <a:pt x="180" y="151"/>
                  </a:cubicBezTo>
                  <a:cubicBezTo>
                    <a:pt x="174" y="148"/>
                    <a:pt x="169" y="147"/>
                    <a:pt x="165" y="150"/>
                  </a:cubicBezTo>
                  <a:cubicBezTo>
                    <a:pt x="160" y="153"/>
                    <a:pt x="164" y="146"/>
                    <a:pt x="160" y="148"/>
                  </a:cubicBezTo>
                  <a:cubicBezTo>
                    <a:pt x="157" y="150"/>
                    <a:pt x="147" y="145"/>
                    <a:pt x="146" y="144"/>
                  </a:cubicBezTo>
                  <a:cubicBezTo>
                    <a:pt x="144" y="142"/>
                    <a:pt x="127" y="147"/>
                    <a:pt x="123" y="147"/>
                  </a:cubicBezTo>
                  <a:cubicBezTo>
                    <a:pt x="118" y="147"/>
                    <a:pt x="123" y="152"/>
                    <a:pt x="126" y="154"/>
                  </a:cubicBezTo>
                  <a:cubicBezTo>
                    <a:pt x="129" y="157"/>
                    <a:pt x="119" y="164"/>
                    <a:pt x="121" y="165"/>
                  </a:cubicBezTo>
                  <a:cubicBezTo>
                    <a:pt x="123" y="167"/>
                    <a:pt x="119" y="171"/>
                    <a:pt x="114" y="176"/>
                  </a:cubicBezTo>
                  <a:cubicBezTo>
                    <a:pt x="110" y="182"/>
                    <a:pt x="117" y="181"/>
                    <a:pt x="123" y="183"/>
                  </a:cubicBezTo>
                  <a:moveTo>
                    <a:pt x="129" y="441"/>
                  </a:moveTo>
                  <a:cubicBezTo>
                    <a:pt x="127" y="439"/>
                    <a:pt x="121" y="439"/>
                    <a:pt x="120" y="437"/>
                  </a:cubicBezTo>
                  <a:cubicBezTo>
                    <a:pt x="119" y="435"/>
                    <a:pt x="114" y="428"/>
                    <a:pt x="112" y="428"/>
                  </a:cubicBezTo>
                  <a:cubicBezTo>
                    <a:pt x="109" y="428"/>
                    <a:pt x="105" y="428"/>
                    <a:pt x="102" y="426"/>
                  </a:cubicBezTo>
                  <a:cubicBezTo>
                    <a:pt x="99" y="423"/>
                    <a:pt x="97" y="423"/>
                    <a:pt x="94" y="425"/>
                  </a:cubicBezTo>
                  <a:cubicBezTo>
                    <a:pt x="92" y="426"/>
                    <a:pt x="97" y="426"/>
                    <a:pt x="97" y="428"/>
                  </a:cubicBezTo>
                  <a:cubicBezTo>
                    <a:pt x="97" y="430"/>
                    <a:pt x="98" y="431"/>
                    <a:pt x="100" y="430"/>
                  </a:cubicBezTo>
                  <a:cubicBezTo>
                    <a:pt x="102" y="430"/>
                    <a:pt x="103" y="434"/>
                    <a:pt x="105" y="434"/>
                  </a:cubicBezTo>
                  <a:cubicBezTo>
                    <a:pt x="107" y="434"/>
                    <a:pt x="108" y="437"/>
                    <a:pt x="110" y="437"/>
                  </a:cubicBezTo>
                  <a:cubicBezTo>
                    <a:pt x="112" y="437"/>
                    <a:pt x="113" y="440"/>
                    <a:pt x="114" y="441"/>
                  </a:cubicBezTo>
                  <a:cubicBezTo>
                    <a:pt x="115" y="443"/>
                    <a:pt x="118" y="442"/>
                    <a:pt x="118" y="443"/>
                  </a:cubicBezTo>
                  <a:cubicBezTo>
                    <a:pt x="118" y="444"/>
                    <a:pt x="120" y="446"/>
                    <a:pt x="121" y="447"/>
                  </a:cubicBezTo>
                  <a:cubicBezTo>
                    <a:pt x="125" y="448"/>
                    <a:pt x="129" y="448"/>
                    <a:pt x="133" y="447"/>
                  </a:cubicBezTo>
                  <a:cubicBezTo>
                    <a:pt x="133" y="446"/>
                    <a:pt x="133" y="445"/>
                    <a:pt x="133" y="444"/>
                  </a:cubicBezTo>
                  <a:cubicBezTo>
                    <a:pt x="134" y="442"/>
                    <a:pt x="131" y="444"/>
                    <a:pt x="129" y="44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5" name="Freeform 1454">
              <a:extLst>
                <a:ext uri="{FF2B5EF4-FFF2-40B4-BE49-F238E27FC236}">
                  <a16:creationId xmlns:a16="http://schemas.microsoft.com/office/drawing/2014/main" id="{621D713A-CDAB-43DA-CFD7-C165B40711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48082" y="1874743"/>
              <a:ext cx="2796955" cy="1896966"/>
            </a:xfrm>
            <a:custGeom>
              <a:avLst/>
              <a:gdLst>
                <a:gd name="T0" fmla="*/ 677 w 746"/>
                <a:gd name="T1" fmla="*/ 296 h 506"/>
                <a:gd name="T2" fmla="*/ 638 w 746"/>
                <a:gd name="T3" fmla="*/ 319 h 506"/>
                <a:gd name="T4" fmla="*/ 620 w 746"/>
                <a:gd name="T5" fmla="*/ 299 h 506"/>
                <a:gd name="T6" fmla="*/ 592 w 746"/>
                <a:gd name="T7" fmla="*/ 302 h 506"/>
                <a:gd name="T8" fmla="*/ 615 w 746"/>
                <a:gd name="T9" fmla="*/ 275 h 506"/>
                <a:gd name="T10" fmla="*/ 561 w 746"/>
                <a:gd name="T11" fmla="*/ 271 h 506"/>
                <a:gd name="T12" fmla="*/ 550 w 746"/>
                <a:gd name="T13" fmla="*/ 255 h 506"/>
                <a:gd name="T14" fmla="*/ 337 w 746"/>
                <a:gd name="T15" fmla="*/ 260 h 506"/>
                <a:gd name="T16" fmla="*/ 320 w 746"/>
                <a:gd name="T17" fmla="*/ 257 h 506"/>
                <a:gd name="T18" fmla="*/ 323 w 746"/>
                <a:gd name="T19" fmla="*/ 313 h 506"/>
                <a:gd name="T20" fmla="*/ 341 w 746"/>
                <a:gd name="T21" fmla="*/ 359 h 506"/>
                <a:gd name="T22" fmla="*/ 375 w 746"/>
                <a:gd name="T23" fmla="*/ 393 h 506"/>
                <a:gd name="T24" fmla="*/ 444 w 746"/>
                <a:gd name="T25" fmla="*/ 403 h 506"/>
                <a:gd name="T26" fmla="*/ 485 w 746"/>
                <a:gd name="T27" fmla="*/ 418 h 506"/>
                <a:gd name="T28" fmla="*/ 522 w 746"/>
                <a:gd name="T29" fmla="*/ 450 h 506"/>
                <a:gd name="T30" fmla="*/ 543 w 746"/>
                <a:gd name="T31" fmla="*/ 420 h 506"/>
                <a:gd name="T32" fmla="*/ 572 w 746"/>
                <a:gd name="T33" fmla="*/ 423 h 506"/>
                <a:gd name="T34" fmla="*/ 590 w 746"/>
                <a:gd name="T35" fmla="*/ 412 h 506"/>
                <a:gd name="T36" fmla="*/ 629 w 746"/>
                <a:gd name="T37" fmla="*/ 425 h 506"/>
                <a:gd name="T38" fmla="*/ 649 w 746"/>
                <a:gd name="T39" fmla="*/ 447 h 506"/>
                <a:gd name="T40" fmla="*/ 660 w 746"/>
                <a:gd name="T41" fmla="*/ 386 h 506"/>
                <a:gd name="T42" fmla="*/ 681 w 746"/>
                <a:gd name="T43" fmla="*/ 367 h 506"/>
                <a:gd name="T44" fmla="*/ 675 w 746"/>
                <a:gd name="T45" fmla="*/ 338 h 506"/>
                <a:gd name="T46" fmla="*/ 684 w 746"/>
                <a:gd name="T47" fmla="*/ 339 h 506"/>
                <a:gd name="T48" fmla="*/ 708 w 746"/>
                <a:gd name="T49" fmla="*/ 320 h 506"/>
                <a:gd name="T50" fmla="*/ 726 w 746"/>
                <a:gd name="T51" fmla="*/ 298 h 506"/>
                <a:gd name="T52" fmla="*/ 77 w 746"/>
                <a:gd name="T53" fmla="*/ 487 h 506"/>
                <a:gd name="T54" fmla="*/ 87 w 746"/>
                <a:gd name="T55" fmla="*/ 493 h 506"/>
                <a:gd name="T56" fmla="*/ 12 w 746"/>
                <a:gd name="T57" fmla="*/ 136 h 506"/>
                <a:gd name="T58" fmla="*/ 110 w 746"/>
                <a:gd name="T59" fmla="*/ 158 h 506"/>
                <a:gd name="T60" fmla="*/ 112 w 746"/>
                <a:gd name="T61" fmla="*/ 162 h 506"/>
                <a:gd name="T62" fmla="*/ 33 w 746"/>
                <a:gd name="T63" fmla="*/ 194 h 506"/>
                <a:gd name="T64" fmla="*/ 260 w 746"/>
                <a:gd name="T65" fmla="*/ 162 h 506"/>
                <a:gd name="T66" fmla="*/ 210 w 746"/>
                <a:gd name="T67" fmla="*/ 134 h 506"/>
                <a:gd name="T68" fmla="*/ 166 w 746"/>
                <a:gd name="T69" fmla="*/ 18 h 506"/>
                <a:gd name="T70" fmla="*/ 101 w 746"/>
                <a:gd name="T71" fmla="*/ 7 h 506"/>
                <a:gd name="T72" fmla="*/ 77 w 746"/>
                <a:gd name="T73" fmla="*/ 5 h 506"/>
                <a:gd name="T74" fmla="*/ 36 w 746"/>
                <a:gd name="T75" fmla="*/ 22 h 506"/>
                <a:gd name="T76" fmla="*/ 45 w 746"/>
                <a:gd name="T77" fmla="*/ 56 h 506"/>
                <a:gd name="T78" fmla="*/ 30 w 746"/>
                <a:gd name="T79" fmla="*/ 63 h 506"/>
                <a:gd name="T80" fmla="*/ 10 w 746"/>
                <a:gd name="T81" fmla="*/ 82 h 506"/>
                <a:gd name="T82" fmla="*/ 50 w 746"/>
                <a:gd name="T83" fmla="*/ 98 h 506"/>
                <a:gd name="T84" fmla="*/ 14 w 746"/>
                <a:gd name="T85" fmla="*/ 122 h 506"/>
                <a:gd name="T86" fmla="*/ 45 w 746"/>
                <a:gd name="T87" fmla="*/ 146 h 506"/>
                <a:gd name="T88" fmla="*/ 78 w 746"/>
                <a:gd name="T89" fmla="*/ 151 h 506"/>
                <a:gd name="T90" fmla="*/ 37 w 746"/>
                <a:gd name="T91" fmla="*/ 193 h 506"/>
                <a:gd name="T92" fmla="*/ 71 w 746"/>
                <a:gd name="T93" fmla="*/ 179 h 506"/>
                <a:gd name="T94" fmla="*/ 107 w 746"/>
                <a:gd name="T95" fmla="*/ 151 h 506"/>
                <a:gd name="T96" fmla="*/ 127 w 746"/>
                <a:gd name="T97" fmla="*/ 124 h 506"/>
                <a:gd name="T98" fmla="*/ 119 w 746"/>
                <a:gd name="T99" fmla="*/ 145 h 506"/>
                <a:gd name="T100" fmla="*/ 146 w 746"/>
                <a:gd name="T101" fmla="*/ 128 h 506"/>
                <a:gd name="T102" fmla="*/ 165 w 746"/>
                <a:gd name="T103" fmla="*/ 134 h 506"/>
                <a:gd name="T104" fmla="*/ 211 w 746"/>
                <a:gd name="T105" fmla="*/ 139 h 506"/>
                <a:gd name="T106" fmla="*/ 240 w 746"/>
                <a:gd name="T107" fmla="*/ 157 h 506"/>
                <a:gd name="T108" fmla="*/ 240 w 746"/>
                <a:gd name="T109" fmla="*/ 168 h 506"/>
                <a:gd name="T110" fmla="*/ 251 w 746"/>
                <a:gd name="T111" fmla="*/ 167 h 506"/>
                <a:gd name="T112" fmla="*/ 253 w 746"/>
                <a:gd name="T113" fmla="*/ 177 h 506"/>
                <a:gd name="T114" fmla="*/ 263 w 746"/>
                <a:gd name="T115" fmla="*/ 185 h 506"/>
                <a:gd name="T116" fmla="*/ 266 w 746"/>
                <a:gd name="T117" fmla="*/ 189 h 506"/>
                <a:gd name="T118" fmla="*/ 282 w 746"/>
                <a:gd name="T119" fmla="*/ 192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46" h="506">
                  <a:moveTo>
                    <a:pt x="740" y="268"/>
                  </a:moveTo>
                  <a:cubicBezTo>
                    <a:pt x="740" y="266"/>
                    <a:pt x="733" y="268"/>
                    <a:pt x="730" y="265"/>
                  </a:cubicBezTo>
                  <a:cubicBezTo>
                    <a:pt x="727" y="263"/>
                    <a:pt x="722" y="274"/>
                    <a:pt x="721" y="278"/>
                  </a:cubicBezTo>
                  <a:cubicBezTo>
                    <a:pt x="720" y="283"/>
                    <a:pt x="712" y="288"/>
                    <a:pt x="712" y="288"/>
                  </a:cubicBezTo>
                  <a:cubicBezTo>
                    <a:pt x="712" y="288"/>
                    <a:pt x="688" y="288"/>
                    <a:pt x="686" y="288"/>
                  </a:cubicBezTo>
                  <a:cubicBezTo>
                    <a:pt x="685" y="288"/>
                    <a:pt x="680" y="293"/>
                    <a:pt x="677" y="296"/>
                  </a:cubicBezTo>
                  <a:cubicBezTo>
                    <a:pt x="677" y="296"/>
                    <a:pt x="677" y="296"/>
                    <a:pt x="677" y="296"/>
                  </a:cubicBezTo>
                  <a:cubicBezTo>
                    <a:pt x="679" y="300"/>
                    <a:pt x="671" y="303"/>
                    <a:pt x="663" y="303"/>
                  </a:cubicBezTo>
                  <a:cubicBezTo>
                    <a:pt x="660" y="303"/>
                    <a:pt x="658" y="303"/>
                    <a:pt x="657" y="304"/>
                  </a:cubicBezTo>
                  <a:cubicBezTo>
                    <a:pt x="657" y="305"/>
                    <a:pt x="657" y="306"/>
                    <a:pt x="657" y="307"/>
                  </a:cubicBezTo>
                  <a:cubicBezTo>
                    <a:pt x="657" y="307"/>
                    <a:pt x="656" y="308"/>
                    <a:pt x="655" y="308"/>
                  </a:cubicBezTo>
                  <a:cubicBezTo>
                    <a:pt x="654" y="311"/>
                    <a:pt x="644" y="316"/>
                    <a:pt x="638" y="319"/>
                  </a:cubicBezTo>
                  <a:cubicBezTo>
                    <a:pt x="632" y="322"/>
                    <a:pt x="624" y="320"/>
                    <a:pt x="624" y="315"/>
                  </a:cubicBezTo>
                  <a:cubicBezTo>
                    <a:pt x="624" y="311"/>
                    <a:pt x="628" y="312"/>
                    <a:pt x="629" y="314"/>
                  </a:cubicBezTo>
                  <a:cubicBezTo>
                    <a:pt x="629" y="315"/>
                    <a:pt x="631" y="314"/>
                    <a:pt x="632" y="313"/>
                  </a:cubicBezTo>
                  <a:cubicBezTo>
                    <a:pt x="630" y="312"/>
                    <a:pt x="631" y="309"/>
                    <a:pt x="631" y="307"/>
                  </a:cubicBezTo>
                  <a:cubicBezTo>
                    <a:pt x="629" y="306"/>
                    <a:pt x="632" y="299"/>
                    <a:pt x="628" y="298"/>
                  </a:cubicBezTo>
                  <a:cubicBezTo>
                    <a:pt x="624" y="297"/>
                    <a:pt x="620" y="303"/>
                    <a:pt x="620" y="299"/>
                  </a:cubicBezTo>
                  <a:cubicBezTo>
                    <a:pt x="621" y="295"/>
                    <a:pt x="627" y="291"/>
                    <a:pt x="623" y="286"/>
                  </a:cubicBezTo>
                  <a:cubicBezTo>
                    <a:pt x="620" y="280"/>
                    <a:pt x="613" y="280"/>
                    <a:pt x="612" y="285"/>
                  </a:cubicBezTo>
                  <a:cubicBezTo>
                    <a:pt x="611" y="289"/>
                    <a:pt x="606" y="287"/>
                    <a:pt x="604" y="290"/>
                  </a:cubicBezTo>
                  <a:cubicBezTo>
                    <a:pt x="603" y="293"/>
                    <a:pt x="601" y="301"/>
                    <a:pt x="602" y="306"/>
                  </a:cubicBezTo>
                  <a:cubicBezTo>
                    <a:pt x="604" y="311"/>
                    <a:pt x="602" y="314"/>
                    <a:pt x="597" y="316"/>
                  </a:cubicBezTo>
                  <a:cubicBezTo>
                    <a:pt x="592" y="319"/>
                    <a:pt x="590" y="312"/>
                    <a:pt x="592" y="302"/>
                  </a:cubicBezTo>
                  <a:cubicBezTo>
                    <a:pt x="593" y="296"/>
                    <a:pt x="597" y="290"/>
                    <a:pt x="593" y="290"/>
                  </a:cubicBezTo>
                  <a:cubicBezTo>
                    <a:pt x="590" y="290"/>
                    <a:pt x="598" y="282"/>
                    <a:pt x="604" y="280"/>
                  </a:cubicBezTo>
                  <a:cubicBezTo>
                    <a:pt x="611" y="279"/>
                    <a:pt x="620" y="279"/>
                    <a:pt x="620" y="277"/>
                  </a:cubicBezTo>
                  <a:cubicBezTo>
                    <a:pt x="620" y="277"/>
                    <a:pt x="620" y="277"/>
                    <a:pt x="620" y="277"/>
                  </a:cubicBezTo>
                  <a:cubicBezTo>
                    <a:pt x="619" y="275"/>
                    <a:pt x="618" y="274"/>
                    <a:pt x="616" y="274"/>
                  </a:cubicBezTo>
                  <a:cubicBezTo>
                    <a:pt x="616" y="274"/>
                    <a:pt x="616" y="274"/>
                    <a:pt x="615" y="275"/>
                  </a:cubicBezTo>
                  <a:cubicBezTo>
                    <a:pt x="613" y="277"/>
                    <a:pt x="613" y="272"/>
                    <a:pt x="609" y="272"/>
                  </a:cubicBezTo>
                  <a:cubicBezTo>
                    <a:pt x="604" y="272"/>
                    <a:pt x="599" y="276"/>
                    <a:pt x="595" y="274"/>
                  </a:cubicBezTo>
                  <a:cubicBezTo>
                    <a:pt x="591" y="273"/>
                    <a:pt x="593" y="270"/>
                    <a:pt x="589" y="270"/>
                  </a:cubicBezTo>
                  <a:cubicBezTo>
                    <a:pt x="586" y="270"/>
                    <a:pt x="592" y="263"/>
                    <a:pt x="587" y="266"/>
                  </a:cubicBezTo>
                  <a:cubicBezTo>
                    <a:pt x="582" y="269"/>
                    <a:pt x="574" y="276"/>
                    <a:pt x="570" y="273"/>
                  </a:cubicBezTo>
                  <a:cubicBezTo>
                    <a:pt x="567" y="270"/>
                    <a:pt x="563" y="274"/>
                    <a:pt x="561" y="271"/>
                  </a:cubicBezTo>
                  <a:cubicBezTo>
                    <a:pt x="558" y="269"/>
                    <a:pt x="570" y="261"/>
                    <a:pt x="575" y="262"/>
                  </a:cubicBezTo>
                  <a:cubicBezTo>
                    <a:pt x="577" y="262"/>
                    <a:pt x="578" y="261"/>
                    <a:pt x="579" y="260"/>
                  </a:cubicBezTo>
                  <a:cubicBezTo>
                    <a:pt x="576" y="259"/>
                    <a:pt x="570" y="257"/>
                    <a:pt x="569" y="259"/>
                  </a:cubicBezTo>
                  <a:cubicBezTo>
                    <a:pt x="567" y="261"/>
                    <a:pt x="564" y="260"/>
                    <a:pt x="562" y="258"/>
                  </a:cubicBezTo>
                  <a:cubicBezTo>
                    <a:pt x="561" y="256"/>
                    <a:pt x="559" y="258"/>
                    <a:pt x="556" y="255"/>
                  </a:cubicBezTo>
                  <a:cubicBezTo>
                    <a:pt x="554" y="252"/>
                    <a:pt x="551" y="255"/>
                    <a:pt x="550" y="255"/>
                  </a:cubicBezTo>
                  <a:cubicBezTo>
                    <a:pt x="548" y="256"/>
                    <a:pt x="546" y="254"/>
                    <a:pt x="543" y="253"/>
                  </a:cubicBezTo>
                  <a:cubicBezTo>
                    <a:pt x="540" y="252"/>
                    <a:pt x="543" y="249"/>
                    <a:pt x="540" y="247"/>
                  </a:cubicBezTo>
                  <a:cubicBezTo>
                    <a:pt x="538" y="246"/>
                    <a:pt x="538" y="251"/>
                    <a:pt x="538" y="251"/>
                  </a:cubicBezTo>
                  <a:cubicBezTo>
                    <a:pt x="335" y="252"/>
                    <a:pt x="335" y="252"/>
                    <a:pt x="335" y="252"/>
                  </a:cubicBezTo>
                  <a:cubicBezTo>
                    <a:pt x="336" y="252"/>
                    <a:pt x="336" y="252"/>
                    <a:pt x="336" y="253"/>
                  </a:cubicBezTo>
                  <a:cubicBezTo>
                    <a:pt x="339" y="255"/>
                    <a:pt x="337" y="257"/>
                    <a:pt x="337" y="260"/>
                  </a:cubicBezTo>
                  <a:cubicBezTo>
                    <a:pt x="338" y="263"/>
                    <a:pt x="338" y="268"/>
                    <a:pt x="335" y="268"/>
                  </a:cubicBezTo>
                  <a:cubicBezTo>
                    <a:pt x="333" y="268"/>
                    <a:pt x="332" y="265"/>
                    <a:pt x="334" y="264"/>
                  </a:cubicBezTo>
                  <a:cubicBezTo>
                    <a:pt x="336" y="263"/>
                    <a:pt x="335" y="259"/>
                    <a:pt x="333" y="259"/>
                  </a:cubicBezTo>
                  <a:cubicBezTo>
                    <a:pt x="332" y="259"/>
                    <a:pt x="332" y="258"/>
                    <a:pt x="332" y="257"/>
                  </a:cubicBezTo>
                  <a:cubicBezTo>
                    <a:pt x="328" y="258"/>
                    <a:pt x="325" y="257"/>
                    <a:pt x="320" y="257"/>
                  </a:cubicBezTo>
                  <a:cubicBezTo>
                    <a:pt x="320" y="257"/>
                    <a:pt x="320" y="257"/>
                    <a:pt x="320" y="257"/>
                  </a:cubicBezTo>
                  <a:cubicBezTo>
                    <a:pt x="321" y="259"/>
                    <a:pt x="322" y="264"/>
                    <a:pt x="324" y="267"/>
                  </a:cubicBezTo>
                  <a:cubicBezTo>
                    <a:pt x="327" y="271"/>
                    <a:pt x="325" y="273"/>
                    <a:pt x="327" y="274"/>
                  </a:cubicBezTo>
                  <a:cubicBezTo>
                    <a:pt x="330" y="275"/>
                    <a:pt x="330" y="277"/>
                    <a:pt x="327" y="276"/>
                  </a:cubicBezTo>
                  <a:cubicBezTo>
                    <a:pt x="325" y="276"/>
                    <a:pt x="327" y="278"/>
                    <a:pt x="326" y="283"/>
                  </a:cubicBezTo>
                  <a:cubicBezTo>
                    <a:pt x="325" y="288"/>
                    <a:pt x="325" y="298"/>
                    <a:pt x="325" y="301"/>
                  </a:cubicBezTo>
                  <a:cubicBezTo>
                    <a:pt x="324" y="304"/>
                    <a:pt x="321" y="309"/>
                    <a:pt x="323" y="313"/>
                  </a:cubicBezTo>
                  <a:cubicBezTo>
                    <a:pt x="325" y="316"/>
                    <a:pt x="326" y="320"/>
                    <a:pt x="325" y="324"/>
                  </a:cubicBezTo>
                  <a:cubicBezTo>
                    <a:pt x="324" y="329"/>
                    <a:pt x="324" y="331"/>
                    <a:pt x="326" y="334"/>
                  </a:cubicBezTo>
                  <a:cubicBezTo>
                    <a:pt x="328" y="337"/>
                    <a:pt x="326" y="343"/>
                    <a:pt x="328" y="344"/>
                  </a:cubicBezTo>
                  <a:cubicBezTo>
                    <a:pt x="330" y="345"/>
                    <a:pt x="332" y="347"/>
                    <a:pt x="334" y="350"/>
                  </a:cubicBezTo>
                  <a:cubicBezTo>
                    <a:pt x="336" y="353"/>
                    <a:pt x="337" y="351"/>
                    <a:pt x="338" y="354"/>
                  </a:cubicBezTo>
                  <a:cubicBezTo>
                    <a:pt x="338" y="357"/>
                    <a:pt x="338" y="357"/>
                    <a:pt x="341" y="359"/>
                  </a:cubicBezTo>
                  <a:cubicBezTo>
                    <a:pt x="343" y="360"/>
                    <a:pt x="342" y="363"/>
                    <a:pt x="342" y="364"/>
                  </a:cubicBezTo>
                  <a:cubicBezTo>
                    <a:pt x="342" y="366"/>
                    <a:pt x="345" y="369"/>
                    <a:pt x="349" y="373"/>
                  </a:cubicBezTo>
                  <a:cubicBezTo>
                    <a:pt x="353" y="376"/>
                    <a:pt x="350" y="379"/>
                    <a:pt x="353" y="379"/>
                  </a:cubicBezTo>
                  <a:cubicBezTo>
                    <a:pt x="356" y="379"/>
                    <a:pt x="359" y="381"/>
                    <a:pt x="362" y="383"/>
                  </a:cubicBezTo>
                  <a:cubicBezTo>
                    <a:pt x="365" y="385"/>
                    <a:pt x="366" y="384"/>
                    <a:pt x="368" y="385"/>
                  </a:cubicBezTo>
                  <a:cubicBezTo>
                    <a:pt x="370" y="385"/>
                    <a:pt x="374" y="390"/>
                    <a:pt x="375" y="393"/>
                  </a:cubicBezTo>
                  <a:cubicBezTo>
                    <a:pt x="375" y="394"/>
                    <a:pt x="376" y="396"/>
                    <a:pt x="377" y="397"/>
                  </a:cubicBezTo>
                  <a:cubicBezTo>
                    <a:pt x="394" y="395"/>
                    <a:pt x="394" y="395"/>
                    <a:pt x="394" y="395"/>
                  </a:cubicBezTo>
                  <a:cubicBezTo>
                    <a:pt x="394" y="395"/>
                    <a:pt x="399" y="399"/>
                    <a:pt x="402" y="399"/>
                  </a:cubicBezTo>
                  <a:cubicBezTo>
                    <a:pt x="405" y="400"/>
                    <a:pt x="421" y="406"/>
                    <a:pt x="421" y="406"/>
                  </a:cubicBezTo>
                  <a:cubicBezTo>
                    <a:pt x="442" y="406"/>
                    <a:pt x="442" y="406"/>
                    <a:pt x="442" y="406"/>
                  </a:cubicBezTo>
                  <a:cubicBezTo>
                    <a:pt x="444" y="403"/>
                    <a:pt x="444" y="403"/>
                    <a:pt x="444" y="403"/>
                  </a:cubicBezTo>
                  <a:cubicBezTo>
                    <a:pt x="455" y="403"/>
                    <a:pt x="455" y="403"/>
                    <a:pt x="455" y="403"/>
                  </a:cubicBezTo>
                  <a:cubicBezTo>
                    <a:pt x="455" y="403"/>
                    <a:pt x="463" y="410"/>
                    <a:pt x="464" y="410"/>
                  </a:cubicBezTo>
                  <a:cubicBezTo>
                    <a:pt x="465" y="411"/>
                    <a:pt x="468" y="414"/>
                    <a:pt x="468" y="416"/>
                  </a:cubicBezTo>
                  <a:cubicBezTo>
                    <a:pt x="468" y="418"/>
                    <a:pt x="469" y="420"/>
                    <a:pt x="471" y="421"/>
                  </a:cubicBezTo>
                  <a:cubicBezTo>
                    <a:pt x="473" y="421"/>
                    <a:pt x="479" y="425"/>
                    <a:pt x="480" y="425"/>
                  </a:cubicBezTo>
                  <a:cubicBezTo>
                    <a:pt x="480" y="425"/>
                    <a:pt x="482" y="418"/>
                    <a:pt x="485" y="418"/>
                  </a:cubicBezTo>
                  <a:cubicBezTo>
                    <a:pt x="488" y="418"/>
                    <a:pt x="497" y="421"/>
                    <a:pt x="498" y="426"/>
                  </a:cubicBezTo>
                  <a:cubicBezTo>
                    <a:pt x="500" y="431"/>
                    <a:pt x="504" y="435"/>
                    <a:pt x="505" y="436"/>
                  </a:cubicBezTo>
                  <a:cubicBezTo>
                    <a:pt x="507" y="437"/>
                    <a:pt x="506" y="440"/>
                    <a:pt x="507" y="441"/>
                  </a:cubicBezTo>
                  <a:cubicBezTo>
                    <a:pt x="508" y="443"/>
                    <a:pt x="508" y="446"/>
                    <a:pt x="509" y="446"/>
                  </a:cubicBezTo>
                  <a:cubicBezTo>
                    <a:pt x="510" y="446"/>
                    <a:pt x="517" y="449"/>
                    <a:pt x="519" y="449"/>
                  </a:cubicBezTo>
                  <a:cubicBezTo>
                    <a:pt x="520" y="449"/>
                    <a:pt x="521" y="450"/>
                    <a:pt x="522" y="450"/>
                  </a:cubicBezTo>
                  <a:cubicBezTo>
                    <a:pt x="523" y="445"/>
                    <a:pt x="517" y="444"/>
                    <a:pt x="520" y="441"/>
                  </a:cubicBezTo>
                  <a:cubicBezTo>
                    <a:pt x="524" y="438"/>
                    <a:pt x="520" y="435"/>
                    <a:pt x="522" y="434"/>
                  </a:cubicBezTo>
                  <a:cubicBezTo>
                    <a:pt x="524" y="433"/>
                    <a:pt x="528" y="431"/>
                    <a:pt x="528" y="429"/>
                  </a:cubicBezTo>
                  <a:cubicBezTo>
                    <a:pt x="528" y="427"/>
                    <a:pt x="529" y="427"/>
                    <a:pt x="532" y="428"/>
                  </a:cubicBezTo>
                  <a:cubicBezTo>
                    <a:pt x="535" y="428"/>
                    <a:pt x="539" y="424"/>
                    <a:pt x="539" y="422"/>
                  </a:cubicBezTo>
                  <a:cubicBezTo>
                    <a:pt x="539" y="420"/>
                    <a:pt x="540" y="420"/>
                    <a:pt x="543" y="420"/>
                  </a:cubicBezTo>
                  <a:cubicBezTo>
                    <a:pt x="546" y="421"/>
                    <a:pt x="545" y="417"/>
                    <a:pt x="547" y="417"/>
                  </a:cubicBezTo>
                  <a:cubicBezTo>
                    <a:pt x="549" y="418"/>
                    <a:pt x="551" y="419"/>
                    <a:pt x="551" y="418"/>
                  </a:cubicBezTo>
                  <a:cubicBezTo>
                    <a:pt x="551" y="416"/>
                    <a:pt x="553" y="417"/>
                    <a:pt x="555" y="419"/>
                  </a:cubicBezTo>
                  <a:cubicBezTo>
                    <a:pt x="556" y="420"/>
                    <a:pt x="560" y="421"/>
                    <a:pt x="561" y="419"/>
                  </a:cubicBezTo>
                  <a:cubicBezTo>
                    <a:pt x="561" y="416"/>
                    <a:pt x="563" y="419"/>
                    <a:pt x="565" y="421"/>
                  </a:cubicBezTo>
                  <a:cubicBezTo>
                    <a:pt x="568" y="423"/>
                    <a:pt x="569" y="423"/>
                    <a:pt x="572" y="423"/>
                  </a:cubicBezTo>
                  <a:cubicBezTo>
                    <a:pt x="575" y="423"/>
                    <a:pt x="575" y="422"/>
                    <a:pt x="575" y="420"/>
                  </a:cubicBezTo>
                  <a:cubicBezTo>
                    <a:pt x="575" y="418"/>
                    <a:pt x="578" y="424"/>
                    <a:pt x="581" y="425"/>
                  </a:cubicBezTo>
                  <a:cubicBezTo>
                    <a:pt x="584" y="425"/>
                    <a:pt x="582" y="423"/>
                    <a:pt x="580" y="421"/>
                  </a:cubicBezTo>
                  <a:cubicBezTo>
                    <a:pt x="577" y="419"/>
                    <a:pt x="580" y="418"/>
                    <a:pt x="578" y="417"/>
                  </a:cubicBezTo>
                  <a:cubicBezTo>
                    <a:pt x="576" y="415"/>
                    <a:pt x="581" y="413"/>
                    <a:pt x="585" y="414"/>
                  </a:cubicBezTo>
                  <a:cubicBezTo>
                    <a:pt x="589" y="414"/>
                    <a:pt x="588" y="415"/>
                    <a:pt x="590" y="412"/>
                  </a:cubicBezTo>
                  <a:cubicBezTo>
                    <a:pt x="591" y="410"/>
                    <a:pt x="593" y="412"/>
                    <a:pt x="593" y="414"/>
                  </a:cubicBezTo>
                  <a:cubicBezTo>
                    <a:pt x="593" y="416"/>
                    <a:pt x="599" y="413"/>
                    <a:pt x="603" y="413"/>
                  </a:cubicBezTo>
                  <a:cubicBezTo>
                    <a:pt x="606" y="413"/>
                    <a:pt x="609" y="416"/>
                    <a:pt x="609" y="418"/>
                  </a:cubicBezTo>
                  <a:cubicBezTo>
                    <a:pt x="610" y="420"/>
                    <a:pt x="612" y="421"/>
                    <a:pt x="614" y="419"/>
                  </a:cubicBezTo>
                  <a:cubicBezTo>
                    <a:pt x="617" y="417"/>
                    <a:pt x="619" y="414"/>
                    <a:pt x="621" y="417"/>
                  </a:cubicBezTo>
                  <a:cubicBezTo>
                    <a:pt x="624" y="419"/>
                    <a:pt x="626" y="422"/>
                    <a:pt x="629" y="425"/>
                  </a:cubicBezTo>
                  <a:cubicBezTo>
                    <a:pt x="631" y="428"/>
                    <a:pt x="627" y="431"/>
                    <a:pt x="629" y="433"/>
                  </a:cubicBezTo>
                  <a:cubicBezTo>
                    <a:pt x="630" y="435"/>
                    <a:pt x="629" y="438"/>
                    <a:pt x="632" y="440"/>
                  </a:cubicBezTo>
                  <a:cubicBezTo>
                    <a:pt x="635" y="443"/>
                    <a:pt x="632" y="447"/>
                    <a:pt x="635" y="448"/>
                  </a:cubicBezTo>
                  <a:cubicBezTo>
                    <a:pt x="637" y="449"/>
                    <a:pt x="639" y="453"/>
                    <a:pt x="640" y="454"/>
                  </a:cubicBezTo>
                  <a:cubicBezTo>
                    <a:pt x="640" y="456"/>
                    <a:pt x="645" y="458"/>
                    <a:pt x="645" y="455"/>
                  </a:cubicBezTo>
                  <a:cubicBezTo>
                    <a:pt x="646" y="453"/>
                    <a:pt x="648" y="449"/>
                    <a:pt x="649" y="447"/>
                  </a:cubicBezTo>
                  <a:cubicBezTo>
                    <a:pt x="649" y="444"/>
                    <a:pt x="647" y="435"/>
                    <a:pt x="645" y="432"/>
                  </a:cubicBezTo>
                  <a:cubicBezTo>
                    <a:pt x="642" y="429"/>
                    <a:pt x="645" y="428"/>
                    <a:pt x="642" y="425"/>
                  </a:cubicBezTo>
                  <a:cubicBezTo>
                    <a:pt x="640" y="422"/>
                    <a:pt x="638" y="416"/>
                    <a:pt x="638" y="411"/>
                  </a:cubicBezTo>
                  <a:cubicBezTo>
                    <a:pt x="639" y="406"/>
                    <a:pt x="644" y="398"/>
                    <a:pt x="647" y="395"/>
                  </a:cubicBezTo>
                  <a:cubicBezTo>
                    <a:pt x="650" y="393"/>
                    <a:pt x="653" y="394"/>
                    <a:pt x="653" y="392"/>
                  </a:cubicBezTo>
                  <a:cubicBezTo>
                    <a:pt x="654" y="389"/>
                    <a:pt x="658" y="386"/>
                    <a:pt x="660" y="386"/>
                  </a:cubicBezTo>
                  <a:cubicBezTo>
                    <a:pt x="661" y="386"/>
                    <a:pt x="664" y="386"/>
                    <a:pt x="664" y="384"/>
                  </a:cubicBezTo>
                  <a:cubicBezTo>
                    <a:pt x="664" y="382"/>
                    <a:pt x="667" y="379"/>
                    <a:pt x="672" y="379"/>
                  </a:cubicBezTo>
                  <a:cubicBezTo>
                    <a:pt x="676" y="378"/>
                    <a:pt x="673" y="376"/>
                    <a:pt x="672" y="374"/>
                  </a:cubicBezTo>
                  <a:cubicBezTo>
                    <a:pt x="671" y="372"/>
                    <a:pt x="673" y="370"/>
                    <a:pt x="674" y="371"/>
                  </a:cubicBezTo>
                  <a:cubicBezTo>
                    <a:pt x="675" y="373"/>
                    <a:pt x="678" y="373"/>
                    <a:pt x="679" y="372"/>
                  </a:cubicBezTo>
                  <a:cubicBezTo>
                    <a:pt x="681" y="371"/>
                    <a:pt x="685" y="367"/>
                    <a:pt x="681" y="367"/>
                  </a:cubicBezTo>
                  <a:cubicBezTo>
                    <a:pt x="677" y="367"/>
                    <a:pt x="677" y="366"/>
                    <a:pt x="679" y="365"/>
                  </a:cubicBezTo>
                  <a:cubicBezTo>
                    <a:pt x="681" y="364"/>
                    <a:pt x="679" y="360"/>
                    <a:pt x="676" y="360"/>
                  </a:cubicBezTo>
                  <a:cubicBezTo>
                    <a:pt x="673" y="359"/>
                    <a:pt x="674" y="358"/>
                    <a:pt x="676" y="356"/>
                  </a:cubicBezTo>
                  <a:cubicBezTo>
                    <a:pt x="678" y="354"/>
                    <a:pt x="673" y="351"/>
                    <a:pt x="671" y="350"/>
                  </a:cubicBezTo>
                  <a:cubicBezTo>
                    <a:pt x="669" y="349"/>
                    <a:pt x="673" y="348"/>
                    <a:pt x="674" y="347"/>
                  </a:cubicBezTo>
                  <a:cubicBezTo>
                    <a:pt x="676" y="347"/>
                    <a:pt x="674" y="340"/>
                    <a:pt x="675" y="338"/>
                  </a:cubicBezTo>
                  <a:cubicBezTo>
                    <a:pt x="676" y="336"/>
                    <a:pt x="679" y="336"/>
                    <a:pt x="678" y="338"/>
                  </a:cubicBezTo>
                  <a:cubicBezTo>
                    <a:pt x="677" y="340"/>
                    <a:pt x="675" y="343"/>
                    <a:pt x="677" y="345"/>
                  </a:cubicBezTo>
                  <a:cubicBezTo>
                    <a:pt x="679" y="347"/>
                    <a:pt x="680" y="350"/>
                    <a:pt x="679" y="354"/>
                  </a:cubicBezTo>
                  <a:cubicBezTo>
                    <a:pt x="678" y="357"/>
                    <a:pt x="680" y="357"/>
                    <a:pt x="682" y="352"/>
                  </a:cubicBezTo>
                  <a:cubicBezTo>
                    <a:pt x="685" y="347"/>
                    <a:pt x="685" y="343"/>
                    <a:pt x="683" y="342"/>
                  </a:cubicBezTo>
                  <a:cubicBezTo>
                    <a:pt x="682" y="342"/>
                    <a:pt x="682" y="337"/>
                    <a:pt x="684" y="339"/>
                  </a:cubicBezTo>
                  <a:cubicBezTo>
                    <a:pt x="686" y="341"/>
                    <a:pt x="686" y="342"/>
                    <a:pt x="689" y="339"/>
                  </a:cubicBezTo>
                  <a:cubicBezTo>
                    <a:pt x="692" y="336"/>
                    <a:pt x="695" y="331"/>
                    <a:pt x="693" y="329"/>
                  </a:cubicBezTo>
                  <a:cubicBezTo>
                    <a:pt x="691" y="328"/>
                    <a:pt x="694" y="327"/>
                    <a:pt x="697" y="327"/>
                  </a:cubicBezTo>
                  <a:cubicBezTo>
                    <a:pt x="700" y="328"/>
                    <a:pt x="707" y="325"/>
                    <a:pt x="708" y="324"/>
                  </a:cubicBezTo>
                  <a:cubicBezTo>
                    <a:pt x="709" y="321"/>
                    <a:pt x="696" y="326"/>
                    <a:pt x="696" y="324"/>
                  </a:cubicBezTo>
                  <a:cubicBezTo>
                    <a:pt x="696" y="322"/>
                    <a:pt x="705" y="321"/>
                    <a:pt x="708" y="320"/>
                  </a:cubicBezTo>
                  <a:cubicBezTo>
                    <a:pt x="712" y="320"/>
                    <a:pt x="710" y="315"/>
                    <a:pt x="712" y="317"/>
                  </a:cubicBezTo>
                  <a:cubicBezTo>
                    <a:pt x="714" y="319"/>
                    <a:pt x="716" y="319"/>
                    <a:pt x="718" y="318"/>
                  </a:cubicBezTo>
                  <a:cubicBezTo>
                    <a:pt x="720" y="316"/>
                    <a:pt x="719" y="313"/>
                    <a:pt x="716" y="312"/>
                  </a:cubicBezTo>
                  <a:cubicBezTo>
                    <a:pt x="714" y="311"/>
                    <a:pt x="718" y="310"/>
                    <a:pt x="717" y="308"/>
                  </a:cubicBezTo>
                  <a:cubicBezTo>
                    <a:pt x="716" y="307"/>
                    <a:pt x="719" y="301"/>
                    <a:pt x="722" y="300"/>
                  </a:cubicBezTo>
                  <a:cubicBezTo>
                    <a:pt x="725" y="300"/>
                    <a:pt x="723" y="298"/>
                    <a:pt x="726" y="298"/>
                  </a:cubicBezTo>
                  <a:cubicBezTo>
                    <a:pt x="729" y="298"/>
                    <a:pt x="729" y="295"/>
                    <a:pt x="731" y="292"/>
                  </a:cubicBezTo>
                  <a:cubicBezTo>
                    <a:pt x="734" y="290"/>
                    <a:pt x="737" y="296"/>
                    <a:pt x="741" y="293"/>
                  </a:cubicBezTo>
                  <a:cubicBezTo>
                    <a:pt x="742" y="291"/>
                    <a:pt x="744" y="290"/>
                    <a:pt x="746" y="289"/>
                  </a:cubicBezTo>
                  <a:cubicBezTo>
                    <a:pt x="738" y="278"/>
                    <a:pt x="740" y="270"/>
                    <a:pt x="740" y="268"/>
                  </a:cubicBezTo>
                  <a:moveTo>
                    <a:pt x="72" y="486"/>
                  </a:moveTo>
                  <a:cubicBezTo>
                    <a:pt x="74" y="488"/>
                    <a:pt x="75" y="489"/>
                    <a:pt x="77" y="487"/>
                  </a:cubicBezTo>
                  <a:cubicBezTo>
                    <a:pt x="78" y="485"/>
                    <a:pt x="70" y="483"/>
                    <a:pt x="72" y="486"/>
                  </a:cubicBezTo>
                  <a:moveTo>
                    <a:pt x="61" y="481"/>
                  </a:moveTo>
                  <a:cubicBezTo>
                    <a:pt x="63" y="483"/>
                    <a:pt x="64" y="483"/>
                    <a:pt x="65" y="481"/>
                  </a:cubicBezTo>
                  <a:cubicBezTo>
                    <a:pt x="65" y="479"/>
                    <a:pt x="58" y="479"/>
                    <a:pt x="61" y="481"/>
                  </a:cubicBezTo>
                  <a:moveTo>
                    <a:pt x="86" y="489"/>
                  </a:moveTo>
                  <a:cubicBezTo>
                    <a:pt x="84" y="490"/>
                    <a:pt x="85" y="494"/>
                    <a:pt x="87" y="493"/>
                  </a:cubicBezTo>
                  <a:cubicBezTo>
                    <a:pt x="89" y="491"/>
                    <a:pt x="88" y="489"/>
                    <a:pt x="86" y="489"/>
                  </a:cubicBezTo>
                  <a:moveTo>
                    <a:pt x="91" y="496"/>
                  </a:moveTo>
                  <a:cubicBezTo>
                    <a:pt x="87" y="496"/>
                    <a:pt x="89" y="506"/>
                    <a:pt x="92" y="505"/>
                  </a:cubicBezTo>
                  <a:cubicBezTo>
                    <a:pt x="93" y="503"/>
                    <a:pt x="96" y="503"/>
                    <a:pt x="97" y="502"/>
                  </a:cubicBezTo>
                  <a:cubicBezTo>
                    <a:pt x="98" y="500"/>
                    <a:pt x="95" y="495"/>
                    <a:pt x="91" y="496"/>
                  </a:cubicBezTo>
                  <a:moveTo>
                    <a:pt x="12" y="136"/>
                  </a:moveTo>
                  <a:cubicBezTo>
                    <a:pt x="12" y="134"/>
                    <a:pt x="5" y="136"/>
                    <a:pt x="5" y="139"/>
                  </a:cubicBezTo>
                  <a:cubicBezTo>
                    <a:pt x="6" y="141"/>
                    <a:pt x="13" y="143"/>
                    <a:pt x="16" y="142"/>
                  </a:cubicBezTo>
                  <a:cubicBezTo>
                    <a:pt x="18" y="141"/>
                    <a:pt x="19" y="138"/>
                    <a:pt x="17" y="137"/>
                  </a:cubicBezTo>
                  <a:cubicBezTo>
                    <a:pt x="15" y="135"/>
                    <a:pt x="12" y="139"/>
                    <a:pt x="12" y="136"/>
                  </a:cubicBezTo>
                  <a:moveTo>
                    <a:pt x="116" y="155"/>
                  </a:moveTo>
                  <a:cubicBezTo>
                    <a:pt x="116" y="154"/>
                    <a:pt x="113" y="154"/>
                    <a:pt x="110" y="158"/>
                  </a:cubicBezTo>
                  <a:cubicBezTo>
                    <a:pt x="107" y="161"/>
                    <a:pt x="104" y="163"/>
                    <a:pt x="103" y="165"/>
                  </a:cubicBezTo>
                  <a:cubicBezTo>
                    <a:pt x="103" y="167"/>
                    <a:pt x="99" y="165"/>
                    <a:pt x="98" y="167"/>
                  </a:cubicBezTo>
                  <a:cubicBezTo>
                    <a:pt x="97" y="169"/>
                    <a:pt x="99" y="174"/>
                    <a:pt x="101" y="173"/>
                  </a:cubicBezTo>
                  <a:cubicBezTo>
                    <a:pt x="103" y="171"/>
                    <a:pt x="104" y="173"/>
                    <a:pt x="105" y="173"/>
                  </a:cubicBezTo>
                  <a:cubicBezTo>
                    <a:pt x="107" y="173"/>
                    <a:pt x="113" y="168"/>
                    <a:pt x="115" y="166"/>
                  </a:cubicBezTo>
                  <a:cubicBezTo>
                    <a:pt x="116" y="164"/>
                    <a:pt x="112" y="163"/>
                    <a:pt x="112" y="162"/>
                  </a:cubicBezTo>
                  <a:cubicBezTo>
                    <a:pt x="112" y="160"/>
                    <a:pt x="115" y="160"/>
                    <a:pt x="117" y="159"/>
                  </a:cubicBezTo>
                  <a:cubicBezTo>
                    <a:pt x="119" y="158"/>
                    <a:pt x="115" y="157"/>
                    <a:pt x="116" y="155"/>
                  </a:cubicBezTo>
                  <a:moveTo>
                    <a:pt x="33" y="194"/>
                  </a:moveTo>
                  <a:cubicBezTo>
                    <a:pt x="30" y="192"/>
                    <a:pt x="20" y="198"/>
                    <a:pt x="23" y="199"/>
                  </a:cubicBezTo>
                  <a:cubicBezTo>
                    <a:pt x="26" y="199"/>
                    <a:pt x="27" y="197"/>
                    <a:pt x="29" y="197"/>
                  </a:cubicBezTo>
                  <a:cubicBezTo>
                    <a:pt x="32" y="197"/>
                    <a:pt x="37" y="195"/>
                    <a:pt x="33" y="194"/>
                  </a:cubicBezTo>
                  <a:moveTo>
                    <a:pt x="5" y="208"/>
                  </a:moveTo>
                  <a:cubicBezTo>
                    <a:pt x="9" y="207"/>
                    <a:pt x="11" y="205"/>
                    <a:pt x="9" y="203"/>
                  </a:cubicBezTo>
                  <a:cubicBezTo>
                    <a:pt x="8" y="201"/>
                    <a:pt x="2" y="210"/>
                    <a:pt x="5" y="208"/>
                  </a:cubicBezTo>
                  <a:moveTo>
                    <a:pt x="280" y="185"/>
                  </a:moveTo>
                  <a:cubicBezTo>
                    <a:pt x="281" y="182"/>
                    <a:pt x="281" y="181"/>
                    <a:pt x="273" y="177"/>
                  </a:cubicBezTo>
                  <a:cubicBezTo>
                    <a:pt x="265" y="174"/>
                    <a:pt x="266" y="172"/>
                    <a:pt x="260" y="162"/>
                  </a:cubicBezTo>
                  <a:cubicBezTo>
                    <a:pt x="254" y="152"/>
                    <a:pt x="244" y="148"/>
                    <a:pt x="244" y="144"/>
                  </a:cubicBezTo>
                  <a:cubicBezTo>
                    <a:pt x="244" y="140"/>
                    <a:pt x="234" y="141"/>
                    <a:pt x="234" y="144"/>
                  </a:cubicBezTo>
                  <a:cubicBezTo>
                    <a:pt x="234" y="146"/>
                    <a:pt x="230" y="147"/>
                    <a:pt x="228" y="149"/>
                  </a:cubicBezTo>
                  <a:cubicBezTo>
                    <a:pt x="225" y="150"/>
                    <a:pt x="224" y="148"/>
                    <a:pt x="222" y="145"/>
                  </a:cubicBezTo>
                  <a:cubicBezTo>
                    <a:pt x="220" y="142"/>
                    <a:pt x="215" y="139"/>
                    <a:pt x="215" y="138"/>
                  </a:cubicBezTo>
                  <a:cubicBezTo>
                    <a:pt x="215" y="136"/>
                    <a:pt x="213" y="132"/>
                    <a:pt x="210" y="134"/>
                  </a:cubicBezTo>
                  <a:cubicBezTo>
                    <a:pt x="206" y="136"/>
                    <a:pt x="204" y="134"/>
                    <a:pt x="203" y="135"/>
                  </a:cubicBezTo>
                  <a:cubicBezTo>
                    <a:pt x="202" y="137"/>
                    <a:pt x="199" y="135"/>
                    <a:pt x="199" y="135"/>
                  </a:cubicBezTo>
                  <a:cubicBezTo>
                    <a:pt x="199" y="22"/>
                    <a:pt x="199" y="22"/>
                    <a:pt x="199" y="22"/>
                  </a:cubicBezTo>
                  <a:cubicBezTo>
                    <a:pt x="198" y="22"/>
                    <a:pt x="196" y="22"/>
                    <a:pt x="196" y="21"/>
                  </a:cubicBezTo>
                  <a:cubicBezTo>
                    <a:pt x="191" y="20"/>
                    <a:pt x="184" y="16"/>
                    <a:pt x="180" y="17"/>
                  </a:cubicBezTo>
                  <a:cubicBezTo>
                    <a:pt x="176" y="18"/>
                    <a:pt x="169" y="19"/>
                    <a:pt x="166" y="18"/>
                  </a:cubicBezTo>
                  <a:cubicBezTo>
                    <a:pt x="164" y="16"/>
                    <a:pt x="160" y="15"/>
                    <a:pt x="155" y="16"/>
                  </a:cubicBezTo>
                  <a:cubicBezTo>
                    <a:pt x="149" y="17"/>
                    <a:pt x="146" y="13"/>
                    <a:pt x="139" y="11"/>
                  </a:cubicBezTo>
                  <a:cubicBezTo>
                    <a:pt x="132" y="10"/>
                    <a:pt x="123" y="12"/>
                    <a:pt x="120" y="13"/>
                  </a:cubicBezTo>
                  <a:cubicBezTo>
                    <a:pt x="118" y="14"/>
                    <a:pt x="119" y="10"/>
                    <a:pt x="116" y="11"/>
                  </a:cubicBezTo>
                  <a:cubicBezTo>
                    <a:pt x="113" y="11"/>
                    <a:pt x="115" y="9"/>
                    <a:pt x="113" y="7"/>
                  </a:cubicBezTo>
                  <a:cubicBezTo>
                    <a:pt x="112" y="4"/>
                    <a:pt x="104" y="7"/>
                    <a:pt x="101" y="7"/>
                  </a:cubicBezTo>
                  <a:cubicBezTo>
                    <a:pt x="98" y="7"/>
                    <a:pt x="97" y="6"/>
                    <a:pt x="97" y="4"/>
                  </a:cubicBezTo>
                  <a:cubicBezTo>
                    <a:pt x="97" y="3"/>
                    <a:pt x="94" y="3"/>
                    <a:pt x="93" y="5"/>
                  </a:cubicBezTo>
                  <a:cubicBezTo>
                    <a:pt x="92" y="7"/>
                    <a:pt x="89" y="7"/>
                    <a:pt x="88" y="6"/>
                  </a:cubicBezTo>
                  <a:cubicBezTo>
                    <a:pt x="86" y="5"/>
                    <a:pt x="90" y="4"/>
                    <a:pt x="91" y="3"/>
                  </a:cubicBezTo>
                  <a:cubicBezTo>
                    <a:pt x="91" y="1"/>
                    <a:pt x="86" y="1"/>
                    <a:pt x="85" y="0"/>
                  </a:cubicBezTo>
                  <a:cubicBezTo>
                    <a:pt x="83" y="0"/>
                    <a:pt x="81" y="2"/>
                    <a:pt x="77" y="5"/>
                  </a:cubicBezTo>
                  <a:cubicBezTo>
                    <a:pt x="74" y="8"/>
                    <a:pt x="69" y="8"/>
                    <a:pt x="66" y="7"/>
                  </a:cubicBezTo>
                  <a:cubicBezTo>
                    <a:pt x="62" y="7"/>
                    <a:pt x="59" y="8"/>
                    <a:pt x="59" y="9"/>
                  </a:cubicBezTo>
                  <a:cubicBezTo>
                    <a:pt x="59" y="11"/>
                    <a:pt x="63" y="11"/>
                    <a:pt x="60" y="13"/>
                  </a:cubicBezTo>
                  <a:cubicBezTo>
                    <a:pt x="58" y="15"/>
                    <a:pt x="57" y="10"/>
                    <a:pt x="55" y="13"/>
                  </a:cubicBezTo>
                  <a:cubicBezTo>
                    <a:pt x="53" y="15"/>
                    <a:pt x="46" y="15"/>
                    <a:pt x="44" y="15"/>
                  </a:cubicBezTo>
                  <a:cubicBezTo>
                    <a:pt x="43" y="14"/>
                    <a:pt x="37" y="20"/>
                    <a:pt x="36" y="22"/>
                  </a:cubicBezTo>
                  <a:cubicBezTo>
                    <a:pt x="34" y="23"/>
                    <a:pt x="37" y="25"/>
                    <a:pt x="32" y="29"/>
                  </a:cubicBezTo>
                  <a:cubicBezTo>
                    <a:pt x="28" y="34"/>
                    <a:pt x="16" y="33"/>
                    <a:pt x="14" y="33"/>
                  </a:cubicBezTo>
                  <a:cubicBezTo>
                    <a:pt x="12" y="33"/>
                    <a:pt x="13" y="36"/>
                    <a:pt x="12" y="38"/>
                  </a:cubicBezTo>
                  <a:cubicBezTo>
                    <a:pt x="11" y="40"/>
                    <a:pt x="13" y="41"/>
                    <a:pt x="20" y="43"/>
                  </a:cubicBezTo>
                  <a:cubicBezTo>
                    <a:pt x="27" y="45"/>
                    <a:pt x="31" y="54"/>
                    <a:pt x="32" y="56"/>
                  </a:cubicBezTo>
                  <a:cubicBezTo>
                    <a:pt x="33" y="58"/>
                    <a:pt x="41" y="56"/>
                    <a:pt x="45" y="56"/>
                  </a:cubicBezTo>
                  <a:cubicBezTo>
                    <a:pt x="48" y="57"/>
                    <a:pt x="44" y="61"/>
                    <a:pt x="47" y="62"/>
                  </a:cubicBezTo>
                  <a:cubicBezTo>
                    <a:pt x="50" y="64"/>
                    <a:pt x="54" y="62"/>
                    <a:pt x="55" y="64"/>
                  </a:cubicBezTo>
                  <a:cubicBezTo>
                    <a:pt x="56" y="66"/>
                    <a:pt x="49" y="64"/>
                    <a:pt x="46" y="66"/>
                  </a:cubicBezTo>
                  <a:cubicBezTo>
                    <a:pt x="43" y="69"/>
                    <a:pt x="41" y="70"/>
                    <a:pt x="40" y="68"/>
                  </a:cubicBezTo>
                  <a:cubicBezTo>
                    <a:pt x="39" y="66"/>
                    <a:pt x="33" y="68"/>
                    <a:pt x="30" y="68"/>
                  </a:cubicBezTo>
                  <a:cubicBezTo>
                    <a:pt x="28" y="68"/>
                    <a:pt x="30" y="64"/>
                    <a:pt x="30" y="63"/>
                  </a:cubicBezTo>
                  <a:cubicBezTo>
                    <a:pt x="31" y="61"/>
                    <a:pt x="27" y="60"/>
                    <a:pt x="21" y="63"/>
                  </a:cubicBezTo>
                  <a:cubicBezTo>
                    <a:pt x="16" y="66"/>
                    <a:pt x="18" y="65"/>
                    <a:pt x="17" y="68"/>
                  </a:cubicBezTo>
                  <a:cubicBezTo>
                    <a:pt x="17" y="70"/>
                    <a:pt x="14" y="66"/>
                    <a:pt x="11" y="68"/>
                  </a:cubicBezTo>
                  <a:cubicBezTo>
                    <a:pt x="7" y="70"/>
                    <a:pt x="2" y="72"/>
                    <a:pt x="1" y="74"/>
                  </a:cubicBezTo>
                  <a:cubicBezTo>
                    <a:pt x="0" y="76"/>
                    <a:pt x="8" y="78"/>
                    <a:pt x="12" y="78"/>
                  </a:cubicBezTo>
                  <a:cubicBezTo>
                    <a:pt x="15" y="79"/>
                    <a:pt x="8" y="81"/>
                    <a:pt x="10" y="82"/>
                  </a:cubicBezTo>
                  <a:cubicBezTo>
                    <a:pt x="13" y="83"/>
                    <a:pt x="12" y="85"/>
                    <a:pt x="16" y="87"/>
                  </a:cubicBezTo>
                  <a:cubicBezTo>
                    <a:pt x="20" y="89"/>
                    <a:pt x="29" y="87"/>
                    <a:pt x="31" y="87"/>
                  </a:cubicBezTo>
                  <a:cubicBezTo>
                    <a:pt x="34" y="87"/>
                    <a:pt x="36" y="90"/>
                    <a:pt x="38" y="88"/>
                  </a:cubicBezTo>
                  <a:cubicBezTo>
                    <a:pt x="40" y="86"/>
                    <a:pt x="47" y="80"/>
                    <a:pt x="51" y="83"/>
                  </a:cubicBezTo>
                  <a:cubicBezTo>
                    <a:pt x="55" y="87"/>
                    <a:pt x="47" y="86"/>
                    <a:pt x="49" y="88"/>
                  </a:cubicBezTo>
                  <a:cubicBezTo>
                    <a:pt x="51" y="91"/>
                    <a:pt x="53" y="96"/>
                    <a:pt x="50" y="98"/>
                  </a:cubicBezTo>
                  <a:cubicBezTo>
                    <a:pt x="46" y="101"/>
                    <a:pt x="43" y="99"/>
                    <a:pt x="41" y="99"/>
                  </a:cubicBezTo>
                  <a:cubicBezTo>
                    <a:pt x="39" y="99"/>
                    <a:pt x="40" y="102"/>
                    <a:pt x="37" y="105"/>
                  </a:cubicBezTo>
                  <a:cubicBezTo>
                    <a:pt x="34" y="107"/>
                    <a:pt x="32" y="102"/>
                    <a:pt x="28" y="102"/>
                  </a:cubicBezTo>
                  <a:cubicBezTo>
                    <a:pt x="24" y="102"/>
                    <a:pt x="25" y="107"/>
                    <a:pt x="25" y="110"/>
                  </a:cubicBezTo>
                  <a:cubicBezTo>
                    <a:pt x="25" y="112"/>
                    <a:pt x="19" y="109"/>
                    <a:pt x="17" y="115"/>
                  </a:cubicBezTo>
                  <a:cubicBezTo>
                    <a:pt x="16" y="121"/>
                    <a:pt x="10" y="116"/>
                    <a:pt x="14" y="122"/>
                  </a:cubicBezTo>
                  <a:cubicBezTo>
                    <a:pt x="18" y="127"/>
                    <a:pt x="17" y="124"/>
                    <a:pt x="20" y="126"/>
                  </a:cubicBezTo>
                  <a:cubicBezTo>
                    <a:pt x="24" y="128"/>
                    <a:pt x="17" y="132"/>
                    <a:pt x="20" y="133"/>
                  </a:cubicBezTo>
                  <a:cubicBezTo>
                    <a:pt x="23" y="134"/>
                    <a:pt x="27" y="140"/>
                    <a:pt x="29" y="142"/>
                  </a:cubicBezTo>
                  <a:cubicBezTo>
                    <a:pt x="32" y="144"/>
                    <a:pt x="34" y="141"/>
                    <a:pt x="38" y="140"/>
                  </a:cubicBezTo>
                  <a:cubicBezTo>
                    <a:pt x="41" y="140"/>
                    <a:pt x="40" y="135"/>
                    <a:pt x="42" y="137"/>
                  </a:cubicBezTo>
                  <a:cubicBezTo>
                    <a:pt x="44" y="139"/>
                    <a:pt x="46" y="144"/>
                    <a:pt x="45" y="146"/>
                  </a:cubicBezTo>
                  <a:cubicBezTo>
                    <a:pt x="43" y="147"/>
                    <a:pt x="44" y="151"/>
                    <a:pt x="44" y="153"/>
                  </a:cubicBezTo>
                  <a:cubicBezTo>
                    <a:pt x="44" y="155"/>
                    <a:pt x="51" y="154"/>
                    <a:pt x="52" y="152"/>
                  </a:cubicBezTo>
                  <a:cubicBezTo>
                    <a:pt x="52" y="150"/>
                    <a:pt x="59" y="149"/>
                    <a:pt x="62" y="153"/>
                  </a:cubicBezTo>
                  <a:cubicBezTo>
                    <a:pt x="65" y="156"/>
                    <a:pt x="67" y="157"/>
                    <a:pt x="67" y="154"/>
                  </a:cubicBezTo>
                  <a:cubicBezTo>
                    <a:pt x="67" y="151"/>
                    <a:pt x="69" y="148"/>
                    <a:pt x="70" y="150"/>
                  </a:cubicBezTo>
                  <a:cubicBezTo>
                    <a:pt x="70" y="153"/>
                    <a:pt x="73" y="154"/>
                    <a:pt x="78" y="151"/>
                  </a:cubicBezTo>
                  <a:cubicBezTo>
                    <a:pt x="83" y="149"/>
                    <a:pt x="80" y="151"/>
                    <a:pt x="78" y="155"/>
                  </a:cubicBezTo>
                  <a:cubicBezTo>
                    <a:pt x="74" y="159"/>
                    <a:pt x="78" y="166"/>
                    <a:pt x="75" y="166"/>
                  </a:cubicBezTo>
                  <a:cubicBezTo>
                    <a:pt x="73" y="167"/>
                    <a:pt x="70" y="174"/>
                    <a:pt x="66" y="174"/>
                  </a:cubicBezTo>
                  <a:cubicBezTo>
                    <a:pt x="62" y="175"/>
                    <a:pt x="55" y="183"/>
                    <a:pt x="54" y="184"/>
                  </a:cubicBezTo>
                  <a:cubicBezTo>
                    <a:pt x="53" y="185"/>
                    <a:pt x="44" y="181"/>
                    <a:pt x="42" y="185"/>
                  </a:cubicBezTo>
                  <a:cubicBezTo>
                    <a:pt x="41" y="189"/>
                    <a:pt x="36" y="192"/>
                    <a:pt x="37" y="193"/>
                  </a:cubicBezTo>
                  <a:cubicBezTo>
                    <a:pt x="38" y="194"/>
                    <a:pt x="46" y="190"/>
                    <a:pt x="46" y="188"/>
                  </a:cubicBezTo>
                  <a:cubicBezTo>
                    <a:pt x="46" y="186"/>
                    <a:pt x="47" y="187"/>
                    <a:pt x="48" y="188"/>
                  </a:cubicBezTo>
                  <a:cubicBezTo>
                    <a:pt x="50" y="190"/>
                    <a:pt x="53" y="188"/>
                    <a:pt x="54" y="186"/>
                  </a:cubicBezTo>
                  <a:cubicBezTo>
                    <a:pt x="56" y="185"/>
                    <a:pt x="58" y="185"/>
                    <a:pt x="60" y="186"/>
                  </a:cubicBezTo>
                  <a:cubicBezTo>
                    <a:pt x="61" y="186"/>
                    <a:pt x="62" y="184"/>
                    <a:pt x="66" y="183"/>
                  </a:cubicBezTo>
                  <a:cubicBezTo>
                    <a:pt x="71" y="182"/>
                    <a:pt x="70" y="181"/>
                    <a:pt x="71" y="179"/>
                  </a:cubicBezTo>
                  <a:cubicBezTo>
                    <a:pt x="72" y="176"/>
                    <a:pt x="82" y="171"/>
                    <a:pt x="84" y="171"/>
                  </a:cubicBezTo>
                  <a:cubicBezTo>
                    <a:pt x="86" y="170"/>
                    <a:pt x="85" y="167"/>
                    <a:pt x="87" y="167"/>
                  </a:cubicBezTo>
                  <a:cubicBezTo>
                    <a:pt x="89" y="167"/>
                    <a:pt x="92" y="164"/>
                    <a:pt x="95" y="162"/>
                  </a:cubicBezTo>
                  <a:cubicBezTo>
                    <a:pt x="98" y="160"/>
                    <a:pt x="99" y="161"/>
                    <a:pt x="101" y="160"/>
                  </a:cubicBezTo>
                  <a:cubicBezTo>
                    <a:pt x="103" y="159"/>
                    <a:pt x="101" y="155"/>
                    <a:pt x="103" y="155"/>
                  </a:cubicBezTo>
                  <a:cubicBezTo>
                    <a:pt x="105" y="154"/>
                    <a:pt x="107" y="153"/>
                    <a:pt x="107" y="151"/>
                  </a:cubicBezTo>
                  <a:cubicBezTo>
                    <a:pt x="107" y="149"/>
                    <a:pt x="102" y="149"/>
                    <a:pt x="101" y="148"/>
                  </a:cubicBezTo>
                  <a:cubicBezTo>
                    <a:pt x="101" y="147"/>
                    <a:pt x="105" y="142"/>
                    <a:pt x="107" y="143"/>
                  </a:cubicBezTo>
                  <a:cubicBezTo>
                    <a:pt x="109" y="143"/>
                    <a:pt x="112" y="141"/>
                    <a:pt x="112" y="138"/>
                  </a:cubicBezTo>
                  <a:cubicBezTo>
                    <a:pt x="112" y="136"/>
                    <a:pt x="115" y="135"/>
                    <a:pt x="117" y="133"/>
                  </a:cubicBezTo>
                  <a:cubicBezTo>
                    <a:pt x="119" y="131"/>
                    <a:pt x="119" y="129"/>
                    <a:pt x="121" y="128"/>
                  </a:cubicBezTo>
                  <a:cubicBezTo>
                    <a:pt x="123" y="128"/>
                    <a:pt x="125" y="125"/>
                    <a:pt x="127" y="124"/>
                  </a:cubicBezTo>
                  <a:cubicBezTo>
                    <a:pt x="129" y="123"/>
                    <a:pt x="127" y="126"/>
                    <a:pt x="131" y="126"/>
                  </a:cubicBezTo>
                  <a:cubicBezTo>
                    <a:pt x="136" y="126"/>
                    <a:pt x="135" y="130"/>
                    <a:pt x="132" y="129"/>
                  </a:cubicBezTo>
                  <a:cubicBezTo>
                    <a:pt x="128" y="127"/>
                    <a:pt x="127" y="127"/>
                    <a:pt x="124" y="130"/>
                  </a:cubicBezTo>
                  <a:cubicBezTo>
                    <a:pt x="121" y="133"/>
                    <a:pt x="123" y="134"/>
                    <a:pt x="121" y="137"/>
                  </a:cubicBezTo>
                  <a:cubicBezTo>
                    <a:pt x="119" y="140"/>
                    <a:pt x="119" y="142"/>
                    <a:pt x="122" y="142"/>
                  </a:cubicBezTo>
                  <a:cubicBezTo>
                    <a:pt x="124" y="142"/>
                    <a:pt x="122" y="145"/>
                    <a:pt x="119" y="145"/>
                  </a:cubicBezTo>
                  <a:cubicBezTo>
                    <a:pt x="116" y="146"/>
                    <a:pt x="118" y="148"/>
                    <a:pt x="122" y="148"/>
                  </a:cubicBezTo>
                  <a:cubicBezTo>
                    <a:pt x="126" y="148"/>
                    <a:pt x="131" y="142"/>
                    <a:pt x="136" y="140"/>
                  </a:cubicBezTo>
                  <a:cubicBezTo>
                    <a:pt x="142" y="137"/>
                    <a:pt x="145" y="140"/>
                    <a:pt x="147" y="139"/>
                  </a:cubicBezTo>
                  <a:cubicBezTo>
                    <a:pt x="148" y="139"/>
                    <a:pt x="145" y="136"/>
                    <a:pt x="147" y="136"/>
                  </a:cubicBezTo>
                  <a:cubicBezTo>
                    <a:pt x="149" y="135"/>
                    <a:pt x="145" y="134"/>
                    <a:pt x="144" y="131"/>
                  </a:cubicBezTo>
                  <a:cubicBezTo>
                    <a:pt x="143" y="128"/>
                    <a:pt x="146" y="130"/>
                    <a:pt x="146" y="128"/>
                  </a:cubicBezTo>
                  <a:cubicBezTo>
                    <a:pt x="147" y="125"/>
                    <a:pt x="149" y="126"/>
                    <a:pt x="150" y="127"/>
                  </a:cubicBezTo>
                  <a:cubicBezTo>
                    <a:pt x="152" y="128"/>
                    <a:pt x="154" y="126"/>
                    <a:pt x="156" y="129"/>
                  </a:cubicBezTo>
                  <a:cubicBezTo>
                    <a:pt x="157" y="132"/>
                    <a:pt x="159" y="128"/>
                    <a:pt x="161" y="131"/>
                  </a:cubicBezTo>
                  <a:cubicBezTo>
                    <a:pt x="164" y="133"/>
                    <a:pt x="161" y="132"/>
                    <a:pt x="158" y="133"/>
                  </a:cubicBezTo>
                  <a:cubicBezTo>
                    <a:pt x="155" y="134"/>
                    <a:pt x="157" y="137"/>
                    <a:pt x="159" y="136"/>
                  </a:cubicBezTo>
                  <a:cubicBezTo>
                    <a:pt x="161" y="134"/>
                    <a:pt x="163" y="133"/>
                    <a:pt x="165" y="134"/>
                  </a:cubicBezTo>
                  <a:cubicBezTo>
                    <a:pt x="167" y="136"/>
                    <a:pt x="168" y="135"/>
                    <a:pt x="169" y="134"/>
                  </a:cubicBezTo>
                  <a:cubicBezTo>
                    <a:pt x="171" y="132"/>
                    <a:pt x="171" y="134"/>
                    <a:pt x="171" y="135"/>
                  </a:cubicBezTo>
                  <a:cubicBezTo>
                    <a:pt x="171" y="137"/>
                    <a:pt x="174" y="137"/>
                    <a:pt x="179" y="138"/>
                  </a:cubicBezTo>
                  <a:cubicBezTo>
                    <a:pt x="184" y="139"/>
                    <a:pt x="193" y="138"/>
                    <a:pt x="195" y="137"/>
                  </a:cubicBezTo>
                  <a:cubicBezTo>
                    <a:pt x="197" y="137"/>
                    <a:pt x="197" y="141"/>
                    <a:pt x="202" y="142"/>
                  </a:cubicBezTo>
                  <a:cubicBezTo>
                    <a:pt x="207" y="143"/>
                    <a:pt x="208" y="137"/>
                    <a:pt x="211" y="139"/>
                  </a:cubicBezTo>
                  <a:cubicBezTo>
                    <a:pt x="213" y="141"/>
                    <a:pt x="211" y="142"/>
                    <a:pt x="209" y="143"/>
                  </a:cubicBezTo>
                  <a:cubicBezTo>
                    <a:pt x="208" y="145"/>
                    <a:pt x="211" y="145"/>
                    <a:pt x="213" y="146"/>
                  </a:cubicBezTo>
                  <a:cubicBezTo>
                    <a:pt x="215" y="147"/>
                    <a:pt x="219" y="148"/>
                    <a:pt x="221" y="150"/>
                  </a:cubicBezTo>
                  <a:cubicBezTo>
                    <a:pt x="223" y="152"/>
                    <a:pt x="225" y="155"/>
                    <a:pt x="230" y="157"/>
                  </a:cubicBezTo>
                  <a:cubicBezTo>
                    <a:pt x="235" y="160"/>
                    <a:pt x="230" y="151"/>
                    <a:pt x="234" y="154"/>
                  </a:cubicBezTo>
                  <a:cubicBezTo>
                    <a:pt x="238" y="157"/>
                    <a:pt x="237" y="154"/>
                    <a:pt x="240" y="157"/>
                  </a:cubicBezTo>
                  <a:cubicBezTo>
                    <a:pt x="243" y="160"/>
                    <a:pt x="242" y="155"/>
                    <a:pt x="241" y="151"/>
                  </a:cubicBezTo>
                  <a:cubicBezTo>
                    <a:pt x="239" y="146"/>
                    <a:pt x="242" y="149"/>
                    <a:pt x="244" y="151"/>
                  </a:cubicBezTo>
                  <a:cubicBezTo>
                    <a:pt x="245" y="154"/>
                    <a:pt x="245" y="158"/>
                    <a:pt x="244" y="161"/>
                  </a:cubicBezTo>
                  <a:cubicBezTo>
                    <a:pt x="243" y="164"/>
                    <a:pt x="238" y="161"/>
                    <a:pt x="239" y="160"/>
                  </a:cubicBezTo>
                  <a:cubicBezTo>
                    <a:pt x="239" y="158"/>
                    <a:pt x="234" y="159"/>
                    <a:pt x="234" y="161"/>
                  </a:cubicBezTo>
                  <a:cubicBezTo>
                    <a:pt x="233" y="163"/>
                    <a:pt x="237" y="168"/>
                    <a:pt x="240" y="168"/>
                  </a:cubicBezTo>
                  <a:cubicBezTo>
                    <a:pt x="242" y="169"/>
                    <a:pt x="240" y="173"/>
                    <a:pt x="242" y="173"/>
                  </a:cubicBezTo>
                  <a:cubicBezTo>
                    <a:pt x="244" y="174"/>
                    <a:pt x="244" y="178"/>
                    <a:pt x="245" y="177"/>
                  </a:cubicBezTo>
                  <a:cubicBezTo>
                    <a:pt x="247" y="177"/>
                    <a:pt x="246" y="172"/>
                    <a:pt x="245" y="169"/>
                  </a:cubicBezTo>
                  <a:cubicBezTo>
                    <a:pt x="243" y="167"/>
                    <a:pt x="244" y="164"/>
                    <a:pt x="246" y="165"/>
                  </a:cubicBezTo>
                  <a:cubicBezTo>
                    <a:pt x="248" y="165"/>
                    <a:pt x="246" y="169"/>
                    <a:pt x="247" y="170"/>
                  </a:cubicBezTo>
                  <a:cubicBezTo>
                    <a:pt x="248" y="171"/>
                    <a:pt x="249" y="169"/>
                    <a:pt x="251" y="167"/>
                  </a:cubicBezTo>
                  <a:cubicBezTo>
                    <a:pt x="253" y="166"/>
                    <a:pt x="250" y="162"/>
                    <a:pt x="251" y="160"/>
                  </a:cubicBezTo>
                  <a:cubicBezTo>
                    <a:pt x="252" y="158"/>
                    <a:pt x="254" y="162"/>
                    <a:pt x="255" y="165"/>
                  </a:cubicBezTo>
                  <a:cubicBezTo>
                    <a:pt x="256" y="169"/>
                    <a:pt x="253" y="169"/>
                    <a:pt x="253" y="170"/>
                  </a:cubicBezTo>
                  <a:cubicBezTo>
                    <a:pt x="253" y="172"/>
                    <a:pt x="250" y="171"/>
                    <a:pt x="249" y="172"/>
                  </a:cubicBezTo>
                  <a:cubicBezTo>
                    <a:pt x="248" y="173"/>
                    <a:pt x="248" y="180"/>
                    <a:pt x="250" y="180"/>
                  </a:cubicBezTo>
                  <a:cubicBezTo>
                    <a:pt x="251" y="180"/>
                    <a:pt x="252" y="175"/>
                    <a:pt x="253" y="177"/>
                  </a:cubicBezTo>
                  <a:cubicBezTo>
                    <a:pt x="253" y="180"/>
                    <a:pt x="257" y="174"/>
                    <a:pt x="257" y="176"/>
                  </a:cubicBezTo>
                  <a:cubicBezTo>
                    <a:pt x="258" y="179"/>
                    <a:pt x="262" y="182"/>
                    <a:pt x="264" y="181"/>
                  </a:cubicBezTo>
                  <a:cubicBezTo>
                    <a:pt x="265" y="181"/>
                    <a:pt x="263" y="178"/>
                    <a:pt x="261" y="178"/>
                  </a:cubicBezTo>
                  <a:cubicBezTo>
                    <a:pt x="258" y="178"/>
                    <a:pt x="259" y="174"/>
                    <a:pt x="261" y="174"/>
                  </a:cubicBezTo>
                  <a:cubicBezTo>
                    <a:pt x="263" y="174"/>
                    <a:pt x="267" y="179"/>
                    <a:pt x="267" y="181"/>
                  </a:cubicBezTo>
                  <a:cubicBezTo>
                    <a:pt x="266" y="183"/>
                    <a:pt x="265" y="183"/>
                    <a:pt x="263" y="185"/>
                  </a:cubicBezTo>
                  <a:cubicBezTo>
                    <a:pt x="261" y="187"/>
                    <a:pt x="259" y="182"/>
                    <a:pt x="256" y="182"/>
                  </a:cubicBezTo>
                  <a:cubicBezTo>
                    <a:pt x="254" y="182"/>
                    <a:pt x="256" y="185"/>
                    <a:pt x="257" y="187"/>
                  </a:cubicBezTo>
                  <a:cubicBezTo>
                    <a:pt x="258" y="190"/>
                    <a:pt x="255" y="193"/>
                    <a:pt x="258" y="195"/>
                  </a:cubicBezTo>
                  <a:cubicBezTo>
                    <a:pt x="260" y="196"/>
                    <a:pt x="260" y="193"/>
                    <a:pt x="260" y="192"/>
                  </a:cubicBezTo>
                  <a:cubicBezTo>
                    <a:pt x="260" y="191"/>
                    <a:pt x="263" y="192"/>
                    <a:pt x="264" y="194"/>
                  </a:cubicBezTo>
                  <a:cubicBezTo>
                    <a:pt x="265" y="195"/>
                    <a:pt x="266" y="191"/>
                    <a:pt x="266" y="189"/>
                  </a:cubicBezTo>
                  <a:cubicBezTo>
                    <a:pt x="266" y="188"/>
                    <a:pt x="268" y="189"/>
                    <a:pt x="269" y="191"/>
                  </a:cubicBezTo>
                  <a:cubicBezTo>
                    <a:pt x="271" y="193"/>
                    <a:pt x="271" y="189"/>
                    <a:pt x="273" y="189"/>
                  </a:cubicBezTo>
                  <a:cubicBezTo>
                    <a:pt x="275" y="189"/>
                    <a:pt x="274" y="192"/>
                    <a:pt x="274" y="194"/>
                  </a:cubicBezTo>
                  <a:cubicBezTo>
                    <a:pt x="274" y="196"/>
                    <a:pt x="277" y="193"/>
                    <a:pt x="277" y="195"/>
                  </a:cubicBezTo>
                  <a:cubicBezTo>
                    <a:pt x="277" y="195"/>
                    <a:pt x="277" y="195"/>
                    <a:pt x="277" y="196"/>
                  </a:cubicBezTo>
                  <a:cubicBezTo>
                    <a:pt x="278" y="194"/>
                    <a:pt x="280" y="193"/>
                    <a:pt x="282" y="192"/>
                  </a:cubicBezTo>
                  <a:cubicBezTo>
                    <a:pt x="285" y="190"/>
                    <a:pt x="279" y="188"/>
                    <a:pt x="280" y="18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6" name="Freeform 1456">
              <a:extLst>
                <a:ext uri="{FF2B5EF4-FFF2-40B4-BE49-F238E27FC236}">
                  <a16:creationId xmlns:a16="http://schemas.microsoft.com/office/drawing/2014/main" id="{32A03527-034D-3A84-085F-2E7BD8E24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0807" y="2103332"/>
              <a:ext cx="300014" cy="149217"/>
            </a:xfrm>
            <a:custGeom>
              <a:avLst/>
              <a:gdLst>
                <a:gd name="T0" fmla="*/ 67 w 80"/>
                <a:gd name="T1" fmla="*/ 28 h 40"/>
                <a:gd name="T2" fmla="*/ 73 w 80"/>
                <a:gd name="T3" fmla="*/ 24 h 40"/>
                <a:gd name="T4" fmla="*/ 79 w 80"/>
                <a:gd name="T5" fmla="*/ 18 h 40"/>
                <a:gd name="T6" fmla="*/ 75 w 80"/>
                <a:gd name="T7" fmla="*/ 12 h 40"/>
                <a:gd name="T8" fmla="*/ 71 w 80"/>
                <a:gd name="T9" fmla="*/ 8 h 40"/>
                <a:gd name="T10" fmla="*/ 69 w 80"/>
                <a:gd name="T11" fmla="*/ 4 h 40"/>
                <a:gd name="T12" fmla="*/ 64 w 80"/>
                <a:gd name="T13" fmla="*/ 4 h 40"/>
                <a:gd name="T14" fmla="*/ 57 w 80"/>
                <a:gd name="T15" fmla="*/ 0 h 40"/>
                <a:gd name="T16" fmla="*/ 56 w 80"/>
                <a:gd name="T17" fmla="*/ 5 h 40"/>
                <a:gd name="T18" fmla="*/ 52 w 80"/>
                <a:gd name="T19" fmla="*/ 5 h 40"/>
                <a:gd name="T20" fmla="*/ 49 w 80"/>
                <a:gd name="T21" fmla="*/ 5 h 40"/>
                <a:gd name="T22" fmla="*/ 45 w 80"/>
                <a:gd name="T23" fmla="*/ 6 h 40"/>
                <a:gd name="T24" fmla="*/ 41 w 80"/>
                <a:gd name="T25" fmla="*/ 5 h 40"/>
                <a:gd name="T26" fmla="*/ 36 w 80"/>
                <a:gd name="T27" fmla="*/ 8 h 40"/>
                <a:gd name="T28" fmla="*/ 33 w 80"/>
                <a:gd name="T29" fmla="*/ 7 h 40"/>
                <a:gd name="T30" fmla="*/ 30 w 80"/>
                <a:gd name="T31" fmla="*/ 9 h 40"/>
                <a:gd name="T32" fmla="*/ 29 w 80"/>
                <a:gd name="T33" fmla="*/ 12 h 40"/>
                <a:gd name="T34" fmla="*/ 24 w 80"/>
                <a:gd name="T35" fmla="*/ 15 h 40"/>
                <a:gd name="T36" fmla="*/ 22 w 80"/>
                <a:gd name="T37" fmla="*/ 9 h 40"/>
                <a:gd name="T38" fmla="*/ 11 w 80"/>
                <a:gd name="T39" fmla="*/ 1 h 40"/>
                <a:gd name="T40" fmla="*/ 12 w 80"/>
                <a:gd name="T41" fmla="*/ 5 h 40"/>
                <a:gd name="T42" fmla="*/ 9 w 80"/>
                <a:gd name="T43" fmla="*/ 5 h 40"/>
                <a:gd name="T44" fmla="*/ 4 w 80"/>
                <a:gd name="T45" fmla="*/ 7 h 40"/>
                <a:gd name="T46" fmla="*/ 0 w 80"/>
                <a:gd name="T47" fmla="*/ 12 h 40"/>
                <a:gd name="T48" fmla="*/ 7 w 80"/>
                <a:gd name="T49" fmla="*/ 14 h 40"/>
                <a:gd name="T50" fmla="*/ 16 w 80"/>
                <a:gd name="T51" fmla="*/ 14 h 40"/>
                <a:gd name="T52" fmla="*/ 15 w 80"/>
                <a:gd name="T53" fmla="*/ 17 h 40"/>
                <a:gd name="T54" fmla="*/ 11 w 80"/>
                <a:gd name="T55" fmla="*/ 19 h 40"/>
                <a:gd name="T56" fmla="*/ 3 w 80"/>
                <a:gd name="T57" fmla="*/ 22 h 40"/>
                <a:gd name="T58" fmla="*/ 14 w 80"/>
                <a:gd name="T59" fmla="*/ 22 h 40"/>
                <a:gd name="T60" fmla="*/ 16 w 80"/>
                <a:gd name="T61" fmla="*/ 25 h 40"/>
                <a:gd name="T62" fmla="*/ 18 w 80"/>
                <a:gd name="T63" fmla="*/ 27 h 40"/>
                <a:gd name="T64" fmla="*/ 16 w 80"/>
                <a:gd name="T65" fmla="*/ 31 h 40"/>
                <a:gd name="T66" fmla="*/ 12 w 80"/>
                <a:gd name="T67" fmla="*/ 33 h 40"/>
                <a:gd name="T68" fmla="*/ 21 w 80"/>
                <a:gd name="T69" fmla="*/ 33 h 40"/>
                <a:gd name="T70" fmla="*/ 35 w 80"/>
                <a:gd name="T71" fmla="*/ 38 h 40"/>
                <a:gd name="T72" fmla="*/ 48 w 80"/>
                <a:gd name="T73" fmla="*/ 35 h 40"/>
                <a:gd name="T74" fmla="*/ 57 w 80"/>
                <a:gd name="T75" fmla="*/ 32 h 40"/>
                <a:gd name="T76" fmla="*/ 67 w 80"/>
                <a:gd name="T77" fmla="*/ 2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0" h="40">
                  <a:moveTo>
                    <a:pt x="67" y="28"/>
                  </a:moveTo>
                  <a:cubicBezTo>
                    <a:pt x="71" y="28"/>
                    <a:pt x="71" y="23"/>
                    <a:pt x="73" y="24"/>
                  </a:cubicBezTo>
                  <a:cubicBezTo>
                    <a:pt x="75" y="24"/>
                    <a:pt x="77" y="20"/>
                    <a:pt x="79" y="18"/>
                  </a:cubicBezTo>
                  <a:cubicBezTo>
                    <a:pt x="80" y="16"/>
                    <a:pt x="77" y="12"/>
                    <a:pt x="75" y="12"/>
                  </a:cubicBezTo>
                  <a:cubicBezTo>
                    <a:pt x="72" y="12"/>
                    <a:pt x="70" y="10"/>
                    <a:pt x="71" y="8"/>
                  </a:cubicBezTo>
                  <a:cubicBezTo>
                    <a:pt x="71" y="7"/>
                    <a:pt x="69" y="5"/>
                    <a:pt x="69" y="4"/>
                  </a:cubicBezTo>
                  <a:cubicBezTo>
                    <a:pt x="69" y="2"/>
                    <a:pt x="66" y="3"/>
                    <a:pt x="64" y="4"/>
                  </a:cubicBezTo>
                  <a:cubicBezTo>
                    <a:pt x="63" y="4"/>
                    <a:pt x="59" y="0"/>
                    <a:pt x="57" y="0"/>
                  </a:cubicBezTo>
                  <a:cubicBezTo>
                    <a:pt x="56" y="1"/>
                    <a:pt x="57" y="4"/>
                    <a:pt x="56" y="5"/>
                  </a:cubicBezTo>
                  <a:cubicBezTo>
                    <a:pt x="56" y="6"/>
                    <a:pt x="52" y="4"/>
                    <a:pt x="52" y="5"/>
                  </a:cubicBezTo>
                  <a:cubicBezTo>
                    <a:pt x="52" y="7"/>
                    <a:pt x="50" y="7"/>
                    <a:pt x="49" y="5"/>
                  </a:cubicBezTo>
                  <a:cubicBezTo>
                    <a:pt x="48" y="4"/>
                    <a:pt x="45" y="5"/>
                    <a:pt x="45" y="6"/>
                  </a:cubicBezTo>
                  <a:cubicBezTo>
                    <a:pt x="45" y="7"/>
                    <a:pt x="43" y="6"/>
                    <a:pt x="41" y="5"/>
                  </a:cubicBezTo>
                  <a:cubicBezTo>
                    <a:pt x="38" y="3"/>
                    <a:pt x="36" y="7"/>
                    <a:pt x="36" y="8"/>
                  </a:cubicBezTo>
                  <a:cubicBezTo>
                    <a:pt x="36" y="10"/>
                    <a:pt x="35" y="10"/>
                    <a:pt x="33" y="7"/>
                  </a:cubicBezTo>
                  <a:cubicBezTo>
                    <a:pt x="31" y="3"/>
                    <a:pt x="29" y="7"/>
                    <a:pt x="30" y="9"/>
                  </a:cubicBezTo>
                  <a:cubicBezTo>
                    <a:pt x="31" y="11"/>
                    <a:pt x="30" y="13"/>
                    <a:pt x="29" y="12"/>
                  </a:cubicBezTo>
                  <a:cubicBezTo>
                    <a:pt x="27" y="11"/>
                    <a:pt x="25" y="13"/>
                    <a:pt x="24" y="15"/>
                  </a:cubicBezTo>
                  <a:cubicBezTo>
                    <a:pt x="23" y="16"/>
                    <a:pt x="19" y="10"/>
                    <a:pt x="22" y="9"/>
                  </a:cubicBezTo>
                  <a:cubicBezTo>
                    <a:pt x="24" y="7"/>
                    <a:pt x="14" y="1"/>
                    <a:pt x="11" y="1"/>
                  </a:cubicBezTo>
                  <a:cubicBezTo>
                    <a:pt x="7" y="1"/>
                    <a:pt x="9" y="4"/>
                    <a:pt x="12" y="5"/>
                  </a:cubicBezTo>
                  <a:cubicBezTo>
                    <a:pt x="14" y="7"/>
                    <a:pt x="10" y="7"/>
                    <a:pt x="9" y="5"/>
                  </a:cubicBezTo>
                  <a:cubicBezTo>
                    <a:pt x="8" y="4"/>
                    <a:pt x="5" y="5"/>
                    <a:pt x="4" y="7"/>
                  </a:cubicBezTo>
                  <a:cubicBezTo>
                    <a:pt x="3" y="9"/>
                    <a:pt x="1" y="10"/>
                    <a:pt x="0" y="12"/>
                  </a:cubicBezTo>
                  <a:cubicBezTo>
                    <a:pt x="0" y="14"/>
                    <a:pt x="4" y="15"/>
                    <a:pt x="7" y="14"/>
                  </a:cubicBezTo>
                  <a:cubicBezTo>
                    <a:pt x="11" y="12"/>
                    <a:pt x="15" y="12"/>
                    <a:pt x="16" y="14"/>
                  </a:cubicBezTo>
                  <a:cubicBezTo>
                    <a:pt x="18" y="15"/>
                    <a:pt x="13" y="16"/>
                    <a:pt x="15" y="17"/>
                  </a:cubicBezTo>
                  <a:cubicBezTo>
                    <a:pt x="17" y="19"/>
                    <a:pt x="15" y="20"/>
                    <a:pt x="11" y="19"/>
                  </a:cubicBezTo>
                  <a:cubicBezTo>
                    <a:pt x="7" y="19"/>
                    <a:pt x="2" y="20"/>
                    <a:pt x="3" y="22"/>
                  </a:cubicBezTo>
                  <a:cubicBezTo>
                    <a:pt x="4" y="23"/>
                    <a:pt x="13" y="21"/>
                    <a:pt x="14" y="22"/>
                  </a:cubicBezTo>
                  <a:cubicBezTo>
                    <a:pt x="14" y="23"/>
                    <a:pt x="14" y="26"/>
                    <a:pt x="16" y="25"/>
                  </a:cubicBezTo>
                  <a:cubicBezTo>
                    <a:pt x="19" y="24"/>
                    <a:pt x="17" y="27"/>
                    <a:pt x="18" y="27"/>
                  </a:cubicBezTo>
                  <a:cubicBezTo>
                    <a:pt x="20" y="28"/>
                    <a:pt x="19" y="31"/>
                    <a:pt x="16" y="31"/>
                  </a:cubicBezTo>
                  <a:cubicBezTo>
                    <a:pt x="12" y="31"/>
                    <a:pt x="11" y="32"/>
                    <a:pt x="12" y="33"/>
                  </a:cubicBezTo>
                  <a:cubicBezTo>
                    <a:pt x="14" y="35"/>
                    <a:pt x="18" y="34"/>
                    <a:pt x="21" y="33"/>
                  </a:cubicBezTo>
                  <a:cubicBezTo>
                    <a:pt x="25" y="32"/>
                    <a:pt x="31" y="37"/>
                    <a:pt x="35" y="38"/>
                  </a:cubicBezTo>
                  <a:cubicBezTo>
                    <a:pt x="39" y="40"/>
                    <a:pt x="47" y="38"/>
                    <a:pt x="48" y="35"/>
                  </a:cubicBezTo>
                  <a:cubicBezTo>
                    <a:pt x="49" y="33"/>
                    <a:pt x="55" y="34"/>
                    <a:pt x="57" y="32"/>
                  </a:cubicBezTo>
                  <a:cubicBezTo>
                    <a:pt x="59" y="31"/>
                    <a:pt x="63" y="29"/>
                    <a:pt x="67" y="2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7" name="Freeform 1458">
              <a:extLst>
                <a:ext uri="{FF2B5EF4-FFF2-40B4-BE49-F238E27FC236}">
                  <a16:creationId xmlns:a16="http://schemas.microsoft.com/office/drawing/2014/main" id="{5E7D52E6-A263-A15B-4499-29CB869E5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5976" y="3573283"/>
              <a:ext cx="26986" cy="52386"/>
            </a:xfrm>
            <a:custGeom>
              <a:avLst/>
              <a:gdLst>
                <a:gd name="T0" fmla="*/ 6 w 7"/>
                <a:gd name="T1" fmla="*/ 13 h 14"/>
                <a:gd name="T2" fmla="*/ 3 w 7"/>
                <a:gd name="T3" fmla="*/ 10 h 14"/>
                <a:gd name="T4" fmla="*/ 0 w 7"/>
                <a:gd name="T5" fmla="*/ 5 h 14"/>
                <a:gd name="T6" fmla="*/ 3 w 7"/>
                <a:gd name="T7" fmla="*/ 3 h 14"/>
                <a:gd name="T8" fmla="*/ 4 w 7"/>
                <a:gd name="T9" fmla="*/ 9 h 14"/>
                <a:gd name="T10" fmla="*/ 6 w 7"/>
                <a:gd name="T11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4">
                  <a:moveTo>
                    <a:pt x="6" y="13"/>
                  </a:moveTo>
                  <a:cubicBezTo>
                    <a:pt x="6" y="14"/>
                    <a:pt x="3" y="12"/>
                    <a:pt x="3" y="10"/>
                  </a:cubicBezTo>
                  <a:cubicBezTo>
                    <a:pt x="3" y="8"/>
                    <a:pt x="0" y="8"/>
                    <a:pt x="0" y="5"/>
                  </a:cubicBezTo>
                  <a:cubicBezTo>
                    <a:pt x="0" y="2"/>
                    <a:pt x="1" y="0"/>
                    <a:pt x="3" y="3"/>
                  </a:cubicBezTo>
                  <a:cubicBezTo>
                    <a:pt x="5" y="5"/>
                    <a:pt x="4" y="7"/>
                    <a:pt x="4" y="9"/>
                  </a:cubicBezTo>
                  <a:cubicBezTo>
                    <a:pt x="4" y="10"/>
                    <a:pt x="7" y="12"/>
                    <a:pt x="6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8" name="Freeform 1459">
              <a:extLst>
                <a:ext uri="{FF2B5EF4-FFF2-40B4-BE49-F238E27FC236}">
                  <a16:creationId xmlns:a16="http://schemas.microsoft.com/office/drawing/2014/main" id="{182FB30D-AB74-F86B-2C0D-04DBE54F6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5976" y="3573283"/>
              <a:ext cx="26986" cy="52386"/>
            </a:xfrm>
            <a:custGeom>
              <a:avLst/>
              <a:gdLst>
                <a:gd name="T0" fmla="*/ 6 w 7"/>
                <a:gd name="T1" fmla="*/ 13 h 14"/>
                <a:gd name="T2" fmla="*/ 3 w 7"/>
                <a:gd name="T3" fmla="*/ 10 h 14"/>
                <a:gd name="T4" fmla="*/ 0 w 7"/>
                <a:gd name="T5" fmla="*/ 5 h 14"/>
                <a:gd name="T6" fmla="*/ 3 w 7"/>
                <a:gd name="T7" fmla="*/ 3 h 14"/>
                <a:gd name="T8" fmla="*/ 4 w 7"/>
                <a:gd name="T9" fmla="*/ 9 h 14"/>
                <a:gd name="T10" fmla="*/ 6 w 7"/>
                <a:gd name="T11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4">
                  <a:moveTo>
                    <a:pt x="6" y="13"/>
                  </a:moveTo>
                  <a:cubicBezTo>
                    <a:pt x="6" y="14"/>
                    <a:pt x="3" y="12"/>
                    <a:pt x="3" y="10"/>
                  </a:cubicBezTo>
                  <a:cubicBezTo>
                    <a:pt x="3" y="8"/>
                    <a:pt x="0" y="8"/>
                    <a:pt x="0" y="5"/>
                  </a:cubicBezTo>
                  <a:cubicBezTo>
                    <a:pt x="0" y="2"/>
                    <a:pt x="1" y="0"/>
                    <a:pt x="3" y="3"/>
                  </a:cubicBezTo>
                  <a:cubicBezTo>
                    <a:pt x="5" y="5"/>
                    <a:pt x="4" y="7"/>
                    <a:pt x="4" y="9"/>
                  </a:cubicBezTo>
                  <a:cubicBezTo>
                    <a:pt x="4" y="10"/>
                    <a:pt x="7" y="12"/>
                    <a:pt x="6" y="1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9" name="Freeform 1460">
              <a:extLst>
                <a:ext uri="{FF2B5EF4-FFF2-40B4-BE49-F238E27FC236}">
                  <a16:creationId xmlns:a16="http://schemas.microsoft.com/office/drawing/2014/main" id="{6237BB6A-B91C-5E06-DD51-897E83E0E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6615" y="4146341"/>
              <a:ext cx="1098463" cy="1125480"/>
            </a:xfrm>
            <a:custGeom>
              <a:avLst/>
              <a:gdLst>
                <a:gd name="T0" fmla="*/ 165 w 293"/>
                <a:gd name="T1" fmla="*/ 278 h 300"/>
                <a:gd name="T2" fmla="*/ 169 w 293"/>
                <a:gd name="T3" fmla="*/ 280 h 300"/>
                <a:gd name="T4" fmla="*/ 188 w 293"/>
                <a:gd name="T5" fmla="*/ 247 h 300"/>
                <a:gd name="T6" fmla="*/ 200 w 293"/>
                <a:gd name="T7" fmla="*/ 224 h 300"/>
                <a:gd name="T8" fmla="*/ 219 w 293"/>
                <a:gd name="T9" fmla="*/ 213 h 300"/>
                <a:gd name="T10" fmla="*/ 242 w 293"/>
                <a:gd name="T11" fmla="*/ 206 h 300"/>
                <a:gd name="T12" fmla="*/ 251 w 293"/>
                <a:gd name="T13" fmla="*/ 189 h 300"/>
                <a:gd name="T14" fmla="*/ 259 w 293"/>
                <a:gd name="T15" fmla="*/ 172 h 300"/>
                <a:gd name="T16" fmla="*/ 261 w 293"/>
                <a:gd name="T17" fmla="*/ 138 h 300"/>
                <a:gd name="T18" fmla="*/ 267 w 293"/>
                <a:gd name="T19" fmla="*/ 134 h 300"/>
                <a:gd name="T20" fmla="*/ 290 w 293"/>
                <a:gd name="T21" fmla="*/ 103 h 300"/>
                <a:gd name="T22" fmla="*/ 264 w 293"/>
                <a:gd name="T23" fmla="*/ 68 h 300"/>
                <a:gd name="T24" fmla="*/ 219 w 293"/>
                <a:gd name="T25" fmla="*/ 62 h 300"/>
                <a:gd name="T26" fmla="*/ 192 w 293"/>
                <a:gd name="T27" fmla="*/ 48 h 300"/>
                <a:gd name="T28" fmla="*/ 189 w 293"/>
                <a:gd name="T29" fmla="*/ 43 h 300"/>
                <a:gd name="T30" fmla="*/ 172 w 293"/>
                <a:gd name="T31" fmla="*/ 39 h 300"/>
                <a:gd name="T32" fmla="*/ 168 w 293"/>
                <a:gd name="T33" fmla="*/ 8 h 300"/>
                <a:gd name="T34" fmla="*/ 144 w 293"/>
                <a:gd name="T35" fmla="*/ 21 h 300"/>
                <a:gd name="T36" fmla="*/ 124 w 293"/>
                <a:gd name="T37" fmla="*/ 25 h 300"/>
                <a:gd name="T38" fmla="*/ 108 w 293"/>
                <a:gd name="T39" fmla="*/ 26 h 300"/>
                <a:gd name="T40" fmla="*/ 102 w 293"/>
                <a:gd name="T41" fmla="*/ 1 h 300"/>
                <a:gd name="T42" fmla="*/ 84 w 293"/>
                <a:gd name="T43" fmla="*/ 11 h 300"/>
                <a:gd name="T44" fmla="*/ 69 w 293"/>
                <a:gd name="T45" fmla="*/ 10 h 300"/>
                <a:gd name="T46" fmla="*/ 78 w 293"/>
                <a:gd name="T47" fmla="*/ 21 h 300"/>
                <a:gd name="T48" fmla="*/ 68 w 293"/>
                <a:gd name="T49" fmla="*/ 30 h 300"/>
                <a:gd name="T50" fmla="*/ 55 w 293"/>
                <a:gd name="T51" fmla="*/ 32 h 300"/>
                <a:gd name="T52" fmla="*/ 31 w 293"/>
                <a:gd name="T53" fmla="*/ 27 h 300"/>
                <a:gd name="T54" fmla="*/ 29 w 293"/>
                <a:gd name="T55" fmla="*/ 38 h 300"/>
                <a:gd name="T56" fmla="*/ 29 w 293"/>
                <a:gd name="T57" fmla="*/ 70 h 300"/>
                <a:gd name="T58" fmla="*/ 8 w 293"/>
                <a:gd name="T59" fmla="*/ 78 h 300"/>
                <a:gd name="T60" fmla="*/ 1 w 293"/>
                <a:gd name="T61" fmla="*/ 94 h 300"/>
                <a:gd name="T62" fmla="*/ 10 w 293"/>
                <a:gd name="T63" fmla="*/ 109 h 300"/>
                <a:gd name="T64" fmla="*/ 25 w 293"/>
                <a:gd name="T65" fmla="*/ 112 h 300"/>
                <a:gd name="T66" fmla="*/ 42 w 293"/>
                <a:gd name="T67" fmla="*/ 120 h 300"/>
                <a:gd name="T68" fmla="*/ 64 w 293"/>
                <a:gd name="T69" fmla="*/ 113 h 300"/>
                <a:gd name="T70" fmla="*/ 81 w 293"/>
                <a:gd name="T71" fmla="*/ 134 h 300"/>
                <a:gd name="T72" fmla="*/ 98 w 293"/>
                <a:gd name="T73" fmla="*/ 141 h 300"/>
                <a:gd name="T74" fmla="*/ 102 w 293"/>
                <a:gd name="T75" fmla="*/ 158 h 300"/>
                <a:gd name="T76" fmla="*/ 121 w 293"/>
                <a:gd name="T77" fmla="*/ 172 h 300"/>
                <a:gd name="T78" fmla="*/ 118 w 293"/>
                <a:gd name="T79" fmla="*/ 191 h 300"/>
                <a:gd name="T80" fmla="*/ 130 w 293"/>
                <a:gd name="T81" fmla="*/ 207 h 300"/>
                <a:gd name="T82" fmla="*/ 144 w 293"/>
                <a:gd name="T83" fmla="*/ 220 h 300"/>
                <a:gd name="T84" fmla="*/ 150 w 293"/>
                <a:gd name="T85" fmla="*/ 244 h 300"/>
                <a:gd name="T86" fmla="*/ 122 w 293"/>
                <a:gd name="T87" fmla="*/ 271 h 300"/>
                <a:gd name="T88" fmla="*/ 134 w 293"/>
                <a:gd name="T89" fmla="*/ 278 h 300"/>
                <a:gd name="T90" fmla="*/ 151 w 293"/>
                <a:gd name="T91" fmla="*/ 289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93" h="300">
                  <a:moveTo>
                    <a:pt x="155" y="296"/>
                  </a:moveTo>
                  <a:cubicBezTo>
                    <a:pt x="160" y="293"/>
                    <a:pt x="158" y="291"/>
                    <a:pt x="161" y="287"/>
                  </a:cubicBezTo>
                  <a:cubicBezTo>
                    <a:pt x="163" y="283"/>
                    <a:pt x="161" y="282"/>
                    <a:pt x="165" y="278"/>
                  </a:cubicBezTo>
                  <a:cubicBezTo>
                    <a:pt x="168" y="275"/>
                    <a:pt x="164" y="273"/>
                    <a:pt x="168" y="271"/>
                  </a:cubicBezTo>
                  <a:cubicBezTo>
                    <a:pt x="173" y="268"/>
                    <a:pt x="172" y="273"/>
                    <a:pt x="169" y="277"/>
                  </a:cubicBezTo>
                  <a:cubicBezTo>
                    <a:pt x="165" y="282"/>
                    <a:pt x="164" y="283"/>
                    <a:pt x="169" y="280"/>
                  </a:cubicBezTo>
                  <a:cubicBezTo>
                    <a:pt x="174" y="276"/>
                    <a:pt x="176" y="271"/>
                    <a:pt x="179" y="265"/>
                  </a:cubicBezTo>
                  <a:cubicBezTo>
                    <a:pt x="181" y="260"/>
                    <a:pt x="183" y="258"/>
                    <a:pt x="186" y="257"/>
                  </a:cubicBezTo>
                  <a:cubicBezTo>
                    <a:pt x="188" y="257"/>
                    <a:pt x="188" y="251"/>
                    <a:pt x="188" y="247"/>
                  </a:cubicBezTo>
                  <a:cubicBezTo>
                    <a:pt x="188" y="243"/>
                    <a:pt x="186" y="239"/>
                    <a:pt x="188" y="236"/>
                  </a:cubicBezTo>
                  <a:cubicBezTo>
                    <a:pt x="190" y="233"/>
                    <a:pt x="188" y="231"/>
                    <a:pt x="190" y="231"/>
                  </a:cubicBezTo>
                  <a:cubicBezTo>
                    <a:pt x="193" y="231"/>
                    <a:pt x="196" y="227"/>
                    <a:pt x="200" y="224"/>
                  </a:cubicBezTo>
                  <a:cubicBezTo>
                    <a:pt x="203" y="220"/>
                    <a:pt x="206" y="220"/>
                    <a:pt x="209" y="219"/>
                  </a:cubicBezTo>
                  <a:cubicBezTo>
                    <a:pt x="213" y="219"/>
                    <a:pt x="211" y="218"/>
                    <a:pt x="213" y="217"/>
                  </a:cubicBezTo>
                  <a:cubicBezTo>
                    <a:pt x="216" y="216"/>
                    <a:pt x="217" y="214"/>
                    <a:pt x="219" y="213"/>
                  </a:cubicBezTo>
                  <a:cubicBezTo>
                    <a:pt x="221" y="211"/>
                    <a:pt x="227" y="213"/>
                    <a:pt x="231" y="213"/>
                  </a:cubicBezTo>
                  <a:cubicBezTo>
                    <a:pt x="235" y="213"/>
                    <a:pt x="238" y="213"/>
                    <a:pt x="238" y="211"/>
                  </a:cubicBezTo>
                  <a:cubicBezTo>
                    <a:pt x="238" y="208"/>
                    <a:pt x="240" y="206"/>
                    <a:pt x="242" y="206"/>
                  </a:cubicBezTo>
                  <a:cubicBezTo>
                    <a:pt x="244" y="206"/>
                    <a:pt x="245" y="206"/>
                    <a:pt x="245" y="202"/>
                  </a:cubicBezTo>
                  <a:cubicBezTo>
                    <a:pt x="245" y="199"/>
                    <a:pt x="246" y="197"/>
                    <a:pt x="248" y="196"/>
                  </a:cubicBezTo>
                  <a:cubicBezTo>
                    <a:pt x="250" y="194"/>
                    <a:pt x="250" y="191"/>
                    <a:pt x="251" y="189"/>
                  </a:cubicBezTo>
                  <a:cubicBezTo>
                    <a:pt x="252" y="187"/>
                    <a:pt x="254" y="188"/>
                    <a:pt x="254" y="185"/>
                  </a:cubicBezTo>
                  <a:cubicBezTo>
                    <a:pt x="254" y="182"/>
                    <a:pt x="255" y="178"/>
                    <a:pt x="255" y="176"/>
                  </a:cubicBezTo>
                  <a:cubicBezTo>
                    <a:pt x="255" y="173"/>
                    <a:pt x="258" y="174"/>
                    <a:pt x="259" y="172"/>
                  </a:cubicBezTo>
                  <a:cubicBezTo>
                    <a:pt x="260" y="170"/>
                    <a:pt x="258" y="168"/>
                    <a:pt x="260" y="163"/>
                  </a:cubicBezTo>
                  <a:cubicBezTo>
                    <a:pt x="261" y="158"/>
                    <a:pt x="260" y="153"/>
                    <a:pt x="260" y="149"/>
                  </a:cubicBezTo>
                  <a:cubicBezTo>
                    <a:pt x="260" y="144"/>
                    <a:pt x="260" y="139"/>
                    <a:pt x="261" y="138"/>
                  </a:cubicBezTo>
                  <a:cubicBezTo>
                    <a:pt x="263" y="136"/>
                    <a:pt x="262" y="135"/>
                    <a:pt x="261" y="135"/>
                  </a:cubicBezTo>
                  <a:cubicBezTo>
                    <a:pt x="259" y="134"/>
                    <a:pt x="261" y="132"/>
                    <a:pt x="262" y="133"/>
                  </a:cubicBezTo>
                  <a:cubicBezTo>
                    <a:pt x="263" y="133"/>
                    <a:pt x="264" y="135"/>
                    <a:pt x="267" y="134"/>
                  </a:cubicBezTo>
                  <a:cubicBezTo>
                    <a:pt x="269" y="133"/>
                    <a:pt x="271" y="127"/>
                    <a:pt x="272" y="123"/>
                  </a:cubicBezTo>
                  <a:cubicBezTo>
                    <a:pt x="274" y="118"/>
                    <a:pt x="277" y="118"/>
                    <a:pt x="279" y="117"/>
                  </a:cubicBezTo>
                  <a:cubicBezTo>
                    <a:pt x="282" y="116"/>
                    <a:pt x="287" y="111"/>
                    <a:pt x="290" y="103"/>
                  </a:cubicBezTo>
                  <a:cubicBezTo>
                    <a:pt x="293" y="95"/>
                    <a:pt x="290" y="87"/>
                    <a:pt x="288" y="81"/>
                  </a:cubicBezTo>
                  <a:cubicBezTo>
                    <a:pt x="287" y="76"/>
                    <a:pt x="285" y="77"/>
                    <a:pt x="282" y="77"/>
                  </a:cubicBezTo>
                  <a:cubicBezTo>
                    <a:pt x="279" y="77"/>
                    <a:pt x="272" y="77"/>
                    <a:pt x="264" y="68"/>
                  </a:cubicBezTo>
                  <a:cubicBezTo>
                    <a:pt x="256" y="59"/>
                    <a:pt x="248" y="60"/>
                    <a:pt x="243" y="61"/>
                  </a:cubicBezTo>
                  <a:cubicBezTo>
                    <a:pt x="237" y="63"/>
                    <a:pt x="232" y="58"/>
                    <a:pt x="228" y="58"/>
                  </a:cubicBezTo>
                  <a:cubicBezTo>
                    <a:pt x="225" y="57"/>
                    <a:pt x="221" y="61"/>
                    <a:pt x="219" y="62"/>
                  </a:cubicBezTo>
                  <a:cubicBezTo>
                    <a:pt x="216" y="63"/>
                    <a:pt x="220" y="58"/>
                    <a:pt x="220" y="55"/>
                  </a:cubicBezTo>
                  <a:cubicBezTo>
                    <a:pt x="220" y="52"/>
                    <a:pt x="210" y="48"/>
                    <a:pt x="203" y="45"/>
                  </a:cubicBezTo>
                  <a:cubicBezTo>
                    <a:pt x="195" y="42"/>
                    <a:pt x="192" y="43"/>
                    <a:pt x="192" y="48"/>
                  </a:cubicBezTo>
                  <a:cubicBezTo>
                    <a:pt x="192" y="53"/>
                    <a:pt x="189" y="47"/>
                    <a:pt x="187" y="52"/>
                  </a:cubicBezTo>
                  <a:cubicBezTo>
                    <a:pt x="185" y="57"/>
                    <a:pt x="180" y="54"/>
                    <a:pt x="183" y="52"/>
                  </a:cubicBezTo>
                  <a:cubicBezTo>
                    <a:pt x="186" y="50"/>
                    <a:pt x="188" y="47"/>
                    <a:pt x="189" y="43"/>
                  </a:cubicBezTo>
                  <a:cubicBezTo>
                    <a:pt x="190" y="40"/>
                    <a:pt x="179" y="38"/>
                    <a:pt x="175" y="40"/>
                  </a:cubicBezTo>
                  <a:cubicBezTo>
                    <a:pt x="171" y="41"/>
                    <a:pt x="173" y="47"/>
                    <a:pt x="170" y="45"/>
                  </a:cubicBezTo>
                  <a:cubicBezTo>
                    <a:pt x="167" y="43"/>
                    <a:pt x="169" y="39"/>
                    <a:pt x="172" y="39"/>
                  </a:cubicBezTo>
                  <a:cubicBezTo>
                    <a:pt x="174" y="39"/>
                    <a:pt x="177" y="34"/>
                    <a:pt x="179" y="30"/>
                  </a:cubicBezTo>
                  <a:cubicBezTo>
                    <a:pt x="181" y="26"/>
                    <a:pt x="176" y="25"/>
                    <a:pt x="173" y="22"/>
                  </a:cubicBezTo>
                  <a:cubicBezTo>
                    <a:pt x="170" y="19"/>
                    <a:pt x="171" y="10"/>
                    <a:pt x="168" y="8"/>
                  </a:cubicBezTo>
                  <a:cubicBezTo>
                    <a:pt x="165" y="11"/>
                    <a:pt x="160" y="16"/>
                    <a:pt x="159" y="20"/>
                  </a:cubicBezTo>
                  <a:cubicBezTo>
                    <a:pt x="158" y="24"/>
                    <a:pt x="156" y="22"/>
                    <a:pt x="151" y="23"/>
                  </a:cubicBezTo>
                  <a:cubicBezTo>
                    <a:pt x="147" y="24"/>
                    <a:pt x="145" y="23"/>
                    <a:pt x="144" y="21"/>
                  </a:cubicBezTo>
                  <a:cubicBezTo>
                    <a:pt x="143" y="19"/>
                    <a:pt x="139" y="21"/>
                    <a:pt x="136" y="21"/>
                  </a:cubicBezTo>
                  <a:cubicBezTo>
                    <a:pt x="133" y="20"/>
                    <a:pt x="135" y="24"/>
                    <a:pt x="133" y="25"/>
                  </a:cubicBezTo>
                  <a:cubicBezTo>
                    <a:pt x="131" y="26"/>
                    <a:pt x="126" y="23"/>
                    <a:pt x="124" y="25"/>
                  </a:cubicBezTo>
                  <a:cubicBezTo>
                    <a:pt x="122" y="27"/>
                    <a:pt x="121" y="25"/>
                    <a:pt x="120" y="27"/>
                  </a:cubicBezTo>
                  <a:cubicBezTo>
                    <a:pt x="119" y="29"/>
                    <a:pt x="116" y="28"/>
                    <a:pt x="116" y="29"/>
                  </a:cubicBezTo>
                  <a:cubicBezTo>
                    <a:pt x="115" y="30"/>
                    <a:pt x="112" y="30"/>
                    <a:pt x="108" y="26"/>
                  </a:cubicBezTo>
                  <a:cubicBezTo>
                    <a:pt x="104" y="22"/>
                    <a:pt x="104" y="14"/>
                    <a:pt x="106" y="13"/>
                  </a:cubicBezTo>
                  <a:cubicBezTo>
                    <a:pt x="108" y="12"/>
                    <a:pt x="108" y="8"/>
                    <a:pt x="105" y="7"/>
                  </a:cubicBezTo>
                  <a:cubicBezTo>
                    <a:pt x="103" y="6"/>
                    <a:pt x="105" y="1"/>
                    <a:pt x="102" y="1"/>
                  </a:cubicBezTo>
                  <a:cubicBezTo>
                    <a:pt x="99" y="0"/>
                    <a:pt x="100" y="4"/>
                    <a:pt x="98" y="5"/>
                  </a:cubicBezTo>
                  <a:cubicBezTo>
                    <a:pt x="96" y="5"/>
                    <a:pt x="91" y="9"/>
                    <a:pt x="89" y="8"/>
                  </a:cubicBezTo>
                  <a:cubicBezTo>
                    <a:pt x="86" y="8"/>
                    <a:pt x="84" y="9"/>
                    <a:pt x="84" y="11"/>
                  </a:cubicBezTo>
                  <a:cubicBezTo>
                    <a:pt x="84" y="14"/>
                    <a:pt x="81" y="13"/>
                    <a:pt x="81" y="11"/>
                  </a:cubicBezTo>
                  <a:cubicBezTo>
                    <a:pt x="80" y="9"/>
                    <a:pt x="76" y="10"/>
                    <a:pt x="74" y="9"/>
                  </a:cubicBezTo>
                  <a:cubicBezTo>
                    <a:pt x="73" y="7"/>
                    <a:pt x="67" y="8"/>
                    <a:pt x="69" y="10"/>
                  </a:cubicBezTo>
                  <a:cubicBezTo>
                    <a:pt x="72" y="11"/>
                    <a:pt x="72" y="13"/>
                    <a:pt x="72" y="15"/>
                  </a:cubicBezTo>
                  <a:cubicBezTo>
                    <a:pt x="72" y="18"/>
                    <a:pt x="74" y="17"/>
                    <a:pt x="74" y="20"/>
                  </a:cubicBezTo>
                  <a:cubicBezTo>
                    <a:pt x="74" y="23"/>
                    <a:pt x="76" y="21"/>
                    <a:pt x="78" y="21"/>
                  </a:cubicBezTo>
                  <a:cubicBezTo>
                    <a:pt x="80" y="21"/>
                    <a:pt x="80" y="23"/>
                    <a:pt x="77" y="24"/>
                  </a:cubicBezTo>
                  <a:cubicBezTo>
                    <a:pt x="75" y="24"/>
                    <a:pt x="74" y="26"/>
                    <a:pt x="73" y="28"/>
                  </a:cubicBezTo>
                  <a:cubicBezTo>
                    <a:pt x="72" y="30"/>
                    <a:pt x="70" y="28"/>
                    <a:pt x="68" y="30"/>
                  </a:cubicBezTo>
                  <a:cubicBezTo>
                    <a:pt x="66" y="32"/>
                    <a:pt x="64" y="34"/>
                    <a:pt x="63" y="33"/>
                  </a:cubicBezTo>
                  <a:cubicBezTo>
                    <a:pt x="62" y="32"/>
                    <a:pt x="61" y="33"/>
                    <a:pt x="59" y="34"/>
                  </a:cubicBezTo>
                  <a:cubicBezTo>
                    <a:pt x="57" y="34"/>
                    <a:pt x="57" y="34"/>
                    <a:pt x="55" y="32"/>
                  </a:cubicBezTo>
                  <a:cubicBezTo>
                    <a:pt x="53" y="30"/>
                    <a:pt x="52" y="27"/>
                    <a:pt x="49" y="24"/>
                  </a:cubicBezTo>
                  <a:cubicBezTo>
                    <a:pt x="47" y="25"/>
                    <a:pt x="44" y="26"/>
                    <a:pt x="42" y="26"/>
                  </a:cubicBezTo>
                  <a:cubicBezTo>
                    <a:pt x="39" y="26"/>
                    <a:pt x="31" y="26"/>
                    <a:pt x="31" y="27"/>
                  </a:cubicBezTo>
                  <a:cubicBezTo>
                    <a:pt x="30" y="29"/>
                    <a:pt x="31" y="31"/>
                    <a:pt x="33" y="31"/>
                  </a:cubicBezTo>
                  <a:cubicBezTo>
                    <a:pt x="34" y="32"/>
                    <a:pt x="37" y="32"/>
                    <a:pt x="34" y="34"/>
                  </a:cubicBezTo>
                  <a:cubicBezTo>
                    <a:pt x="31" y="36"/>
                    <a:pt x="29" y="34"/>
                    <a:pt x="29" y="38"/>
                  </a:cubicBezTo>
                  <a:cubicBezTo>
                    <a:pt x="29" y="43"/>
                    <a:pt x="35" y="46"/>
                    <a:pt x="34" y="50"/>
                  </a:cubicBezTo>
                  <a:cubicBezTo>
                    <a:pt x="33" y="52"/>
                    <a:pt x="32" y="58"/>
                    <a:pt x="32" y="60"/>
                  </a:cubicBezTo>
                  <a:cubicBezTo>
                    <a:pt x="32" y="62"/>
                    <a:pt x="31" y="70"/>
                    <a:pt x="29" y="70"/>
                  </a:cubicBezTo>
                  <a:cubicBezTo>
                    <a:pt x="28" y="71"/>
                    <a:pt x="26" y="69"/>
                    <a:pt x="23" y="71"/>
                  </a:cubicBezTo>
                  <a:cubicBezTo>
                    <a:pt x="21" y="73"/>
                    <a:pt x="17" y="72"/>
                    <a:pt x="14" y="74"/>
                  </a:cubicBezTo>
                  <a:cubicBezTo>
                    <a:pt x="11" y="76"/>
                    <a:pt x="8" y="75"/>
                    <a:pt x="8" y="78"/>
                  </a:cubicBezTo>
                  <a:cubicBezTo>
                    <a:pt x="8" y="81"/>
                    <a:pt x="5" y="83"/>
                    <a:pt x="5" y="85"/>
                  </a:cubicBezTo>
                  <a:cubicBezTo>
                    <a:pt x="6" y="88"/>
                    <a:pt x="4" y="87"/>
                    <a:pt x="2" y="89"/>
                  </a:cubicBezTo>
                  <a:cubicBezTo>
                    <a:pt x="0" y="91"/>
                    <a:pt x="2" y="92"/>
                    <a:pt x="1" y="94"/>
                  </a:cubicBezTo>
                  <a:cubicBezTo>
                    <a:pt x="0" y="95"/>
                    <a:pt x="1" y="98"/>
                    <a:pt x="3" y="100"/>
                  </a:cubicBezTo>
                  <a:cubicBezTo>
                    <a:pt x="4" y="103"/>
                    <a:pt x="6" y="104"/>
                    <a:pt x="6" y="107"/>
                  </a:cubicBezTo>
                  <a:cubicBezTo>
                    <a:pt x="6" y="109"/>
                    <a:pt x="8" y="110"/>
                    <a:pt x="10" y="109"/>
                  </a:cubicBezTo>
                  <a:cubicBezTo>
                    <a:pt x="12" y="109"/>
                    <a:pt x="10" y="114"/>
                    <a:pt x="14" y="114"/>
                  </a:cubicBezTo>
                  <a:cubicBezTo>
                    <a:pt x="17" y="114"/>
                    <a:pt x="21" y="114"/>
                    <a:pt x="21" y="112"/>
                  </a:cubicBezTo>
                  <a:cubicBezTo>
                    <a:pt x="22" y="111"/>
                    <a:pt x="25" y="109"/>
                    <a:pt x="25" y="112"/>
                  </a:cubicBezTo>
                  <a:cubicBezTo>
                    <a:pt x="25" y="115"/>
                    <a:pt x="24" y="122"/>
                    <a:pt x="26" y="121"/>
                  </a:cubicBezTo>
                  <a:cubicBezTo>
                    <a:pt x="29" y="121"/>
                    <a:pt x="34" y="121"/>
                    <a:pt x="36" y="122"/>
                  </a:cubicBezTo>
                  <a:cubicBezTo>
                    <a:pt x="38" y="122"/>
                    <a:pt x="41" y="122"/>
                    <a:pt x="42" y="120"/>
                  </a:cubicBezTo>
                  <a:cubicBezTo>
                    <a:pt x="44" y="119"/>
                    <a:pt x="46" y="119"/>
                    <a:pt x="49" y="117"/>
                  </a:cubicBezTo>
                  <a:cubicBezTo>
                    <a:pt x="52" y="115"/>
                    <a:pt x="54" y="113"/>
                    <a:pt x="57" y="113"/>
                  </a:cubicBezTo>
                  <a:cubicBezTo>
                    <a:pt x="60" y="113"/>
                    <a:pt x="65" y="111"/>
                    <a:pt x="64" y="113"/>
                  </a:cubicBezTo>
                  <a:cubicBezTo>
                    <a:pt x="64" y="115"/>
                    <a:pt x="63" y="124"/>
                    <a:pt x="67" y="128"/>
                  </a:cubicBezTo>
                  <a:cubicBezTo>
                    <a:pt x="70" y="132"/>
                    <a:pt x="72" y="133"/>
                    <a:pt x="75" y="133"/>
                  </a:cubicBezTo>
                  <a:cubicBezTo>
                    <a:pt x="79" y="132"/>
                    <a:pt x="78" y="134"/>
                    <a:pt x="81" y="134"/>
                  </a:cubicBezTo>
                  <a:cubicBezTo>
                    <a:pt x="83" y="134"/>
                    <a:pt x="81" y="137"/>
                    <a:pt x="84" y="137"/>
                  </a:cubicBezTo>
                  <a:cubicBezTo>
                    <a:pt x="86" y="137"/>
                    <a:pt x="90" y="137"/>
                    <a:pt x="90" y="139"/>
                  </a:cubicBezTo>
                  <a:cubicBezTo>
                    <a:pt x="90" y="142"/>
                    <a:pt x="96" y="140"/>
                    <a:pt x="98" y="141"/>
                  </a:cubicBezTo>
                  <a:cubicBezTo>
                    <a:pt x="99" y="142"/>
                    <a:pt x="101" y="144"/>
                    <a:pt x="101" y="146"/>
                  </a:cubicBezTo>
                  <a:cubicBezTo>
                    <a:pt x="100" y="149"/>
                    <a:pt x="104" y="151"/>
                    <a:pt x="102" y="152"/>
                  </a:cubicBezTo>
                  <a:cubicBezTo>
                    <a:pt x="99" y="153"/>
                    <a:pt x="102" y="155"/>
                    <a:pt x="102" y="158"/>
                  </a:cubicBezTo>
                  <a:cubicBezTo>
                    <a:pt x="103" y="161"/>
                    <a:pt x="106" y="162"/>
                    <a:pt x="111" y="162"/>
                  </a:cubicBezTo>
                  <a:cubicBezTo>
                    <a:pt x="115" y="161"/>
                    <a:pt x="117" y="162"/>
                    <a:pt x="117" y="165"/>
                  </a:cubicBezTo>
                  <a:cubicBezTo>
                    <a:pt x="117" y="169"/>
                    <a:pt x="120" y="169"/>
                    <a:pt x="121" y="172"/>
                  </a:cubicBezTo>
                  <a:cubicBezTo>
                    <a:pt x="122" y="176"/>
                    <a:pt x="120" y="179"/>
                    <a:pt x="120" y="182"/>
                  </a:cubicBezTo>
                  <a:cubicBezTo>
                    <a:pt x="120" y="184"/>
                    <a:pt x="119" y="186"/>
                    <a:pt x="118" y="187"/>
                  </a:cubicBezTo>
                  <a:cubicBezTo>
                    <a:pt x="120" y="189"/>
                    <a:pt x="120" y="190"/>
                    <a:pt x="118" y="191"/>
                  </a:cubicBezTo>
                  <a:cubicBezTo>
                    <a:pt x="116" y="192"/>
                    <a:pt x="121" y="195"/>
                    <a:pt x="119" y="200"/>
                  </a:cubicBezTo>
                  <a:cubicBezTo>
                    <a:pt x="118" y="205"/>
                    <a:pt x="118" y="206"/>
                    <a:pt x="123" y="206"/>
                  </a:cubicBezTo>
                  <a:cubicBezTo>
                    <a:pt x="128" y="206"/>
                    <a:pt x="128" y="208"/>
                    <a:pt x="130" y="207"/>
                  </a:cubicBezTo>
                  <a:cubicBezTo>
                    <a:pt x="131" y="206"/>
                    <a:pt x="134" y="210"/>
                    <a:pt x="135" y="213"/>
                  </a:cubicBezTo>
                  <a:cubicBezTo>
                    <a:pt x="135" y="215"/>
                    <a:pt x="137" y="221"/>
                    <a:pt x="138" y="221"/>
                  </a:cubicBezTo>
                  <a:cubicBezTo>
                    <a:pt x="139" y="221"/>
                    <a:pt x="142" y="218"/>
                    <a:pt x="144" y="220"/>
                  </a:cubicBezTo>
                  <a:cubicBezTo>
                    <a:pt x="147" y="221"/>
                    <a:pt x="144" y="229"/>
                    <a:pt x="144" y="233"/>
                  </a:cubicBezTo>
                  <a:cubicBezTo>
                    <a:pt x="146" y="233"/>
                    <a:pt x="148" y="233"/>
                    <a:pt x="149" y="233"/>
                  </a:cubicBezTo>
                  <a:cubicBezTo>
                    <a:pt x="150" y="234"/>
                    <a:pt x="151" y="243"/>
                    <a:pt x="150" y="244"/>
                  </a:cubicBezTo>
                  <a:cubicBezTo>
                    <a:pt x="149" y="246"/>
                    <a:pt x="144" y="248"/>
                    <a:pt x="141" y="249"/>
                  </a:cubicBezTo>
                  <a:cubicBezTo>
                    <a:pt x="138" y="251"/>
                    <a:pt x="131" y="258"/>
                    <a:pt x="128" y="263"/>
                  </a:cubicBezTo>
                  <a:cubicBezTo>
                    <a:pt x="126" y="266"/>
                    <a:pt x="124" y="268"/>
                    <a:pt x="122" y="271"/>
                  </a:cubicBezTo>
                  <a:cubicBezTo>
                    <a:pt x="123" y="271"/>
                    <a:pt x="123" y="271"/>
                    <a:pt x="124" y="270"/>
                  </a:cubicBezTo>
                  <a:cubicBezTo>
                    <a:pt x="125" y="270"/>
                    <a:pt x="128" y="270"/>
                    <a:pt x="130" y="273"/>
                  </a:cubicBezTo>
                  <a:cubicBezTo>
                    <a:pt x="133" y="276"/>
                    <a:pt x="133" y="278"/>
                    <a:pt x="134" y="278"/>
                  </a:cubicBezTo>
                  <a:cubicBezTo>
                    <a:pt x="135" y="278"/>
                    <a:pt x="136" y="274"/>
                    <a:pt x="138" y="277"/>
                  </a:cubicBezTo>
                  <a:cubicBezTo>
                    <a:pt x="140" y="279"/>
                    <a:pt x="145" y="282"/>
                    <a:pt x="146" y="283"/>
                  </a:cubicBezTo>
                  <a:cubicBezTo>
                    <a:pt x="147" y="284"/>
                    <a:pt x="151" y="285"/>
                    <a:pt x="151" y="289"/>
                  </a:cubicBezTo>
                  <a:cubicBezTo>
                    <a:pt x="151" y="291"/>
                    <a:pt x="150" y="296"/>
                    <a:pt x="152" y="300"/>
                  </a:cubicBezTo>
                  <a:cubicBezTo>
                    <a:pt x="153" y="299"/>
                    <a:pt x="154" y="298"/>
                    <a:pt x="155" y="29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0" name="Freeform 1462">
              <a:extLst>
                <a:ext uri="{FF2B5EF4-FFF2-40B4-BE49-F238E27FC236}">
                  <a16:creationId xmlns:a16="http://schemas.microsoft.com/office/drawing/2014/main" id="{E919E5A4-834D-2913-9411-D7D54EC6F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8381" y="5155939"/>
              <a:ext cx="138102" cy="149217"/>
            </a:xfrm>
            <a:custGeom>
              <a:avLst/>
              <a:gdLst>
                <a:gd name="T0" fmla="*/ 36 w 37"/>
                <a:gd name="T1" fmla="*/ 19 h 40"/>
                <a:gd name="T2" fmla="*/ 31 w 37"/>
                <a:gd name="T3" fmla="*/ 13 h 40"/>
                <a:gd name="T4" fmla="*/ 23 w 37"/>
                <a:gd name="T5" fmla="*/ 7 h 40"/>
                <a:gd name="T6" fmla="*/ 19 w 37"/>
                <a:gd name="T7" fmla="*/ 8 h 40"/>
                <a:gd name="T8" fmla="*/ 15 w 37"/>
                <a:gd name="T9" fmla="*/ 3 h 40"/>
                <a:gd name="T10" fmla="*/ 9 w 37"/>
                <a:gd name="T11" fmla="*/ 0 h 40"/>
                <a:gd name="T12" fmla="*/ 7 w 37"/>
                <a:gd name="T13" fmla="*/ 0 h 40"/>
                <a:gd name="T14" fmla="*/ 4 w 37"/>
                <a:gd name="T15" fmla="*/ 5 h 40"/>
                <a:gd name="T16" fmla="*/ 2 w 37"/>
                <a:gd name="T17" fmla="*/ 17 h 40"/>
                <a:gd name="T18" fmla="*/ 0 w 37"/>
                <a:gd name="T19" fmla="*/ 27 h 40"/>
                <a:gd name="T20" fmla="*/ 2 w 37"/>
                <a:gd name="T21" fmla="*/ 32 h 40"/>
                <a:gd name="T22" fmla="*/ 1 w 37"/>
                <a:gd name="T23" fmla="*/ 35 h 40"/>
                <a:gd name="T24" fmla="*/ 4 w 37"/>
                <a:gd name="T25" fmla="*/ 36 h 40"/>
                <a:gd name="T26" fmla="*/ 14 w 37"/>
                <a:gd name="T27" fmla="*/ 39 h 40"/>
                <a:gd name="T28" fmla="*/ 20 w 37"/>
                <a:gd name="T29" fmla="*/ 39 h 40"/>
                <a:gd name="T30" fmla="*/ 31 w 37"/>
                <a:gd name="T31" fmla="*/ 37 h 40"/>
                <a:gd name="T32" fmla="*/ 37 w 37"/>
                <a:gd name="T33" fmla="*/ 30 h 40"/>
                <a:gd name="T34" fmla="*/ 36 w 37"/>
                <a:gd name="T35" fmla="*/ 1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" h="40">
                  <a:moveTo>
                    <a:pt x="36" y="19"/>
                  </a:moveTo>
                  <a:cubicBezTo>
                    <a:pt x="36" y="15"/>
                    <a:pt x="32" y="14"/>
                    <a:pt x="31" y="13"/>
                  </a:cubicBezTo>
                  <a:cubicBezTo>
                    <a:pt x="30" y="12"/>
                    <a:pt x="25" y="10"/>
                    <a:pt x="23" y="7"/>
                  </a:cubicBezTo>
                  <a:cubicBezTo>
                    <a:pt x="21" y="4"/>
                    <a:pt x="20" y="8"/>
                    <a:pt x="19" y="8"/>
                  </a:cubicBezTo>
                  <a:cubicBezTo>
                    <a:pt x="18" y="8"/>
                    <a:pt x="18" y="6"/>
                    <a:pt x="15" y="3"/>
                  </a:cubicBezTo>
                  <a:cubicBezTo>
                    <a:pt x="13" y="0"/>
                    <a:pt x="10" y="0"/>
                    <a:pt x="9" y="0"/>
                  </a:cubicBezTo>
                  <a:cubicBezTo>
                    <a:pt x="8" y="1"/>
                    <a:pt x="8" y="1"/>
                    <a:pt x="7" y="0"/>
                  </a:cubicBezTo>
                  <a:cubicBezTo>
                    <a:pt x="5" y="2"/>
                    <a:pt x="4" y="3"/>
                    <a:pt x="4" y="5"/>
                  </a:cubicBezTo>
                  <a:cubicBezTo>
                    <a:pt x="4" y="8"/>
                    <a:pt x="2" y="11"/>
                    <a:pt x="2" y="17"/>
                  </a:cubicBezTo>
                  <a:cubicBezTo>
                    <a:pt x="2" y="24"/>
                    <a:pt x="0" y="23"/>
                    <a:pt x="0" y="27"/>
                  </a:cubicBezTo>
                  <a:cubicBezTo>
                    <a:pt x="0" y="32"/>
                    <a:pt x="1" y="31"/>
                    <a:pt x="2" y="32"/>
                  </a:cubicBezTo>
                  <a:cubicBezTo>
                    <a:pt x="2" y="32"/>
                    <a:pt x="2" y="34"/>
                    <a:pt x="1" y="35"/>
                  </a:cubicBezTo>
                  <a:cubicBezTo>
                    <a:pt x="2" y="36"/>
                    <a:pt x="3" y="37"/>
                    <a:pt x="4" y="36"/>
                  </a:cubicBezTo>
                  <a:cubicBezTo>
                    <a:pt x="7" y="36"/>
                    <a:pt x="10" y="37"/>
                    <a:pt x="14" y="39"/>
                  </a:cubicBezTo>
                  <a:cubicBezTo>
                    <a:pt x="18" y="40"/>
                    <a:pt x="16" y="38"/>
                    <a:pt x="20" y="39"/>
                  </a:cubicBezTo>
                  <a:cubicBezTo>
                    <a:pt x="23" y="39"/>
                    <a:pt x="27" y="40"/>
                    <a:pt x="31" y="37"/>
                  </a:cubicBezTo>
                  <a:cubicBezTo>
                    <a:pt x="34" y="36"/>
                    <a:pt x="35" y="33"/>
                    <a:pt x="37" y="30"/>
                  </a:cubicBezTo>
                  <a:cubicBezTo>
                    <a:pt x="35" y="26"/>
                    <a:pt x="36" y="22"/>
                    <a:pt x="36" y="1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1" name="Freeform 1464">
              <a:extLst>
                <a:ext uri="{FF2B5EF4-FFF2-40B4-BE49-F238E27FC236}">
                  <a16:creationId xmlns:a16="http://schemas.microsoft.com/office/drawing/2014/main" id="{ED5BF960-C4B9-AD6E-485F-93C1C22EBD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49790" y="4905127"/>
              <a:ext cx="563518" cy="1101670"/>
            </a:xfrm>
            <a:custGeom>
              <a:avLst/>
              <a:gdLst>
                <a:gd name="T0" fmla="*/ 143 w 150"/>
                <a:gd name="T1" fmla="*/ 30 h 294"/>
                <a:gd name="T2" fmla="*/ 139 w 150"/>
                <a:gd name="T3" fmla="*/ 42 h 294"/>
                <a:gd name="T4" fmla="*/ 127 w 150"/>
                <a:gd name="T5" fmla="*/ 46 h 294"/>
                <a:gd name="T6" fmla="*/ 113 w 150"/>
                <a:gd name="T7" fmla="*/ 44 h 294"/>
                <a:gd name="T8" fmla="*/ 121 w 150"/>
                <a:gd name="T9" fmla="*/ 29 h 294"/>
                <a:gd name="T10" fmla="*/ 100 w 150"/>
                <a:gd name="T11" fmla="*/ 18 h 294"/>
                <a:gd name="T12" fmla="*/ 81 w 150"/>
                <a:gd name="T13" fmla="*/ 2 h 294"/>
                <a:gd name="T14" fmla="*/ 69 w 150"/>
                <a:gd name="T15" fmla="*/ 7 h 294"/>
                <a:gd name="T16" fmla="*/ 54 w 150"/>
                <a:gd name="T17" fmla="*/ 3 h 294"/>
                <a:gd name="T18" fmla="*/ 48 w 150"/>
                <a:gd name="T19" fmla="*/ 16 h 294"/>
                <a:gd name="T20" fmla="*/ 39 w 150"/>
                <a:gd name="T21" fmla="*/ 28 h 294"/>
                <a:gd name="T22" fmla="*/ 40 w 150"/>
                <a:gd name="T23" fmla="*/ 41 h 294"/>
                <a:gd name="T24" fmla="*/ 33 w 150"/>
                <a:gd name="T25" fmla="*/ 51 h 294"/>
                <a:gd name="T26" fmla="*/ 28 w 150"/>
                <a:gd name="T27" fmla="*/ 61 h 294"/>
                <a:gd name="T28" fmla="*/ 25 w 150"/>
                <a:gd name="T29" fmla="*/ 75 h 294"/>
                <a:gd name="T30" fmla="*/ 27 w 150"/>
                <a:gd name="T31" fmla="*/ 90 h 294"/>
                <a:gd name="T32" fmla="*/ 27 w 150"/>
                <a:gd name="T33" fmla="*/ 102 h 294"/>
                <a:gd name="T34" fmla="*/ 25 w 150"/>
                <a:gd name="T35" fmla="*/ 117 h 294"/>
                <a:gd name="T36" fmla="*/ 19 w 150"/>
                <a:gd name="T37" fmla="*/ 134 h 294"/>
                <a:gd name="T38" fmla="*/ 17 w 150"/>
                <a:gd name="T39" fmla="*/ 141 h 294"/>
                <a:gd name="T40" fmla="*/ 14 w 150"/>
                <a:gd name="T41" fmla="*/ 151 h 294"/>
                <a:gd name="T42" fmla="*/ 14 w 150"/>
                <a:gd name="T43" fmla="*/ 161 h 294"/>
                <a:gd name="T44" fmla="*/ 12 w 150"/>
                <a:gd name="T45" fmla="*/ 177 h 294"/>
                <a:gd name="T46" fmla="*/ 14 w 150"/>
                <a:gd name="T47" fmla="*/ 186 h 294"/>
                <a:gd name="T48" fmla="*/ 17 w 150"/>
                <a:gd name="T49" fmla="*/ 193 h 294"/>
                <a:gd name="T50" fmla="*/ 16 w 150"/>
                <a:gd name="T51" fmla="*/ 199 h 294"/>
                <a:gd name="T52" fmla="*/ 14 w 150"/>
                <a:gd name="T53" fmla="*/ 211 h 294"/>
                <a:gd name="T54" fmla="*/ 9 w 150"/>
                <a:gd name="T55" fmla="*/ 221 h 294"/>
                <a:gd name="T56" fmla="*/ 6 w 150"/>
                <a:gd name="T57" fmla="*/ 231 h 294"/>
                <a:gd name="T58" fmla="*/ 2 w 150"/>
                <a:gd name="T59" fmla="*/ 243 h 294"/>
                <a:gd name="T60" fmla="*/ 11 w 150"/>
                <a:gd name="T61" fmla="*/ 250 h 294"/>
                <a:gd name="T62" fmla="*/ 15 w 150"/>
                <a:gd name="T63" fmla="*/ 262 h 294"/>
                <a:gd name="T64" fmla="*/ 32 w 150"/>
                <a:gd name="T65" fmla="*/ 264 h 294"/>
                <a:gd name="T66" fmla="*/ 35 w 150"/>
                <a:gd name="T67" fmla="*/ 258 h 294"/>
                <a:gd name="T68" fmla="*/ 35 w 150"/>
                <a:gd name="T69" fmla="*/ 245 h 294"/>
                <a:gd name="T70" fmla="*/ 44 w 150"/>
                <a:gd name="T71" fmla="*/ 237 h 294"/>
                <a:gd name="T72" fmla="*/ 58 w 150"/>
                <a:gd name="T73" fmla="*/ 222 h 294"/>
                <a:gd name="T74" fmla="*/ 52 w 150"/>
                <a:gd name="T75" fmla="*/ 213 h 294"/>
                <a:gd name="T76" fmla="*/ 59 w 150"/>
                <a:gd name="T77" fmla="*/ 195 h 294"/>
                <a:gd name="T78" fmla="*/ 62 w 150"/>
                <a:gd name="T79" fmla="*/ 186 h 294"/>
                <a:gd name="T80" fmla="*/ 67 w 150"/>
                <a:gd name="T81" fmla="*/ 176 h 294"/>
                <a:gd name="T82" fmla="*/ 72 w 150"/>
                <a:gd name="T83" fmla="*/ 175 h 294"/>
                <a:gd name="T84" fmla="*/ 70 w 150"/>
                <a:gd name="T85" fmla="*/ 171 h 294"/>
                <a:gd name="T86" fmla="*/ 64 w 150"/>
                <a:gd name="T87" fmla="*/ 163 h 294"/>
                <a:gd name="T88" fmla="*/ 76 w 150"/>
                <a:gd name="T89" fmla="*/ 160 h 294"/>
                <a:gd name="T90" fmla="*/ 85 w 150"/>
                <a:gd name="T91" fmla="*/ 148 h 294"/>
                <a:gd name="T92" fmla="*/ 87 w 150"/>
                <a:gd name="T93" fmla="*/ 140 h 294"/>
                <a:gd name="T94" fmla="*/ 120 w 150"/>
                <a:gd name="T95" fmla="*/ 132 h 294"/>
                <a:gd name="T96" fmla="*/ 124 w 150"/>
                <a:gd name="T97" fmla="*/ 118 h 294"/>
                <a:gd name="T98" fmla="*/ 119 w 150"/>
                <a:gd name="T99" fmla="*/ 107 h 294"/>
                <a:gd name="T100" fmla="*/ 116 w 150"/>
                <a:gd name="T101" fmla="*/ 101 h 294"/>
                <a:gd name="T102" fmla="*/ 114 w 150"/>
                <a:gd name="T103" fmla="*/ 94 h 294"/>
                <a:gd name="T104" fmla="*/ 119 w 150"/>
                <a:gd name="T105" fmla="*/ 72 h 294"/>
                <a:gd name="T106" fmla="*/ 140 w 150"/>
                <a:gd name="T107" fmla="*/ 47 h 294"/>
                <a:gd name="T108" fmla="*/ 148 w 150"/>
                <a:gd name="T109" fmla="*/ 30 h 294"/>
                <a:gd name="T110" fmla="*/ 43 w 150"/>
                <a:gd name="T111" fmla="*/ 278 h 294"/>
                <a:gd name="T112" fmla="*/ 40 w 150"/>
                <a:gd name="T113" fmla="*/ 272 h 294"/>
                <a:gd name="T114" fmla="*/ 37 w 150"/>
                <a:gd name="T115" fmla="*/ 292 h 294"/>
                <a:gd name="T116" fmla="*/ 53 w 150"/>
                <a:gd name="T117" fmla="*/ 292 h 294"/>
                <a:gd name="T118" fmla="*/ 57 w 150"/>
                <a:gd name="T119" fmla="*/ 288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0" h="294">
                  <a:moveTo>
                    <a:pt x="148" y="30"/>
                  </a:moveTo>
                  <a:cubicBezTo>
                    <a:pt x="147" y="30"/>
                    <a:pt x="145" y="30"/>
                    <a:pt x="143" y="30"/>
                  </a:cubicBezTo>
                  <a:cubicBezTo>
                    <a:pt x="143" y="30"/>
                    <a:pt x="143" y="31"/>
                    <a:pt x="143" y="31"/>
                  </a:cubicBezTo>
                  <a:cubicBezTo>
                    <a:pt x="144" y="34"/>
                    <a:pt x="142" y="42"/>
                    <a:pt x="139" y="42"/>
                  </a:cubicBezTo>
                  <a:cubicBezTo>
                    <a:pt x="137" y="41"/>
                    <a:pt x="135" y="45"/>
                    <a:pt x="134" y="44"/>
                  </a:cubicBezTo>
                  <a:cubicBezTo>
                    <a:pt x="132" y="44"/>
                    <a:pt x="129" y="47"/>
                    <a:pt x="127" y="46"/>
                  </a:cubicBezTo>
                  <a:cubicBezTo>
                    <a:pt x="125" y="44"/>
                    <a:pt x="122" y="46"/>
                    <a:pt x="120" y="45"/>
                  </a:cubicBezTo>
                  <a:cubicBezTo>
                    <a:pt x="118" y="44"/>
                    <a:pt x="113" y="45"/>
                    <a:pt x="113" y="44"/>
                  </a:cubicBezTo>
                  <a:cubicBezTo>
                    <a:pt x="113" y="42"/>
                    <a:pt x="116" y="43"/>
                    <a:pt x="116" y="39"/>
                  </a:cubicBezTo>
                  <a:cubicBezTo>
                    <a:pt x="116" y="35"/>
                    <a:pt x="122" y="30"/>
                    <a:pt x="121" y="29"/>
                  </a:cubicBezTo>
                  <a:cubicBezTo>
                    <a:pt x="121" y="27"/>
                    <a:pt x="109" y="24"/>
                    <a:pt x="108" y="22"/>
                  </a:cubicBezTo>
                  <a:cubicBezTo>
                    <a:pt x="106" y="20"/>
                    <a:pt x="104" y="18"/>
                    <a:pt x="100" y="18"/>
                  </a:cubicBezTo>
                  <a:cubicBezTo>
                    <a:pt x="95" y="17"/>
                    <a:pt x="95" y="15"/>
                    <a:pt x="91" y="13"/>
                  </a:cubicBezTo>
                  <a:cubicBezTo>
                    <a:pt x="88" y="11"/>
                    <a:pt x="83" y="5"/>
                    <a:pt x="81" y="2"/>
                  </a:cubicBezTo>
                  <a:cubicBezTo>
                    <a:pt x="78" y="2"/>
                    <a:pt x="75" y="1"/>
                    <a:pt x="74" y="2"/>
                  </a:cubicBezTo>
                  <a:cubicBezTo>
                    <a:pt x="73" y="4"/>
                    <a:pt x="71" y="10"/>
                    <a:pt x="69" y="7"/>
                  </a:cubicBezTo>
                  <a:cubicBezTo>
                    <a:pt x="68" y="4"/>
                    <a:pt x="64" y="4"/>
                    <a:pt x="61" y="3"/>
                  </a:cubicBezTo>
                  <a:cubicBezTo>
                    <a:pt x="58" y="3"/>
                    <a:pt x="58" y="0"/>
                    <a:pt x="54" y="3"/>
                  </a:cubicBezTo>
                  <a:cubicBezTo>
                    <a:pt x="53" y="5"/>
                    <a:pt x="51" y="7"/>
                    <a:pt x="49" y="8"/>
                  </a:cubicBezTo>
                  <a:cubicBezTo>
                    <a:pt x="49" y="11"/>
                    <a:pt x="48" y="15"/>
                    <a:pt x="48" y="16"/>
                  </a:cubicBezTo>
                  <a:cubicBezTo>
                    <a:pt x="47" y="18"/>
                    <a:pt x="39" y="21"/>
                    <a:pt x="39" y="23"/>
                  </a:cubicBezTo>
                  <a:cubicBezTo>
                    <a:pt x="39" y="25"/>
                    <a:pt x="40" y="27"/>
                    <a:pt x="39" y="28"/>
                  </a:cubicBezTo>
                  <a:cubicBezTo>
                    <a:pt x="37" y="29"/>
                    <a:pt x="42" y="35"/>
                    <a:pt x="39" y="36"/>
                  </a:cubicBezTo>
                  <a:cubicBezTo>
                    <a:pt x="37" y="38"/>
                    <a:pt x="41" y="40"/>
                    <a:pt x="40" y="41"/>
                  </a:cubicBezTo>
                  <a:cubicBezTo>
                    <a:pt x="38" y="42"/>
                    <a:pt x="35" y="43"/>
                    <a:pt x="35" y="45"/>
                  </a:cubicBezTo>
                  <a:cubicBezTo>
                    <a:pt x="35" y="46"/>
                    <a:pt x="35" y="50"/>
                    <a:pt x="33" y="51"/>
                  </a:cubicBezTo>
                  <a:cubicBezTo>
                    <a:pt x="31" y="52"/>
                    <a:pt x="30" y="55"/>
                    <a:pt x="30" y="57"/>
                  </a:cubicBezTo>
                  <a:cubicBezTo>
                    <a:pt x="30" y="60"/>
                    <a:pt x="27" y="58"/>
                    <a:pt x="28" y="61"/>
                  </a:cubicBezTo>
                  <a:cubicBezTo>
                    <a:pt x="29" y="65"/>
                    <a:pt x="30" y="68"/>
                    <a:pt x="28" y="69"/>
                  </a:cubicBezTo>
                  <a:cubicBezTo>
                    <a:pt x="25" y="70"/>
                    <a:pt x="26" y="75"/>
                    <a:pt x="25" y="75"/>
                  </a:cubicBezTo>
                  <a:cubicBezTo>
                    <a:pt x="23" y="75"/>
                    <a:pt x="23" y="80"/>
                    <a:pt x="25" y="83"/>
                  </a:cubicBezTo>
                  <a:cubicBezTo>
                    <a:pt x="27" y="85"/>
                    <a:pt x="27" y="88"/>
                    <a:pt x="27" y="90"/>
                  </a:cubicBezTo>
                  <a:cubicBezTo>
                    <a:pt x="27" y="92"/>
                    <a:pt x="30" y="94"/>
                    <a:pt x="29" y="96"/>
                  </a:cubicBezTo>
                  <a:cubicBezTo>
                    <a:pt x="28" y="99"/>
                    <a:pt x="28" y="101"/>
                    <a:pt x="27" y="102"/>
                  </a:cubicBezTo>
                  <a:cubicBezTo>
                    <a:pt x="25" y="104"/>
                    <a:pt x="27" y="107"/>
                    <a:pt x="25" y="108"/>
                  </a:cubicBezTo>
                  <a:cubicBezTo>
                    <a:pt x="23" y="109"/>
                    <a:pt x="26" y="116"/>
                    <a:pt x="25" y="117"/>
                  </a:cubicBezTo>
                  <a:cubicBezTo>
                    <a:pt x="23" y="118"/>
                    <a:pt x="19" y="119"/>
                    <a:pt x="19" y="124"/>
                  </a:cubicBezTo>
                  <a:cubicBezTo>
                    <a:pt x="19" y="129"/>
                    <a:pt x="20" y="132"/>
                    <a:pt x="19" y="134"/>
                  </a:cubicBezTo>
                  <a:cubicBezTo>
                    <a:pt x="19" y="136"/>
                    <a:pt x="21" y="135"/>
                    <a:pt x="21" y="138"/>
                  </a:cubicBezTo>
                  <a:cubicBezTo>
                    <a:pt x="21" y="141"/>
                    <a:pt x="17" y="139"/>
                    <a:pt x="17" y="141"/>
                  </a:cubicBezTo>
                  <a:cubicBezTo>
                    <a:pt x="17" y="143"/>
                    <a:pt x="18" y="146"/>
                    <a:pt x="16" y="147"/>
                  </a:cubicBezTo>
                  <a:cubicBezTo>
                    <a:pt x="15" y="147"/>
                    <a:pt x="14" y="148"/>
                    <a:pt x="14" y="151"/>
                  </a:cubicBezTo>
                  <a:cubicBezTo>
                    <a:pt x="14" y="154"/>
                    <a:pt x="13" y="155"/>
                    <a:pt x="12" y="156"/>
                  </a:cubicBezTo>
                  <a:cubicBezTo>
                    <a:pt x="12" y="158"/>
                    <a:pt x="14" y="160"/>
                    <a:pt x="14" y="161"/>
                  </a:cubicBezTo>
                  <a:cubicBezTo>
                    <a:pt x="14" y="163"/>
                    <a:pt x="15" y="169"/>
                    <a:pt x="14" y="169"/>
                  </a:cubicBezTo>
                  <a:cubicBezTo>
                    <a:pt x="12" y="170"/>
                    <a:pt x="11" y="176"/>
                    <a:pt x="12" y="177"/>
                  </a:cubicBezTo>
                  <a:cubicBezTo>
                    <a:pt x="14" y="178"/>
                    <a:pt x="14" y="180"/>
                    <a:pt x="13" y="181"/>
                  </a:cubicBezTo>
                  <a:cubicBezTo>
                    <a:pt x="12" y="182"/>
                    <a:pt x="16" y="184"/>
                    <a:pt x="14" y="186"/>
                  </a:cubicBezTo>
                  <a:cubicBezTo>
                    <a:pt x="12" y="188"/>
                    <a:pt x="14" y="190"/>
                    <a:pt x="16" y="189"/>
                  </a:cubicBezTo>
                  <a:cubicBezTo>
                    <a:pt x="19" y="189"/>
                    <a:pt x="20" y="193"/>
                    <a:pt x="17" y="193"/>
                  </a:cubicBezTo>
                  <a:cubicBezTo>
                    <a:pt x="15" y="193"/>
                    <a:pt x="13" y="193"/>
                    <a:pt x="15" y="194"/>
                  </a:cubicBezTo>
                  <a:cubicBezTo>
                    <a:pt x="17" y="196"/>
                    <a:pt x="19" y="198"/>
                    <a:pt x="16" y="199"/>
                  </a:cubicBezTo>
                  <a:cubicBezTo>
                    <a:pt x="13" y="200"/>
                    <a:pt x="15" y="202"/>
                    <a:pt x="15" y="205"/>
                  </a:cubicBezTo>
                  <a:cubicBezTo>
                    <a:pt x="14" y="208"/>
                    <a:pt x="17" y="210"/>
                    <a:pt x="14" y="211"/>
                  </a:cubicBezTo>
                  <a:cubicBezTo>
                    <a:pt x="12" y="211"/>
                    <a:pt x="15" y="215"/>
                    <a:pt x="12" y="216"/>
                  </a:cubicBezTo>
                  <a:cubicBezTo>
                    <a:pt x="9" y="216"/>
                    <a:pt x="11" y="219"/>
                    <a:pt x="9" y="221"/>
                  </a:cubicBezTo>
                  <a:cubicBezTo>
                    <a:pt x="7" y="222"/>
                    <a:pt x="12" y="225"/>
                    <a:pt x="9" y="226"/>
                  </a:cubicBezTo>
                  <a:cubicBezTo>
                    <a:pt x="7" y="228"/>
                    <a:pt x="9" y="231"/>
                    <a:pt x="6" y="231"/>
                  </a:cubicBezTo>
                  <a:cubicBezTo>
                    <a:pt x="4" y="231"/>
                    <a:pt x="2" y="235"/>
                    <a:pt x="2" y="236"/>
                  </a:cubicBezTo>
                  <a:cubicBezTo>
                    <a:pt x="2" y="238"/>
                    <a:pt x="0" y="241"/>
                    <a:pt x="2" y="243"/>
                  </a:cubicBezTo>
                  <a:cubicBezTo>
                    <a:pt x="4" y="245"/>
                    <a:pt x="2" y="247"/>
                    <a:pt x="4" y="248"/>
                  </a:cubicBezTo>
                  <a:cubicBezTo>
                    <a:pt x="6" y="249"/>
                    <a:pt x="12" y="247"/>
                    <a:pt x="11" y="250"/>
                  </a:cubicBezTo>
                  <a:cubicBezTo>
                    <a:pt x="10" y="253"/>
                    <a:pt x="10" y="258"/>
                    <a:pt x="11" y="258"/>
                  </a:cubicBezTo>
                  <a:cubicBezTo>
                    <a:pt x="12" y="258"/>
                    <a:pt x="13" y="262"/>
                    <a:pt x="15" y="262"/>
                  </a:cubicBezTo>
                  <a:cubicBezTo>
                    <a:pt x="16" y="261"/>
                    <a:pt x="24" y="260"/>
                    <a:pt x="28" y="261"/>
                  </a:cubicBezTo>
                  <a:cubicBezTo>
                    <a:pt x="29" y="262"/>
                    <a:pt x="31" y="263"/>
                    <a:pt x="32" y="264"/>
                  </a:cubicBezTo>
                  <a:cubicBezTo>
                    <a:pt x="34" y="263"/>
                    <a:pt x="38" y="265"/>
                    <a:pt x="39" y="265"/>
                  </a:cubicBezTo>
                  <a:cubicBezTo>
                    <a:pt x="40" y="263"/>
                    <a:pt x="35" y="259"/>
                    <a:pt x="35" y="258"/>
                  </a:cubicBezTo>
                  <a:cubicBezTo>
                    <a:pt x="35" y="256"/>
                    <a:pt x="34" y="254"/>
                    <a:pt x="34" y="252"/>
                  </a:cubicBezTo>
                  <a:cubicBezTo>
                    <a:pt x="34" y="251"/>
                    <a:pt x="33" y="247"/>
                    <a:pt x="35" y="245"/>
                  </a:cubicBezTo>
                  <a:cubicBezTo>
                    <a:pt x="38" y="244"/>
                    <a:pt x="38" y="242"/>
                    <a:pt x="39" y="242"/>
                  </a:cubicBezTo>
                  <a:cubicBezTo>
                    <a:pt x="41" y="243"/>
                    <a:pt x="44" y="241"/>
                    <a:pt x="44" y="237"/>
                  </a:cubicBezTo>
                  <a:cubicBezTo>
                    <a:pt x="44" y="233"/>
                    <a:pt x="46" y="232"/>
                    <a:pt x="49" y="229"/>
                  </a:cubicBezTo>
                  <a:cubicBezTo>
                    <a:pt x="53" y="226"/>
                    <a:pt x="59" y="223"/>
                    <a:pt x="58" y="222"/>
                  </a:cubicBezTo>
                  <a:cubicBezTo>
                    <a:pt x="57" y="221"/>
                    <a:pt x="59" y="216"/>
                    <a:pt x="59" y="215"/>
                  </a:cubicBezTo>
                  <a:cubicBezTo>
                    <a:pt x="59" y="213"/>
                    <a:pt x="53" y="213"/>
                    <a:pt x="52" y="213"/>
                  </a:cubicBezTo>
                  <a:cubicBezTo>
                    <a:pt x="50" y="212"/>
                    <a:pt x="43" y="208"/>
                    <a:pt x="47" y="201"/>
                  </a:cubicBezTo>
                  <a:cubicBezTo>
                    <a:pt x="50" y="195"/>
                    <a:pt x="57" y="195"/>
                    <a:pt x="59" y="195"/>
                  </a:cubicBezTo>
                  <a:cubicBezTo>
                    <a:pt x="61" y="194"/>
                    <a:pt x="59" y="192"/>
                    <a:pt x="61" y="191"/>
                  </a:cubicBezTo>
                  <a:cubicBezTo>
                    <a:pt x="62" y="190"/>
                    <a:pt x="62" y="188"/>
                    <a:pt x="62" y="186"/>
                  </a:cubicBezTo>
                  <a:cubicBezTo>
                    <a:pt x="62" y="183"/>
                    <a:pt x="62" y="178"/>
                    <a:pt x="65" y="178"/>
                  </a:cubicBezTo>
                  <a:cubicBezTo>
                    <a:pt x="68" y="178"/>
                    <a:pt x="69" y="176"/>
                    <a:pt x="67" y="176"/>
                  </a:cubicBezTo>
                  <a:cubicBezTo>
                    <a:pt x="66" y="175"/>
                    <a:pt x="65" y="173"/>
                    <a:pt x="68" y="173"/>
                  </a:cubicBezTo>
                  <a:cubicBezTo>
                    <a:pt x="71" y="172"/>
                    <a:pt x="70" y="175"/>
                    <a:pt x="72" y="175"/>
                  </a:cubicBezTo>
                  <a:cubicBezTo>
                    <a:pt x="74" y="175"/>
                    <a:pt x="78" y="172"/>
                    <a:pt x="75" y="170"/>
                  </a:cubicBezTo>
                  <a:cubicBezTo>
                    <a:pt x="72" y="167"/>
                    <a:pt x="71" y="171"/>
                    <a:pt x="70" y="171"/>
                  </a:cubicBezTo>
                  <a:cubicBezTo>
                    <a:pt x="68" y="171"/>
                    <a:pt x="67" y="169"/>
                    <a:pt x="66" y="169"/>
                  </a:cubicBezTo>
                  <a:cubicBezTo>
                    <a:pt x="64" y="169"/>
                    <a:pt x="65" y="165"/>
                    <a:pt x="64" y="163"/>
                  </a:cubicBezTo>
                  <a:cubicBezTo>
                    <a:pt x="64" y="162"/>
                    <a:pt x="63" y="158"/>
                    <a:pt x="64" y="157"/>
                  </a:cubicBezTo>
                  <a:cubicBezTo>
                    <a:pt x="65" y="155"/>
                    <a:pt x="71" y="159"/>
                    <a:pt x="76" y="160"/>
                  </a:cubicBezTo>
                  <a:cubicBezTo>
                    <a:pt x="81" y="160"/>
                    <a:pt x="84" y="157"/>
                    <a:pt x="84" y="155"/>
                  </a:cubicBezTo>
                  <a:cubicBezTo>
                    <a:pt x="84" y="154"/>
                    <a:pt x="82" y="150"/>
                    <a:pt x="85" y="148"/>
                  </a:cubicBezTo>
                  <a:cubicBezTo>
                    <a:pt x="88" y="146"/>
                    <a:pt x="86" y="146"/>
                    <a:pt x="85" y="143"/>
                  </a:cubicBezTo>
                  <a:cubicBezTo>
                    <a:pt x="84" y="141"/>
                    <a:pt x="86" y="139"/>
                    <a:pt x="87" y="140"/>
                  </a:cubicBezTo>
                  <a:cubicBezTo>
                    <a:pt x="89" y="142"/>
                    <a:pt x="98" y="141"/>
                    <a:pt x="106" y="139"/>
                  </a:cubicBezTo>
                  <a:cubicBezTo>
                    <a:pt x="114" y="137"/>
                    <a:pt x="120" y="134"/>
                    <a:pt x="120" y="132"/>
                  </a:cubicBezTo>
                  <a:cubicBezTo>
                    <a:pt x="121" y="130"/>
                    <a:pt x="126" y="125"/>
                    <a:pt x="127" y="123"/>
                  </a:cubicBezTo>
                  <a:cubicBezTo>
                    <a:pt x="128" y="121"/>
                    <a:pt x="127" y="118"/>
                    <a:pt x="124" y="118"/>
                  </a:cubicBezTo>
                  <a:cubicBezTo>
                    <a:pt x="121" y="117"/>
                    <a:pt x="121" y="113"/>
                    <a:pt x="123" y="111"/>
                  </a:cubicBezTo>
                  <a:cubicBezTo>
                    <a:pt x="124" y="109"/>
                    <a:pt x="122" y="107"/>
                    <a:pt x="119" y="107"/>
                  </a:cubicBezTo>
                  <a:cubicBezTo>
                    <a:pt x="115" y="107"/>
                    <a:pt x="111" y="105"/>
                    <a:pt x="113" y="102"/>
                  </a:cubicBezTo>
                  <a:cubicBezTo>
                    <a:pt x="115" y="101"/>
                    <a:pt x="115" y="101"/>
                    <a:pt x="116" y="101"/>
                  </a:cubicBezTo>
                  <a:cubicBezTo>
                    <a:pt x="116" y="100"/>
                    <a:pt x="117" y="99"/>
                    <a:pt x="116" y="98"/>
                  </a:cubicBezTo>
                  <a:cubicBezTo>
                    <a:pt x="116" y="98"/>
                    <a:pt x="114" y="99"/>
                    <a:pt x="114" y="94"/>
                  </a:cubicBezTo>
                  <a:cubicBezTo>
                    <a:pt x="114" y="89"/>
                    <a:pt x="116" y="90"/>
                    <a:pt x="116" y="84"/>
                  </a:cubicBezTo>
                  <a:cubicBezTo>
                    <a:pt x="116" y="78"/>
                    <a:pt x="119" y="75"/>
                    <a:pt x="119" y="72"/>
                  </a:cubicBezTo>
                  <a:cubicBezTo>
                    <a:pt x="119" y="69"/>
                    <a:pt x="124" y="65"/>
                    <a:pt x="128" y="60"/>
                  </a:cubicBezTo>
                  <a:cubicBezTo>
                    <a:pt x="131" y="55"/>
                    <a:pt x="138" y="48"/>
                    <a:pt x="140" y="47"/>
                  </a:cubicBezTo>
                  <a:cubicBezTo>
                    <a:pt x="143" y="45"/>
                    <a:pt x="149" y="43"/>
                    <a:pt x="149" y="42"/>
                  </a:cubicBezTo>
                  <a:cubicBezTo>
                    <a:pt x="150" y="40"/>
                    <a:pt x="149" y="31"/>
                    <a:pt x="148" y="30"/>
                  </a:cubicBezTo>
                  <a:moveTo>
                    <a:pt x="57" y="288"/>
                  </a:moveTo>
                  <a:cubicBezTo>
                    <a:pt x="53" y="288"/>
                    <a:pt x="45" y="280"/>
                    <a:pt x="43" y="278"/>
                  </a:cubicBezTo>
                  <a:cubicBezTo>
                    <a:pt x="40" y="276"/>
                    <a:pt x="42" y="274"/>
                    <a:pt x="39" y="275"/>
                  </a:cubicBezTo>
                  <a:cubicBezTo>
                    <a:pt x="36" y="275"/>
                    <a:pt x="38" y="272"/>
                    <a:pt x="40" y="272"/>
                  </a:cubicBezTo>
                  <a:cubicBezTo>
                    <a:pt x="41" y="271"/>
                    <a:pt x="39" y="268"/>
                    <a:pt x="37" y="268"/>
                  </a:cubicBezTo>
                  <a:cubicBezTo>
                    <a:pt x="37" y="272"/>
                    <a:pt x="36" y="292"/>
                    <a:pt x="37" y="292"/>
                  </a:cubicBezTo>
                  <a:cubicBezTo>
                    <a:pt x="39" y="292"/>
                    <a:pt x="47" y="291"/>
                    <a:pt x="50" y="292"/>
                  </a:cubicBezTo>
                  <a:cubicBezTo>
                    <a:pt x="51" y="293"/>
                    <a:pt x="52" y="294"/>
                    <a:pt x="53" y="292"/>
                  </a:cubicBezTo>
                  <a:cubicBezTo>
                    <a:pt x="55" y="291"/>
                    <a:pt x="60" y="292"/>
                    <a:pt x="62" y="290"/>
                  </a:cubicBezTo>
                  <a:cubicBezTo>
                    <a:pt x="65" y="288"/>
                    <a:pt x="61" y="288"/>
                    <a:pt x="57" y="28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2" name="Freeform 1466">
              <a:extLst>
                <a:ext uri="{FF2B5EF4-FFF2-40B4-BE49-F238E27FC236}">
                  <a16:creationId xmlns:a16="http://schemas.microsoft.com/office/drawing/2014/main" id="{D5EB3F20-AF58-D994-8AF1-6CD0BB1B9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4230" y="4781309"/>
              <a:ext cx="255568" cy="1244536"/>
            </a:xfrm>
            <a:custGeom>
              <a:avLst/>
              <a:gdLst>
                <a:gd name="T0" fmla="*/ 27 w 68"/>
                <a:gd name="T1" fmla="*/ 283 h 332"/>
                <a:gd name="T2" fmla="*/ 18 w 68"/>
                <a:gd name="T3" fmla="*/ 269 h 332"/>
                <a:gd name="T4" fmla="*/ 25 w 68"/>
                <a:gd name="T5" fmla="*/ 254 h 332"/>
                <a:gd name="T6" fmla="*/ 31 w 68"/>
                <a:gd name="T7" fmla="*/ 238 h 332"/>
                <a:gd name="T8" fmla="*/ 34 w 68"/>
                <a:gd name="T9" fmla="*/ 226 h 332"/>
                <a:gd name="T10" fmla="*/ 29 w 68"/>
                <a:gd name="T11" fmla="*/ 214 h 332"/>
                <a:gd name="T12" fmla="*/ 30 w 68"/>
                <a:gd name="T13" fmla="*/ 194 h 332"/>
                <a:gd name="T14" fmla="*/ 33 w 68"/>
                <a:gd name="T15" fmla="*/ 180 h 332"/>
                <a:gd name="T16" fmla="*/ 36 w 68"/>
                <a:gd name="T17" fmla="*/ 167 h 332"/>
                <a:gd name="T18" fmla="*/ 41 w 68"/>
                <a:gd name="T19" fmla="*/ 141 h 332"/>
                <a:gd name="T20" fmla="*/ 44 w 68"/>
                <a:gd name="T21" fmla="*/ 123 h 332"/>
                <a:gd name="T22" fmla="*/ 44 w 68"/>
                <a:gd name="T23" fmla="*/ 102 h 332"/>
                <a:gd name="T24" fmla="*/ 50 w 68"/>
                <a:gd name="T25" fmla="*/ 84 h 332"/>
                <a:gd name="T26" fmla="*/ 57 w 68"/>
                <a:gd name="T27" fmla="*/ 69 h 332"/>
                <a:gd name="T28" fmla="*/ 65 w 68"/>
                <a:gd name="T29" fmla="*/ 50 h 332"/>
                <a:gd name="T30" fmla="*/ 60 w 68"/>
                <a:gd name="T31" fmla="*/ 34 h 332"/>
                <a:gd name="T32" fmla="*/ 56 w 68"/>
                <a:gd name="T33" fmla="*/ 16 h 332"/>
                <a:gd name="T34" fmla="*/ 48 w 68"/>
                <a:gd name="T35" fmla="*/ 1 h 332"/>
                <a:gd name="T36" fmla="*/ 43 w 68"/>
                <a:gd name="T37" fmla="*/ 15 h 332"/>
                <a:gd name="T38" fmla="*/ 42 w 68"/>
                <a:gd name="T39" fmla="*/ 49 h 332"/>
                <a:gd name="T40" fmla="*/ 35 w 68"/>
                <a:gd name="T41" fmla="*/ 83 h 332"/>
                <a:gd name="T42" fmla="*/ 32 w 68"/>
                <a:gd name="T43" fmla="*/ 106 h 332"/>
                <a:gd name="T44" fmla="*/ 27 w 68"/>
                <a:gd name="T45" fmla="*/ 137 h 332"/>
                <a:gd name="T46" fmla="*/ 17 w 68"/>
                <a:gd name="T47" fmla="*/ 163 h 332"/>
                <a:gd name="T48" fmla="*/ 16 w 68"/>
                <a:gd name="T49" fmla="*/ 186 h 332"/>
                <a:gd name="T50" fmla="*/ 11 w 68"/>
                <a:gd name="T51" fmla="*/ 207 h 332"/>
                <a:gd name="T52" fmla="*/ 21 w 68"/>
                <a:gd name="T53" fmla="*/ 196 h 332"/>
                <a:gd name="T54" fmla="*/ 23 w 68"/>
                <a:gd name="T55" fmla="*/ 209 h 332"/>
                <a:gd name="T56" fmla="*/ 20 w 68"/>
                <a:gd name="T57" fmla="*/ 223 h 332"/>
                <a:gd name="T58" fmla="*/ 16 w 68"/>
                <a:gd name="T59" fmla="*/ 232 h 332"/>
                <a:gd name="T60" fmla="*/ 15 w 68"/>
                <a:gd name="T61" fmla="*/ 230 h 332"/>
                <a:gd name="T62" fmla="*/ 10 w 68"/>
                <a:gd name="T63" fmla="*/ 233 h 332"/>
                <a:gd name="T64" fmla="*/ 1 w 68"/>
                <a:gd name="T65" fmla="*/ 244 h 332"/>
                <a:gd name="T66" fmla="*/ 11 w 68"/>
                <a:gd name="T67" fmla="*/ 245 h 332"/>
                <a:gd name="T68" fmla="*/ 16 w 68"/>
                <a:gd name="T69" fmla="*/ 254 h 332"/>
                <a:gd name="T70" fmla="*/ 7 w 68"/>
                <a:gd name="T71" fmla="*/ 256 h 332"/>
                <a:gd name="T72" fmla="*/ 8 w 68"/>
                <a:gd name="T73" fmla="*/ 261 h 332"/>
                <a:gd name="T74" fmla="*/ 3 w 68"/>
                <a:gd name="T75" fmla="*/ 269 h 332"/>
                <a:gd name="T76" fmla="*/ 9 w 68"/>
                <a:gd name="T77" fmla="*/ 271 h 332"/>
                <a:gd name="T78" fmla="*/ 10 w 68"/>
                <a:gd name="T79" fmla="*/ 278 h 332"/>
                <a:gd name="T80" fmla="*/ 6 w 68"/>
                <a:gd name="T81" fmla="*/ 287 h 332"/>
                <a:gd name="T82" fmla="*/ 15 w 68"/>
                <a:gd name="T83" fmla="*/ 289 h 332"/>
                <a:gd name="T84" fmla="*/ 19 w 68"/>
                <a:gd name="T85" fmla="*/ 292 h 332"/>
                <a:gd name="T86" fmla="*/ 15 w 68"/>
                <a:gd name="T87" fmla="*/ 301 h 332"/>
                <a:gd name="T88" fmla="*/ 27 w 68"/>
                <a:gd name="T89" fmla="*/ 301 h 332"/>
                <a:gd name="T90" fmla="*/ 18 w 68"/>
                <a:gd name="T91" fmla="*/ 307 h 332"/>
                <a:gd name="T92" fmla="*/ 28 w 68"/>
                <a:gd name="T93" fmla="*/ 306 h 332"/>
                <a:gd name="T94" fmla="*/ 17 w 68"/>
                <a:gd name="T95" fmla="*/ 314 h 332"/>
                <a:gd name="T96" fmla="*/ 27 w 68"/>
                <a:gd name="T97" fmla="*/ 314 h 332"/>
                <a:gd name="T98" fmla="*/ 43 w 68"/>
                <a:gd name="T99" fmla="*/ 300 h 332"/>
                <a:gd name="T100" fmla="*/ 48 w 68"/>
                <a:gd name="T101" fmla="*/ 308 h 332"/>
                <a:gd name="T102" fmla="*/ 41 w 68"/>
                <a:gd name="T103" fmla="*/ 311 h 332"/>
                <a:gd name="T104" fmla="*/ 33 w 68"/>
                <a:gd name="T105" fmla="*/ 317 h 332"/>
                <a:gd name="T106" fmla="*/ 39 w 68"/>
                <a:gd name="T107" fmla="*/ 327 h 332"/>
                <a:gd name="T108" fmla="*/ 50 w 68"/>
                <a:gd name="T109" fmla="*/ 326 h 332"/>
                <a:gd name="T110" fmla="*/ 61 w 68"/>
                <a:gd name="T111" fmla="*/ 327 h 332"/>
                <a:gd name="T112" fmla="*/ 55 w 68"/>
                <a:gd name="T113" fmla="*/ 325 h 332"/>
                <a:gd name="T114" fmla="*/ 48 w 68"/>
                <a:gd name="T115" fmla="*/ 298 h 332"/>
                <a:gd name="T116" fmla="*/ 31 w 68"/>
                <a:gd name="T117" fmla="*/ 295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8" h="332">
                  <a:moveTo>
                    <a:pt x="31" y="295"/>
                  </a:moveTo>
                  <a:cubicBezTo>
                    <a:pt x="29" y="295"/>
                    <a:pt x="28" y="291"/>
                    <a:pt x="27" y="291"/>
                  </a:cubicBezTo>
                  <a:cubicBezTo>
                    <a:pt x="26" y="291"/>
                    <a:pt x="26" y="286"/>
                    <a:pt x="27" y="283"/>
                  </a:cubicBezTo>
                  <a:cubicBezTo>
                    <a:pt x="28" y="280"/>
                    <a:pt x="21" y="282"/>
                    <a:pt x="20" y="281"/>
                  </a:cubicBezTo>
                  <a:cubicBezTo>
                    <a:pt x="18" y="280"/>
                    <a:pt x="20" y="278"/>
                    <a:pt x="18" y="276"/>
                  </a:cubicBezTo>
                  <a:cubicBezTo>
                    <a:pt x="16" y="274"/>
                    <a:pt x="18" y="271"/>
                    <a:pt x="18" y="269"/>
                  </a:cubicBezTo>
                  <a:cubicBezTo>
                    <a:pt x="18" y="268"/>
                    <a:pt x="20" y="264"/>
                    <a:pt x="22" y="264"/>
                  </a:cubicBezTo>
                  <a:cubicBezTo>
                    <a:pt x="25" y="264"/>
                    <a:pt x="23" y="261"/>
                    <a:pt x="25" y="259"/>
                  </a:cubicBezTo>
                  <a:cubicBezTo>
                    <a:pt x="28" y="258"/>
                    <a:pt x="23" y="255"/>
                    <a:pt x="25" y="254"/>
                  </a:cubicBezTo>
                  <a:cubicBezTo>
                    <a:pt x="27" y="252"/>
                    <a:pt x="25" y="249"/>
                    <a:pt x="28" y="249"/>
                  </a:cubicBezTo>
                  <a:cubicBezTo>
                    <a:pt x="32" y="248"/>
                    <a:pt x="28" y="244"/>
                    <a:pt x="31" y="244"/>
                  </a:cubicBezTo>
                  <a:cubicBezTo>
                    <a:pt x="33" y="243"/>
                    <a:pt x="30" y="241"/>
                    <a:pt x="31" y="238"/>
                  </a:cubicBezTo>
                  <a:cubicBezTo>
                    <a:pt x="32" y="235"/>
                    <a:pt x="29" y="233"/>
                    <a:pt x="32" y="232"/>
                  </a:cubicBezTo>
                  <a:cubicBezTo>
                    <a:pt x="35" y="231"/>
                    <a:pt x="33" y="229"/>
                    <a:pt x="31" y="227"/>
                  </a:cubicBezTo>
                  <a:cubicBezTo>
                    <a:pt x="29" y="226"/>
                    <a:pt x="31" y="226"/>
                    <a:pt x="34" y="226"/>
                  </a:cubicBezTo>
                  <a:cubicBezTo>
                    <a:pt x="36" y="226"/>
                    <a:pt x="35" y="222"/>
                    <a:pt x="33" y="222"/>
                  </a:cubicBezTo>
                  <a:cubicBezTo>
                    <a:pt x="30" y="223"/>
                    <a:pt x="28" y="221"/>
                    <a:pt x="30" y="219"/>
                  </a:cubicBezTo>
                  <a:cubicBezTo>
                    <a:pt x="32" y="217"/>
                    <a:pt x="29" y="215"/>
                    <a:pt x="29" y="214"/>
                  </a:cubicBezTo>
                  <a:cubicBezTo>
                    <a:pt x="30" y="213"/>
                    <a:pt x="30" y="211"/>
                    <a:pt x="29" y="210"/>
                  </a:cubicBezTo>
                  <a:cubicBezTo>
                    <a:pt x="27" y="209"/>
                    <a:pt x="28" y="203"/>
                    <a:pt x="30" y="202"/>
                  </a:cubicBezTo>
                  <a:cubicBezTo>
                    <a:pt x="31" y="202"/>
                    <a:pt x="30" y="196"/>
                    <a:pt x="30" y="194"/>
                  </a:cubicBezTo>
                  <a:cubicBezTo>
                    <a:pt x="30" y="193"/>
                    <a:pt x="28" y="191"/>
                    <a:pt x="29" y="189"/>
                  </a:cubicBezTo>
                  <a:cubicBezTo>
                    <a:pt x="29" y="188"/>
                    <a:pt x="31" y="187"/>
                    <a:pt x="31" y="184"/>
                  </a:cubicBezTo>
                  <a:cubicBezTo>
                    <a:pt x="31" y="181"/>
                    <a:pt x="31" y="180"/>
                    <a:pt x="33" y="180"/>
                  </a:cubicBezTo>
                  <a:cubicBezTo>
                    <a:pt x="34" y="179"/>
                    <a:pt x="33" y="176"/>
                    <a:pt x="33" y="174"/>
                  </a:cubicBezTo>
                  <a:cubicBezTo>
                    <a:pt x="33" y="172"/>
                    <a:pt x="37" y="174"/>
                    <a:pt x="38" y="171"/>
                  </a:cubicBezTo>
                  <a:cubicBezTo>
                    <a:pt x="38" y="168"/>
                    <a:pt x="35" y="169"/>
                    <a:pt x="36" y="167"/>
                  </a:cubicBezTo>
                  <a:cubicBezTo>
                    <a:pt x="36" y="165"/>
                    <a:pt x="35" y="162"/>
                    <a:pt x="35" y="157"/>
                  </a:cubicBezTo>
                  <a:cubicBezTo>
                    <a:pt x="35" y="153"/>
                    <a:pt x="40" y="151"/>
                    <a:pt x="41" y="150"/>
                  </a:cubicBezTo>
                  <a:cubicBezTo>
                    <a:pt x="43" y="149"/>
                    <a:pt x="39" y="142"/>
                    <a:pt x="41" y="141"/>
                  </a:cubicBezTo>
                  <a:cubicBezTo>
                    <a:pt x="43" y="140"/>
                    <a:pt x="42" y="137"/>
                    <a:pt x="44" y="136"/>
                  </a:cubicBezTo>
                  <a:cubicBezTo>
                    <a:pt x="45" y="134"/>
                    <a:pt x="45" y="132"/>
                    <a:pt x="46" y="129"/>
                  </a:cubicBezTo>
                  <a:cubicBezTo>
                    <a:pt x="47" y="127"/>
                    <a:pt x="44" y="125"/>
                    <a:pt x="44" y="123"/>
                  </a:cubicBezTo>
                  <a:cubicBezTo>
                    <a:pt x="44" y="121"/>
                    <a:pt x="43" y="118"/>
                    <a:pt x="41" y="116"/>
                  </a:cubicBezTo>
                  <a:cubicBezTo>
                    <a:pt x="39" y="113"/>
                    <a:pt x="40" y="108"/>
                    <a:pt x="41" y="108"/>
                  </a:cubicBezTo>
                  <a:cubicBezTo>
                    <a:pt x="43" y="108"/>
                    <a:pt x="42" y="103"/>
                    <a:pt x="44" y="102"/>
                  </a:cubicBezTo>
                  <a:cubicBezTo>
                    <a:pt x="47" y="101"/>
                    <a:pt x="46" y="98"/>
                    <a:pt x="44" y="95"/>
                  </a:cubicBezTo>
                  <a:cubicBezTo>
                    <a:pt x="43" y="91"/>
                    <a:pt x="47" y="93"/>
                    <a:pt x="47" y="91"/>
                  </a:cubicBezTo>
                  <a:cubicBezTo>
                    <a:pt x="47" y="88"/>
                    <a:pt x="48" y="85"/>
                    <a:pt x="50" y="84"/>
                  </a:cubicBezTo>
                  <a:cubicBezTo>
                    <a:pt x="52" y="83"/>
                    <a:pt x="52" y="79"/>
                    <a:pt x="52" y="78"/>
                  </a:cubicBezTo>
                  <a:cubicBezTo>
                    <a:pt x="52" y="76"/>
                    <a:pt x="55" y="76"/>
                    <a:pt x="57" y="74"/>
                  </a:cubicBezTo>
                  <a:cubicBezTo>
                    <a:pt x="59" y="73"/>
                    <a:pt x="54" y="71"/>
                    <a:pt x="57" y="69"/>
                  </a:cubicBezTo>
                  <a:cubicBezTo>
                    <a:pt x="59" y="68"/>
                    <a:pt x="55" y="63"/>
                    <a:pt x="56" y="61"/>
                  </a:cubicBezTo>
                  <a:cubicBezTo>
                    <a:pt x="57" y="60"/>
                    <a:pt x="56" y="58"/>
                    <a:pt x="56" y="56"/>
                  </a:cubicBezTo>
                  <a:cubicBezTo>
                    <a:pt x="57" y="54"/>
                    <a:pt x="64" y="51"/>
                    <a:pt x="65" y="50"/>
                  </a:cubicBezTo>
                  <a:cubicBezTo>
                    <a:pt x="66" y="48"/>
                    <a:pt x="67" y="44"/>
                    <a:pt x="67" y="41"/>
                  </a:cubicBezTo>
                  <a:cubicBezTo>
                    <a:pt x="64" y="42"/>
                    <a:pt x="62" y="43"/>
                    <a:pt x="62" y="42"/>
                  </a:cubicBezTo>
                  <a:cubicBezTo>
                    <a:pt x="61" y="41"/>
                    <a:pt x="62" y="36"/>
                    <a:pt x="60" y="34"/>
                  </a:cubicBezTo>
                  <a:cubicBezTo>
                    <a:pt x="58" y="32"/>
                    <a:pt x="59" y="28"/>
                    <a:pt x="57" y="28"/>
                  </a:cubicBezTo>
                  <a:cubicBezTo>
                    <a:pt x="55" y="27"/>
                    <a:pt x="53" y="23"/>
                    <a:pt x="55" y="22"/>
                  </a:cubicBezTo>
                  <a:cubicBezTo>
                    <a:pt x="56" y="20"/>
                    <a:pt x="55" y="18"/>
                    <a:pt x="56" y="16"/>
                  </a:cubicBezTo>
                  <a:cubicBezTo>
                    <a:pt x="58" y="15"/>
                    <a:pt x="55" y="15"/>
                    <a:pt x="53" y="12"/>
                  </a:cubicBezTo>
                  <a:cubicBezTo>
                    <a:pt x="51" y="10"/>
                    <a:pt x="54" y="6"/>
                    <a:pt x="51" y="4"/>
                  </a:cubicBezTo>
                  <a:cubicBezTo>
                    <a:pt x="49" y="2"/>
                    <a:pt x="49" y="0"/>
                    <a:pt x="48" y="1"/>
                  </a:cubicBezTo>
                  <a:cubicBezTo>
                    <a:pt x="47" y="2"/>
                    <a:pt x="47" y="6"/>
                    <a:pt x="45" y="7"/>
                  </a:cubicBezTo>
                  <a:cubicBezTo>
                    <a:pt x="44" y="7"/>
                    <a:pt x="44" y="8"/>
                    <a:pt x="43" y="8"/>
                  </a:cubicBezTo>
                  <a:cubicBezTo>
                    <a:pt x="43" y="10"/>
                    <a:pt x="42" y="13"/>
                    <a:pt x="43" y="15"/>
                  </a:cubicBezTo>
                  <a:cubicBezTo>
                    <a:pt x="44" y="17"/>
                    <a:pt x="45" y="29"/>
                    <a:pt x="44" y="34"/>
                  </a:cubicBezTo>
                  <a:cubicBezTo>
                    <a:pt x="43" y="38"/>
                    <a:pt x="42" y="42"/>
                    <a:pt x="41" y="45"/>
                  </a:cubicBezTo>
                  <a:cubicBezTo>
                    <a:pt x="40" y="47"/>
                    <a:pt x="43" y="48"/>
                    <a:pt x="42" y="49"/>
                  </a:cubicBezTo>
                  <a:cubicBezTo>
                    <a:pt x="40" y="50"/>
                    <a:pt x="41" y="54"/>
                    <a:pt x="41" y="59"/>
                  </a:cubicBezTo>
                  <a:cubicBezTo>
                    <a:pt x="41" y="64"/>
                    <a:pt x="38" y="73"/>
                    <a:pt x="37" y="75"/>
                  </a:cubicBezTo>
                  <a:cubicBezTo>
                    <a:pt x="37" y="78"/>
                    <a:pt x="35" y="80"/>
                    <a:pt x="35" y="83"/>
                  </a:cubicBezTo>
                  <a:cubicBezTo>
                    <a:pt x="36" y="86"/>
                    <a:pt x="34" y="88"/>
                    <a:pt x="32" y="90"/>
                  </a:cubicBezTo>
                  <a:cubicBezTo>
                    <a:pt x="30" y="91"/>
                    <a:pt x="35" y="96"/>
                    <a:pt x="35" y="98"/>
                  </a:cubicBezTo>
                  <a:cubicBezTo>
                    <a:pt x="35" y="101"/>
                    <a:pt x="31" y="102"/>
                    <a:pt x="32" y="106"/>
                  </a:cubicBezTo>
                  <a:cubicBezTo>
                    <a:pt x="33" y="112"/>
                    <a:pt x="32" y="121"/>
                    <a:pt x="32" y="122"/>
                  </a:cubicBezTo>
                  <a:cubicBezTo>
                    <a:pt x="32" y="124"/>
                    <a:pt x="30" y="124"/>
                    <a:pt x="30" y="127"/>
                  </a:cubicBezTo>
                  <a:cubicBezTo>
                    <a:pt x="31" y="131"/>
                    <a:pt x="28" y="132"/>
                    <a:pt x="27" y="137"/>
                  </a:cubicBezTo>
                  <a:cubicBezTo>
                    <a:pt x="27" y="141"/>
                    <a:pt x="23" y="148"/>
                    <a:pt x="22" y="152"/>
                  </a:cubicBezTo>
                  <a:cubicBezTo>
                    <a:pt x="20" y="156"/>
                    <a:pt x="20" y="158"/>
                    <a:pt x="18" y="158"/>
                  </a:cubicBezTo>
                  <a:cubicBezTo>
                    <a:pt x="16" y="158"/>
                    <a:pt x="15" y="160"/>
                    <a:pt x="17" y="163"/>
                  </a:cubicBezTo>
                  <a:cubicBezTo>
                    <a:pt x="18" y="167"/>
                    <a:pt x="16" y="169"/>
                    <a:pt x="18" y="173"/>
                  </a:cubicBezTo>
                  <a:cubicBezTo>
                    <a:pt x="20" y="176"/>
                    <a:pt x="19" y="177"/>
                    <a:pt x="18" y="180"/>
                  </a:cubicBezTo>
                  <a:cubicBezTo>
                    <a:pt x="17" y="183"/>
                    <a:pt x="16" y="184"/>
                    <a:pt x="16" y="186"/>
                  </a:cubicBezTo>
                  <a:cubicBezTo>
                    <a:pt x="16" y="189"/>
                    <a:pt x="14" y="192"/>
                    <a:pt x="15" y="195"/>
                  </a:cubicBezTo>
                  <a:cubicBezTo>
                    <a:pt x="16" y="198"/>
                    <a:pt x="16" y="199"/>
                    <a:pt x="14" y="199"/>
                  </a:cubicBezTo>
                  <a:cubicBezTo>
                    <a:pt x="12" y="199"/>
                    <a:pt x="12" y="202"/>
                    <a:pt x="11" y="207"/>
                  </a:cubicBezTo>
                  <a:cubicBezTo>
                    <a:pt x="10" y="213"/>
                    <a:pt x="10" y="213"/>
                    <a:pt x="15" y="212"/>
                  </a:cubicBezTo>
                  <a:cubicBezTo>
                    <a:pt x="19" y="212"/>
                    <a:pt x="15" y="199"/>
                    <a:pt x="18" y="199"/>
                  </a:cubicBezTo>
                  <a:cubicBezTo>
                    <a:pt x="20" y="199"/>
                    <a:pt x="18" y="197"/>
                    <a:pt x="21" y="196"/>
                  </a:cubicBezTo>
                  <a:cubicBezTo>
                    <a:pt x="23" y="196"/>
                    <a:pt x="21" y="199"/>
                    <a:pt x="23" y="199"/>
                  </a:cubicBezTo>
                  <a:cubicBezTo>
                    <a:pt x="25" y="200"/>
                    <a:pt x="26" y="201"/>
                    <a:pt x="23" y="202"/>
                  </a:cubicBezTo>
                  <a:cubicBezTo>
                    <a:pt x="21" y="204"/>
                    <a:pt x="24" y="207"/>
                    <a:pt x="23" y="209"/>
                  </a:cubicBezTo>
                  <a:cubicBezTo>
                    <a:pt x="22" y="210"/>
                    <a:pt x="20" y="212"/>
                    <a:pt x="21" y="214"/>
                  </a:cubicBezTo>
                  <a:cubicBezTo>
                    <a:pt x="22" y="217"/>
                    <a:pt x="20" y="216"/>
                    <a:pt x="19" y="219"/>
                  </a:cubicBezTo>
                  <a:cubicBezTo>
                    <a:pt x="19" y="222"/>
                    <a:pt x="21" y="222"/>
                    <a:pt x="20" y="223"/>
                  </a:cubicBezTo>
                  <a:cubicBezTo>
                    <a:pt x="19" y="223"/>
                    <a:pt x="21" y="226"/>
                    <a:pt x="20" y="226"/>
                  </a:cubicBezTo>
                  <a:cubicBezTo>
                    <a:pt x="18" y="226"/>
                    <a:pt x="19" y="228"/>
                    <a:pt x="20" y="230"/>
                  </a:cubicBezTo>
                  <a:cubicBezTo>
                    <a:pt x="21" y="232"/>
                    <a:pt x="18" y="231"/>
                    <a:pt x="16" y="232"/>
                  </a:cubicBezTo>
                  <a:cubicBezTo>
                    <a:pt x="14" y="234"/>
                    <a:pt x="18" y="235"/>
                    <a:pt x="17" y="237"/>
                  </a:cubicBezTo>
                  <a:cubicBezTo>
                    <a:pt x="16" y="239"/>
                    <a:pt x="13" y="236"/>
                    <a:pt x="12" y="235"/>
                  </a:cubicBezTo>
                  <a:cubicBezTo>
                    <a:pt x="11" y="234"/>
                    <a:pt x="14" y="232"/>
                    <a:pt x="15" y="230"/>
                  </a:cubicBezTo>
                  <a:cubicBezTo>
                    <a:pt x="17" y="228"/>
                    <a:pt x="14" y="224"/>
                    <a:pt x="11" y="225"/>
                  </a:cubicBezTo>
                  <a:cubicBezTo>
                    <a:pt x="9" y="226"/>
                    <a:pt x="14" y="229"/>
                    <a:pt x="14" y="231"/>
                  </a:cubicBezTo>
                  <a:cubicBezTo>
                    <a:pt x="14" y="233"/>
                    <a:pt x="9" y="230"/>
                    <a:pt x="10" y="233"/>
                  </a:cubicBezTo>
                  <a:cubicBezTo>
                    <a:pt x="10" y="235"/>
                    <a:pt x="7" y="234"/>
                    <a:pt x="5" y="236"/>
                  </a:cubicBezTo>
                  <a:cubicBezTo>
                    <a:pt x="4" y="237"/>
                    <a:pt x="7" y="239"/>
                    <a:pt x="6" y="239"/>
                  </a:cubicBezTo>
                  <a:cubicBezTo>
                    <a:pt x="4" y="240"/>
                    <a:pt x="1" y="242"/>
                    <a:pt x="1" y="244"/>
                  </a:cubicBezTo>
                  <a:cubicBezTo>
                    <a:pt x="1" y="245"/>
                    <a:pt x="3" y="246"/>
                    <a:pt x="3" y="244"/>
                  </a:cubicBezTo>
                  <a:cubicBezTo>
                    <a:pt x="3" y="242"/>
                    <a:pt x="5" y="242"/>
                    <a:pt x="6" y="244"/>
                  </a:cubicBezTo>
                  <a:cubicBezTo>
                    <a:pt x="7" y="246"/>
                    <a:pt x="8" y="244"/>
                    <a:pt x="11" y="245"/>
                  </a:cubicBezTo>
                  <a:cubicBezTo>
                    <a:pt x="13" y="245"/>
                    <a:pt x="13" y="249"/>
                    <a:pt x="11" y="248"/>
                  </a:cubicBezTo>
                  <a:cubicBezTo>
                    <a:pt x="10" y="248"/>
                    <a:pt x="9" y="250"/>
                    <a:pt x="9" y="253"/>
                  </a:cubicBezTo>
                  <a:cubicBezTo>
                    <a:pt x="9" y="255"/>
                    <a:pt x="14" y="253"/>
                    <a:pt x="16" y="254"/>
                  </a:cubicBezTo>
                  <a:cubicBezTo>
                    <a:pt x="18" y="254"/>
                    <a:pt x="17" y="258"/>
                    <a:pt x="16" y="256"/>
                  </a:cubicBezTo>
                  <a:cubicBezTo>
                    <a:pt x="15" y="255"/>
                    <a:pt x="12" y="253"/>
                    <a:pt x="11" y="255"/>
                  </a:cubicBezTo>
                  <a:cubicBezTo>
                    <a:pt x="10" y="257"/>
                    <a:pt x="8" y="256"/>
                    <a:pt x="7" y="256"/>
                  </a:cubicBezTo>
                  <a:cubicBezTo>
                    <a:pt x="5" y="255"/>
                    <a:pt x="0" y="258"/>
                    <a:pt x="1" y="260"/>
                  </a:cubicBezTo>
                  <a:cubicBezTo>
                    <a:pt x="3" y="261"/>
                    <a:pt x="3" y="263"/>
                    <a:pt x="4" y="263"/>
                  </a:cubicBezTo>
                  <a:cubicBezTo>
                    <a:pt x="6" y="263"/>
                    <a:pt x="7" y="262"/>
                    <a:pt x="8" y="261"/>
                  </a:cubicBezTo>
                  <a:cubicBezTo>
                    <a:pt x="9" y="259"/>
                    <a:pt x="11" y="258"/>
                    <a:pt x="11" y="261"/>
                  </a:cubicBezTo>
                  <a:cubicBezTo>
                    <a:pt x="11" y="264"/>
                    <a:pt x="8" y="263"/>
                    <a:pt x="7" y="264"/>
                  </a:cubicBezTo>
                  <a:cubicBezTo>
                    <a:pt x="7" y="266"/>
                    <a:pt x="5" y="267"/>
                    <a:pt x="3" y="269"/>
                  </a:cubicBezTo>
                  <a:cubicBezTo>
                    <a:pt x="1" y="270"/>
                    <a:pt x="3" y="272"/>
                    <a:pt x="5" y="272"/>
                  </a:cubicBezTo>
                  <a:cubicBezTo>
                    <a:pt x="7" y="271"/>
                    <a:pt x="5" y="274"/>
                    <a:pt x="7" y="274"/>
                  </a:cubicBezTo>
                  <a:cubicBezTo>
                    <a:pt x="9" y="274"/>
                    <a:pt x="10" y="273"/>
                    <a:pt x="9" y="271"/>
                  </a:cubicBezTo>
                  <a:cubicBezTo>
                    <a:pt x="9" y="269"/>
                    <a:pt x="10" y="266"/>
                    <a:pt x="12" y="268"/>
                  </a:cubicBezTo>
                  <a:cubicBezTo>
                    <a:pt x="15" y="269"/>
                    <a:pt x="11" y="271"/>
                    <a:pt x="11" y="273"/>
                  </a:cubicBezTo>
                  <a:cubicBezTo>
                    <a:pt x="11" y="274"/>
                    <a:pt x="10" y="277"/>
                    <a:pt x="10" y="278"/>
                  </a:cubicBezTo>
                  <a:cubicBezTo>
                    <a:pt x="10" y="280"/>
                    <a:pt x="8" y="279"/>
                    <a:pt x="8" y="281"/>
                  </a:cubicBezTo>
                  <a:cubicBezTo>
                    <a:pt x="8" y="283"/>
                    <a:pt x="3" y="282"/>
                    <a:pt x="6" y="283"/>
                  </a:cubicBezTo>
                  <a:cubicBezTo>
                    <a:pt x="8" y="284"/>
                    <a:pt x="4" y="286"/>
                    <a:pt x="6" y="287"/>
                  </a:cubicBezTo>
                  <a:cubicBezTo>
                    <a:pt x="7" y="289"/>
                    <a:pt x="8" y="286"/>
                    <a:pt x="10" y="286"/>
                  </a:cubicBezTo>
                  <a:cubicBezTo>
                    <a:pt x="11" y="287"/>
                    <a:pt x="11" y="287"/>
                    <a:pt x="14" y="286"/>
                  </a:cubicBezTo>
                  <a:cubicBezTo>
                    <a:pt x="16" y="285"/>
                    <a:pt x="17" y="288"/>
                    <a:pt x="15" y="289"/>
                  </a:cubicBezTo>
                  <a:cubicBezTo>
                    <a:pt x="13" y="290"/>
                    <a:pt x="10" y="292"/>
                    <a:pt x="11" y="292"/>
                  </a:cubicBezTo>
                  <a:cubicBezTo>
                    <a:pt x="12" y="293"/>
                    <a:pt x="15" y="291"/>
                    <a:pt x="16" y="293"/>
                  </a:cubicBezTo>
                  <a:cubicBezTo>
                    <a:pt x="17" y="295"/>
                    <a:pt x="18" y="294"/>
                    <a:pt x="19" y="292"/>
                  </a:cubicBezTo>
                  <a:cubicBezTo>
                    <a:pt x="19" y="290"/>
                    <a:pt x="23" y="292"/>
                    <a:pt x="24" y="294"/>
                  </a:cubicBezTo>
                  <a:cubicBezTo>
                    <a:pt x="24" y="296"/>
                    <a:pt x="19" y="297"/>
                    <a:pt x="17" y="296"/>
                  </a:cubicBezTo>
                  <a:cubicBezTo>
                    <a:pt x="14" y="296"/>
                    <a:pt x="13" y="299"/>
                    <a:pt x="15" y="301"/>
                  </a:cubicBezTo>
                  <a:cubicBezTo>
                    <a:pt x="16" y="303"/>
                    <a:pt x="18" y="301"/>
                    <a:pt x="20" y="299"/>
                  </a:cubicBezTo>
                  <a:cubicBezTo>
                    <a:pt x="22" y="297"/>
                    <a:pt x="31" y="298"/>
                    <a:pt x="32" y="299"/>
                  </a:cubicBezTo>
                  <a:cubicBezTo>
                    <a:pt x="33" y="301"/>
                    <a:pt x="28" y="300"/>
                    <a:pt x="27" y="301"/>
                  </a:cubicBezTo>
                  <a:cubicBezTo>
                    <a:pt x="27" y="302"/>
                    <a:pt x="23" y="303"/>
                    <a:pt x="22" y="302"/>
                  </a:cubicBezTo>
                  <a:cubicBezTo>
                    <a:pt x="22" y="300"/>
                    <a:pt x="18" y="302"/>
                    <a:pt x="18" y="304"/>
                  </a:cubicBezTo>
                  <a:cubicBezTo>
                    <a:pt x="18" y="307"/>
                    <a:pt x="15" y="307"/>
                    <a:pt x="18" y="307"/>
                  </a:cubicBezTo>
                  <a:cubicBezTo>
                    <a:pt x="21" y="308"/>
                    <a:pt x="20" y="304"/>
                    <a:pt x="25" y="305"/>
                  </a:cubicBezTo>
                  <a:cubicBezTo>
                    <a:pt x="30" y="305"/>
                    <a:pt x="33" y="300"/>
                    <a:pt x="34" y="303"/>
                  </a:cubicBezTo>
                  <a:cubicBezTo>
                    <a:pt x="35" y="306"/>
                    <a:pt x="30" y="308"/>
                    <a:pt x="28" y="306"/>
                  </a:cubicBezTo>
                  <a:cubicBezTo>
                    <a:pt x="26" y="304"/>
                    <a:pt x="24" y="307"/>
                    <a:pt x="24" y="310"/>
                  </a:cubicBezTo>
                  <a:cubicBezTo>
                    <a:pt x="24" y="312"/>
                    <a:pt x="19" y="309"/>
                    <a:pt x="16" y="309"/>
                  </a:cubicBezTo>
                  <a:cubicBezTo>
                    <a:pt x="13" y="308"/>
                    <a:pt x="15" y="311"/>
                    <a:pt x="17" y="314"/>
                  </a:cubicBezTo>
                  <a:cubicBezTo>
                    <a:pt x="19" y="316"/>
                    <a:pt x="21" y="313"/>
                    <a:pt x="24" y="315"/>
                  </a:cubicBezTo>
                  <a:cubicBezTo>
                    <a:pt x="26" y="317"/>
                    <a:pt x="26" y="319"/>
                    <a:pt x="28" y="317"/>
                  </a:cubicBezTo>
                  <a:cubicBezTo>
                    <a:pt x="31" y="315"/>
                    <a:pt x="28" y="315"/>
                    <a:pt x="27" y="314"/>
                  </a:cubicBezTo>
                  <a:cubicBezTo>
                    <a:pt x="26" y="314"/>
                    <a:pt x="27" y="311"/>
                    <a:pt x="30" y="312"/>
                  </a:cubicBezTo>
                  <a:cubicBezTo>
                    <a:pt x="33" y="314"/>
                    <a:pt x="37" y="311"/>
                    <a:pt x="36" y="307"/>
                  </a:cubicBezTo>
                  <a:cubicBezTo>
                    <a:pt x="35" y="303"/>
                    <a:pt x="39" y="301"/>
                    <a:pt x="43" y="300"/>
                  </a:cubicBezTo>
                  <a:cubicBezTo>
                    <a:pt x="47" y="299"/>
                    <a:pt x="45" y="303"/>
                    <a:pt x="42" y="304"/>
                  </a:cubicBezTo>
                  <a:cubicBezTo>
                    <a:pt x="39" y="305"/>
                    <a:pt x="39" y="306"/>
                    <a:pt x="41" y="308"/>
                  </a:cubicBezTo>
                  <a:cubicBezTo>
                    <a:pt x="43" y="310"/>
                    <a:pt x="46" y="307"/>
                    <a:pt x="48" y="308"/>
                  </a:cubicBezTo>
                  <a:cubicBezTo>
                    <a:pt x="50" y="310"/>
                    <a:pt x="44" y="310"/>
                    <a:pt x="43" y="312"/>
                  </a:cubicBezTo>
                  <a:cubicBezTo>
                    <a:pt x="43" y="313"/>
                    <a:pt x="47" y="315"/>
                    <a:pt x="44" y="317"/>
                  </a:cubicBezTo>
                  <a:cubicBezTo>
                    <a:pt x="41" y="318"/>
                    <a:pt x="42" y="311"/>
                    <a:pt x="41" y="311"/>
                  </a:cubicBezTo>
                  <a:cubicBezTo>
                    <a:pt x="39" y="310"/>
                    <a:pt x="37" y="312"/>
                    <a:pt x="39" y="315"/>
                  </a:cubicBezTo>
                  <a:cubicBezTo>
                    <a:pt x="41" y="319"/>
                    <a:pt x="37" y="316"/>
                    <a:pt x="35" y="314"/>
                  </a:cubicBezTo>
                  <a:cubicBezTo>
                    <a:pt x="34" y="312"/>
                    <a:pt x="31" y="315"/>
                    <a:pt x="33" y="317"/>
                  </a:cubicBezTo>
                  <a:cubicBezTo>
                    <a:pt x="35" y="319"/>
                    <a:pt x="29" y="317"/>
                    <a:pt x="29" y="320"/>
                  </a:cubicBezTo>
                  <a:cubicBezTo>
                    <a:pt x="29" y="323"/>
                    <a:pt x="32" y="320"/>
                    <a:pt x="35" y="321"/>
                  </a:cubicBezTo>
                  <a:cubicBezTo>
                    <a:pt x="38" y="321"/>
                    <a:pt x="37" y="326"/>
                    <a:pt x="39" y="327"/>
                  </a:cubicBezTo>
                  <a:cubicBezTo>
                    <a:pt x="41" y="329"/>
                    <a:pt x="39" y="322"/>
                    <a:pt x="42" y="322"/>
                  </a:cubicBezTo>
                  <a:cubicBezTo>
                    <a:pt x="44" y="321"/>
                    <a:pt x="42" y="327"/>
                    <a:pt x="47" y="328"/>
                  </a:cubicBezTo>
                  <a:cubicBezTo>
                    <a:pt x="52" y="330"/>
                    <a:pt x="47" y="328"/>
                    <a:pt x="50" y="326"/>
                  </a:cubicBezTo>
                  <a:cubicBezTo>
                    <a:pt x="52" y="324"/>
                    <a:pt x="55" y="331"/>
                    <a:pt x="58" y="331"/>
                  </a:cubicBezTo>
                  <a:cubicBezTo>
                    <a:pt x="60" y="332"/>
                    <a:pt x="59" y="328"/>
                    <a:pt x="57" y="327"/>
                  </a:cubicBezTo>
                  <a:cubicBezTo>
                    <a:pt x="55" y="325"/>
                    <a:pt x="59" y="326"/>
                    <a:pt x="61" y="327"/>
                  </a:cubicBezTo>
                  <a:cubicBezTo>
                    <a:pt x="64" y="327"/>
                    <a:pt x="66" y="328"/>
                    <a:pt x="66" y="326"/>
                  </a:cubicBezTo>
                  <a:cubicBezTo>
                    <a:pt x="66" y="325"/>
                    <a:pt x="67" y="325"/>
                    <a:pt x="68" y="325"/>
                  </a:cubicBezTo>
                  <a:cubicBezTo>
                    <a:pt x="65" y="324"/>
                    <a:pt x="56" y="325"/>
                    <a:pt x="55" y="325"/>
                  </a:cubicBezTo>
                  <a:cubicBezTo>
                    <a:pt x="53" y="325"/>
                    <a:pt x="54" y="305"/>
                    <a:pt x="55" y="301"/>
                  </a:cubicBezTo>
                  <a:cubicBezTo>
                    <a:pt x="54" y="301"/>
                    <a:pt x="54" y="300"/>
                    <a:pt x="54" y="300"/>
                  </a:cubicBezTo>
                  <a:cubicBezTo>
                    <a:pt x="52" y="300"/>
                    <a:pt x="47" y="301"/>
                    <a:pt x="48" y="298"/>
                  </a:cubicBezTo>
                  <a:cubicBezTo>
                    <a:pt x="48" y="297"/>
                    <a:pt x="48" y="297"/>
                    <a:pt x="49" y="297"/>
                  </a:cubicBezTo>
                  <a:cubicBezTo>
                    <a:pt x="48" y="296"/>
                    <a:pt x="46" y="295"/>
                    <a:pt x="44" y="294"/>
                  </a:cubicBezTo>
                  <a:cubicBezTo>
                    <a:pt x="41" y="293"/>
                    <a:pt x="33" y="294"/>
                    <a:pt x="31" y="29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3" name="Freeform 1468">
              <a:extLst>
                <a:ext uri="{FF2B5EF4-FFF2-40B4-BE49-F238E27FC236}">
                  <a16:creationId xmlns:a16="http://schemas.microsoft.com/office/drawing/2014/main" id="{E6086E8E-720A-9971-4C31-4B96C4DA2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9804" y="4836867"/>
              <a:ext cx="247631" cy="247638"/>
            </a:xfrm>
            <a:custGeom>
              <a:avLst/>
              <a:gdLst>
                <a:gd name="T0" fmla="*/ 64 w 66"/>
                <a:gd name="T1" fmla="*/ 35 h 66"/>
                <a:gd name="T2" fmla="*/ 58 w 66"/>
                <a:gd name="T3" fmla="*/ 37 h 66"/>
                <a:gd name="T4" fmla="*/ 54 w 66"/>
                <a:gd name="T5" fmla="*/ 28 h 66"/>
                <a:gd name="T6" fmla="*/ 49 w 66"/>
                <a:gd name="T7" fmla="*/ 22 h 66"/>
                <a:gd name="T8" fmla="*/ 42 w 66"/>
                <a:gd name="T9" fmla="*/ 21 h 66"/>
                <a:gd name="T10" fmla="*/ 38 w 66"/>
                <a:gd name="T11" fmla="*/ 15 h 66"/>
                <a:gd name="T12" fmla="*/ 37 w 66"/>
                <a:gd name="T13" fmla="*/ 6 h 66"/>
                <a:gd name="T14" fmla="*/ 37 w 66"/>
                <a:gd name="T15" fmla="*/ 2 h 66"/>
                <a:gd name="T16" fmla="*/ 36 w 66"/>
                <a:gd name="T17" fmla="*/ 3 h 66"/>
                <a:gd name="T18" fmla="*/ 29 w 66"/>
                <a:gd name="T19" fmla="*/ 0 h 66"/>
                <a:gd name="T20" fmla="*/ 20 w 66"/>
                <a:gd name="T21" fmla="*/ 1 h 66"/>
                <a:gd name="T22" fmla="*/ 11 w 66"/>
                <a:gd name="T23" fmla="*/ 2 h 66"/>
                <a:gd name="T24" fmla="*/ 5 w 66"/>
                <a:gd name="T25" fmla="*/ 9 h 66"/>
                <a:gd name="T26" fmla="*/ 3 w 66"/>
                <a:gd name="T27" fmla="*/ 21 h 66"/>
                <a:gd name="T28" fmla="*/ 0 w 66"/>
                <a:gd name="T29" fmla="*/ 21 h 66"/>
                <a:gd name="T30" fmla="*/ 11 w 66"/>
                <a:gd name="T31" fmla="*/ 31 h 66"/>
                <a:gd name="T32" fmla="*/ 19 w 66"/>
                <a:gd name="T33" fmla="*/ 36 h 66"/>
                <a:gd name="T34" fmla="*/ 27 w 66"/>
                <a:gd name="T35" fmla="*/ 40 h 66"/>
                <a:gd name="T36" fmla="*/ 41 w 66"/>
                <a:gd name="T37" fmla="*/ 47 h 66"/>
                <a:gd name="T38" fmla="*/ 35 w 66"/>
                <a:gd name="T39" fmla="*/ 57 h 66"/>
                <a:gd name="T40" fmla="*/ 33 w 66"/>
                <a:gd name="T41" fmla="*/ 62 h 66"/>
                <a:gd name="T42" fmla="*/ 40 w 66"/>
                <a:gd name="T43" fmla="*/ 64 h 66"/>
                <a:gd name="T44" fmla="*/ 47 w 66"/>
                <a:gd name="T45" fmla="*/ 64 h 66"/>
                <a:gd name="T46" fmla="*/ 53 w 66"/>
                <a:gd name="T47" fmla="*/ 63 h 66"/>
                <a:gd name="T48" fmla="*/ 59 w 66"/>
                <a:gd name="T49" fmla="*/ 60 h 66"/>
                <a:gd name="T50" fmla="*/ 63 w 66"/>
                <a:gd name="T51" fmla="*/ 49 h 66"/>
                <a:gd name="T52" fmla="*/ 64 w 66"/>
                <a:gd name="T53" fmla="*/ 3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6" h="66">
                  <a:moveTo>
                    <a:pt x="64" y="35"/>
                  </a:moveTo>
                  <a:cubicBezTo>
                    <a:pt x="61" y="34"/>
                    <a:pt x="58" y="37"/>
                    <a:pt x="58" y="37"/>
                  </a:cubicBezTo>
                  <a:cubicBezTo>
                    <a:pt x="57" y="37"/>
                    <a:pt x="55" y="31"/>
                    <a:pt x="54" y="28"/>
                  </a:cubicBezTo>
                  <a:cubicBezTo>
                    <a:pt x="53" y="26"/>
                    <a:pt x="51" y="21"/>
                    <a:pt x="49" y="22"/>
                  </a:cubicBezTo>
                  <a:cubicBezTo>
                    <a:pt x="47" y="23"/>
                    <a:pt x="47" y="22"/>
                    <a:pt x="42" y="21"/>
                  </a:cubicBezTo>
                  <a:cubicBezTo>
                    <a:pt x="37" y="21"/>
                    <a:pt x="37" y="20"/>
                    <a:pt x="38" y="15"/>
                  </a:cubicBezTo>
                  <a:cubicBezTo>
                    <a:pt x="40" y="11"/>
                    <a:pt x="35" y="7"/>
                    <a:pt x="37" y="6"/>
                  </a:cubicBezTo>
                  <a:cubicBezTo>
                    <a:pt x="39" y="5"/>
                    <a:pt x="39" y="5"/>
                    <a:pt x="37" y="2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4" y="3"/>
                    <a:pt x="32" y="0"/>
                    <a:pt x="29" y="0"/>
                  </a:cubicBezTo>
                  <a:cubicBezTo>
                    <a:pt x="25" y="0"/>
                    <a:pt x="22" y="0"/>
                    <a:pt x="20" y="1"/>
                  </a:cubicBezTo>
                  <a:cubicBezTo>
                    <a:pt x="18" y="2"/>
                    <a:pt x="14" y="0"/>
                    <a:pt x="11" y="2"/>
                  </a:cubicBezTo>
                  <a:cubicBezTo>
                    <a:pt x="8" y="4"/>
                    <a:pt x="5" y="8"/>
                    <a:pt x="5" y="9"/>
                  </a:cubicBezTo>
                  <a:cubicBezTo>
                    <a:pt x="5" y="11"/>
                    <a:pt x="4" y="20"/>
                    <a:pt x="3" y="21"/>
                  </a:cubicBezTo>
                  <a:cubicBezTo>
                    <a:pt x="3" y="21"/>
                    <a:pt x="2" y="21"/>
                    <a:pt x="0" y="21"/>
                  </a:cubicBezTo>
                  <a:cubicBezTo>
                    <a:pt x="2" y="24"/>
                    <a:pt x="7" y="29"/>
                    <a:pt x="11" y="31"/>
                  </a:cubicBezTo>
                  <a:cubicBezTo>
                    <a:pt x="15" y="34"/>
                    <a:pt x="15" y="36"/>
                    <a:pt x="19" y="36"/>
                  </a:cubicBezTo>
                  <a:cubicBezTo>
                    <a:pt x="23" y="37"/>
                    <a:pt x="26" y="38"/>
                    <a:pt x="27" y="40"/>
                  </a:cubicBezTo>
                  <a:cubicBezTo>
                    <a:pt x="29" y="42"/>
                    <a:pt x="40" y="46"/>
                    <a:pt x="41" y="47"/>
                  </a:cubicBezTo>
                  <a:cubicBezTo>
                    <a:pt x="42" y="49"/>
                    <a:pt x="35" y="53"/>
                    <a:pt x="35" y="57"/>
                  </a:cubicBezTo>
                  <a:cubicBezTo>
                    <a:pt x="35" y="61"/>
                    <a:pt x="33" y="61"/>
                    <a:pt x="33" y="62"/>
                  </a:cubicBezTo>
                  <a:cubicBezTo>
                    <a:pt x="33" y="64"/>
                    <a:pt x="38" y="63"/>
                    <a:pt x="40" y="64"/>
                  </a:cubicBezTo>
                  <a:cubicBezTo>
                    <a:pt x="42" y="65"/>
                    <a:pt x="45" y="63"/>
                    <a:pt x="47" y="64"/>
                  </a:cubicBezTo>
                  <a:cubicBezTo>
                    <a:pt x="49" y="66"/>
                    <a:pt x="52" y="63"/>
                    <a:pt x="53" y="63"/>
                  </a:cubicBezTo>
                  <a:cubicBezTo>
                    <a:pt x="55" y="64"/>
                    <a:pt x="57" y="60"/>
                    <a:pt x="59" y="60"/>
                  </a:cubicBezTo>
                  <a:cubicBezTo>
                    <a:pt x="62" y="60"/>
                    <a:pt x="64" y="52"/>
                    <a:pt x="63" y="49"/>
                  </a:cubicBezTo>
                  <a:cubicBezTo>
                    <a:pt x="63" y="46"/>
                    <a:pt x="66" y="37"/>
                    <a:pt x="64" y="3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4" name="Freeform 1470">
              <a:extLst>
                <a:ext uri="{FF2B5EF4-FFF2-40B4-BE49-F238E27FC236}">
                  <a16:creationId xmlns:a16="http://schemas.microsoft.com/office/drawing/2014/main" id="{46FB98D0-7D5D-D100-FB57-5A10416BD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8514" y="3941564"/>
              <a:ext cx="328586" cy="471464"/>
            </a:xfrm>
            <a:custGeom>
              <a:avLst/>
              <a:gdLst>
                <a:gd name="T0" fmla="*/ 13 w 88"/>
                <a:gd name="T1" fmla="*/ 92 h 126"/>
                <a:gd name="T2" fmla="*/ 19 w 88"/>
                <a:gd name="T3" fmla="*/ 92 h 126"/>
                <a:gd name="T4" fmla="*/ 24 w 88"/>
                <a:gd name="T5" fmla="*/ 96 h 126"/>
                <a:gd name="T6" fmla="*/ 25 w 88"/>
                <a:gd name="T7" fmla="*/ 96 h 126"/>
                <a:gd name="T8" fmla="*/ 31 w 88"/>
                <a:gd name="T9" fmla="*/ 96 h 126"/>
                <a:gd name="T10" fmla="*/ 35 w 88"/>
                <a:gd name="T11" fmla="*/ 102 h 126"/>
                <a:gd name="T12" fmla="*/ 40 w 88"/>
                <a:gd name="T13" fmla="*/ 107 h 126"/>
                <a:gd name="T14" fmla="*/ 43 w 88"/>
                <a:gd name="T15" fmla="*/ 112 h 126"/>
                <a:gd name="T16" fmla="*/ 51 w 88"/>
                <a:gd name="T17" fmla="*/ 113 h 126"/>
                <a:gd name="T18" fmla="*/ 56 w 88"/>
                <a:gd name="T19" fmla="*/ 112 h 126"/>
                <a:gd name="T20" fmla="*/ 61 w 88"/>
                <a:gd name="T21" fmla="*/ 112 h 126"/>
                <a:gd name="T22" fmla="*/ 66 w 88"/>
                <a:gd name="T23" fmla="*/ 116 h 126"/>
                <a:gd name="T24" fmla="*/ 62 w 88"/>
                <a:gd name="T25" fmla="*/ 122 h 126"/>
                <a:gd name="T26" fmla="*/ 67 w 88"/>
                <a:gd name="T27" fmla="*/ 126 h 126"/>
                <a:gd name="T28" fmla="*/ 67 w 88"/>
                <a:gd name="T29" fmla="*/ 126 h 126"/>
                <a:gd name="T30" fmla="*/ 70 w 88"/>
                <a:gd name="T31" fmla="*/ 116 h 126"/>
                <a:gd name="T32" fmla="*/ 71 w 88"/>
                <a:gd name="T33" fmla="*/ 106 h 126"/>
                <a:gd name="T34" fmla="*/ 67 w 88"/>
                <a:gd name="T35" fmla="*/ 94 h 126"/>
                <a:gd name="T36" fmla="*/ 72 w 88"/>
                <a:gd name="T37" fmla="*/ 90 h 126"/>
                <a:gd name="T38" fmla="*/ 70 w 88"/>
                <a:gd name="T39" fmla="*/ 87 h 126"/>
                <a:gd name="T40" fmla="*/ 68 w 88"/>
                <a:gd name="T41" fmla="*/ 83 h 126"/>
                <a:gd name="T42" fmla="*/ 79 w 88"/>
                <a:gd name="T43" fmla="*/ 82 h 126"/>
                <a:gd name="T44" fmla="*/ 88 w 88"/>
                <a:gd name="T45" fmla="*/ 79 h 126"/>
                <a:gd name="T46" fmla="*/ 86 w 88"/>
                <a:gd name="T47" fmla="*/ 75 h 126"/>
                <a:gd name="T48" fmla="*/ 87 w 88"/>
                <a:gd name="T49" fmla="*/ 70 h 126"/>
                <a:gd name="T50" fmla="*/ 84 w 88"/>
                <a:gd name="T51" fmla="*/ 64 h 126"/>
                <a:gd name="T52" fmla="*/ 86 w 88"/>
                <a:gd name="T53" fmla="*/ 51 h 126"/>
                <a:gd name="T54" fmla="*/ 77 w 88"/>
                <a:gd name="T55" fmla="*/ 48 h 126"/>
                <a:gd name="T56" fmla="*/ 67 w 88"/>
                <a:gd name="T57" fmla="*/ 44 h 126"/>
                <a:gd name="T58" fmla="*/ 54 w 88"/>
                <a:gd name="T59" fmla="*/ 43 h 126"/>
                <a:gd name="T60" fmla="*/ 49 w 88"/>
                <a:gd name="T61" fmla="*/ 33 h 126"/>
                <a:gd name="T62" fmla="*/ 46 w 88"/>
                <a:gd name="T63" fmla="*/ 28 h 126"/>
                <a:gd name="T64" fmla="*/ 42 w 88"/>
                <a:gd name="T65" fmla="*/ 27 h 126"/>
                <a:gd name="T66" fmla="*/ 43 w 88"/>
                <a:gd name="T67" fmla="*/ 23 h 126"/>
                <a:gd name="T68" fmla="*/ 45 w 88"/>
                <a:gd name="T69" fmla="*/ 18 h 126"/>
                <a:gd name="T70" fmla="*/ 51 w 88"/>
                <a:gd name="T71" fmla="*/ 9 h 126"/>
                <a:gd name="T72" fmla="*/ 53 w 88"/>
                <a:gd name="T73" fmla="*/ 8 h 126"/>
                <a:gd name="T74" fmla="*/ 55 w 88"/>
                <a:gd name="T75" fmla="*/ 6 h 126"/>
                <a:gd name="T76" fmla="*/ 57 w 88"/>
                <a:gd name="T77" fmla="*/ 2 h 126"/>
                <a:gd name="T78" fmla="*/ 49 w 88"/>
                <a:gd name="T79" fmla="*/ 6 h 126"/>
                <a:gd name="T80" fmla="*/ 42 w 88"/>
                <a:gd name="T81" fmla="*/ 10 h 126"/>
                <a:gd name="T82" fmla="*/ 35 w 88"/>
                <a:gd name="T83" fmla="*/ 12 h 126"/>
                <a:gd name="T84" fmla="*/ 32 w 88"/>
                <a:gd name="T85" fmla="*/ 11 h 126"/>
                <a:gd name="T86" fmla="*/ 25 w 88"/>
                <a:gd name="T87" fmla="*/ 18 h 126"/>
                <a:gd name="T88" fmla="*/ 22 w 88"/>
                <a:gd name="T89" fmla="*/ 25 h 126"/>
                <a:gd name="T90" fmla="*/ 15 w 88"/>
                <a:gd name="T91" fmla="*/ 33 h 126"/>
                <a:gd name="T92" fmla="*/ 13 w 88"/>
                <a:gd name="T93" fmla="*/ 34 h 126"/>
                <a:gd name="T94" fmla="*/ 12 w 88"/>
                <a:gd name="T95" fmla="*/ 36 h 126"/>
                <a:gd name="T96" fmla="*/ 7 w 88"/>
                <a:gd name="T97" fmla="*/ 41 h 126"/>
                <a:gd name="T98" fmla="*/ 10 w 88"/>
                <a:gd name="T99" fmla="*/ 43 h 126"/>
                <a:gd name="T100" fmla="*/ 11 w 88"/>
                <a:gd name="T101" fmla="*/ 49 h 126"/>
                <a:gd name="T102" fmla="*/ 11 w 88"/>
                <a:gd name="T103" fmla="*/ 53 h 126"/>
                <a:gd name="T104" fmla="*/ 13 w 88"/>
                <a:gd name="T105" fmla="*/ 64 h 126"/>
                <a:gd name="T106" fmla="*/ 11 w 88"/>
                <a:gd name="T107" fmla="*/ 71 h 126"/>
                <a:gd name="T108" fmla="*/ 5 w 88"/>
                <a:gd name="T109" fmla="*/ 76 h 126"/>
                <a:gd name="T110" fmla="*/ 1 w 88"/>
                <a:gd name="T111" fmla="*/ 80 h 126"/>
                <a:gd name="T112" fmla="*/ 0 w 88"/>
                <a:gd name="T113" fmla="*/ 83 h 126"/>
                <a:gd name="T114" fmla="*/ 9 w 88"/>
                <a:gd name="T115" fmla="*/ 88 h 126"/>
                <a:gd name="T116" fmla="*/ 13 w 88"/>
                <a:gd name="T117" fmla="*/ 9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8" h="126">
                  <a:moveTo>
                    <a:pt x="13" y="92"/>
                  </a:moveTo>
                  <a:cubicBezTo>
                    <a:pt x="15" y="93"/>
                    <a:pt x="18" y="93"/>
                    <a:pt x="19" y="92"/>
                  </a:cubicBezTo>
                  <a:cubicBezTo>
                    <a:pt x="20" y="91"/>
                    <a:pt x="22" y="93"/>
                    <a:pt x="24" y="96"/>
                  </a:cubicBezTo>
                  <a:cubicBezTo>
                    <a:pt x="25" y="96"/>
                    <a:pt x="25" y="96"/>
                    <a:pt x="25" y="96"/>
                  </a:cubicBezTo>
                  <a:cubicBezTo>
                    <a:pt x="27" y="96"/>
                    <a:pt x="30" y="95"/>
                    <a:pt x="31" y="96"/>
                  </a:cubicBezTo>
                  <a:cubicBezTo>
                    <a:pt x="33" y="97"/>
                    <a:pt x="33" y="102"/>
                    <a:pt x="35" y="102"/>
                  </a:cubicBezTo>
                  <a:cubicBezTo>
                    <a:pt x="38" y="103"/>
                    <a:pt x="40" y="105"/>
                    <a:pt x="40" y="107"/>
                  </a:cubicBezTo>
                  <a:cubicBezTo>
                    <a:pt x="40" y="108"/>
                    <a:pt x="43" y="109"/>
                    <a:pt x="43" y="112"/>
                  </a:cubicBezTo>
                  <a:cubicBezTo>
                    <a:pt x="43" y="114"/>
                    <a:pt x="50" y="113"/>
                    <a:pt x="51" y="113"/>
                  </a:cubicBezTo>
                  <a:cubicBezTo>
                    <a:pt x="52" y="112"/>
                    <a:pt x="55" y="111"/>
                    <a:pt x="56" y="112"/>
                  </a:cubicBezTo>
                  <a:cubicBezTo>
                    <a:pt x="57" y="113"/>
                    <a:pt x="59" y="111"/>
                    <a:pt x="61" y="112"/>
                  </a:cubicBezTo>
                  <a:cubicBezTo>
                    <a:pt x="62" y="112"/>
                    <a:pt x="67" y="114"/>
                    <a:pt x="66" y="116"/>
                  </a:cubicBezTo>
                  <a:cubicBezTo>
                    <a:pt x="65" y="118"/>
                    <a:pt x="61" y="121"/>
                    <a:pt x="62" y="122"/>
                  </a:cubicBezTo>
                  <a:cubicBezTo>
                    <a:pt x="63" y="124"/>
                    <a:pt x="66" y="124"/>
                    <a:pt x="67" y="126"/>
                  </a:cubicBezTo>
                  <a:cubicBezTo>
                    <a:pt x="67" y="126"/>
                    <a:pt x="67" y="126"/>
                    <a:pt x="67" y="126"/>
                  </a:cubicBezTo>
                  <a:cubicBezTo>
                    <a:pt x="69" y="125"/>
                    <a:pt x="70" y="118"/>
                    <a:pt x="70" y="116"/>
                  </a:cubicBezTo>
                  <a:cubicBezTo>
                    <a:pt x="70" y="114"/>
                    <a:pt x="71" y="108"/>
                    <a:pt x="71" y="106"/>
                  </a:cubicBezTo>
                  <a:cubicBezTo>
                    <a:pt x="73" y="101"/>
                    <a:pt x="67" y="98"/>
                    <a:pt x="67" y="94"/>
                  </a:cubicBezTo>
                  <a:cubicBezTo>
                    <a:pt x="67" y="89"/>
                    <a:pt x="69" y="92"/>
                    <a:pt x="72" y="90"/>
                  </a:cubicBezTo>
                  <a:cubicBezTo>
                    <a:pt x="74" y="88"/>
                    <a:pt x="72" y="87"/>
                    <a:pt x="70" y="87"/>
                  </a:cubicBezTo>
                  <a:cubicBezTo>
                    <a:pt x="69" y="86"/>
                    <a:pt x="68" y="84"/>
                    <a:pt x="68" y="83"/>
                  </a:cubicBezTo>
                  <a:cubicBezTo>
                    <a:pt x="69" y="81"/>
                    <a:pt x="77" y="82"/>
                    <a:pt x="79" y="82"/>
                  </a:cubicBezTo>
                  <a:cubicBezTo>
                    <a:pt x="82" y="82"/>
                    <a:pt x="88" y="80"/>
                    <a:pt x="88" y="79"/>
                  </a:cubicBezTo>
                  <a:cubicBezTo>
                    <a:pt x="88" y="79"/>
                    <a:pt x="88" y="77"/>
                    <a:pt x="86" y="75"/>
                  </a:cubicBezTo>
                  <a:cubicBezTo>
                    <a:pt x="84" y="74"/>
                    <a:pt x="85" y="72"/>
                    <a:pt x="87" y="70"/>
                  </a:cubicBezTo>
                  <a:cubicBezTo>
                    <a:pt x="88" y="68"/>
                    <a:pt x="86" y="66"/>
                    <a:pt x="84" y="64"/>
                  </a:cubicBezTo>
                  <a:cubicBezTo>
                    <a:pt x="82" y="62"/>
                    <a:pt x="83" y="54"/>
                    <a:pt x="86" y="51"/>
                  </a:cubicBezTo>
                  <a:cubicBezTo>
                    <a:pt x="88" y="47"/>
                    <a:pt x="81" y="48"/>
                    <a:pt x="77" y="48"/>
                  </a:cubicBezTo>
                  <a:cubicBezTo>
                    <a:pt x="73" y="49"/>
                    <a:pt x="69" y="47"/>
                    <a:pt x="67" y="44"/>
                  </a:cubicBezTo>
                  <a:cubicBezTo>
                    <a:pt x="64" y="40"/>
                    <a:pt x="60" y="43"/>
                    <a:pt x="54" y="43"/>
                  </a:cubicBezTo>
                  <a:cubicBezTo>
                    <a:pt x="48" y="43"/>
                    <a:pt x="49" y="36"/>
                    <a:pt x="49" y="33"/>
                  </a:cubicBezTo>
                  <a:cubicBezTo>
                    <a:pt x="49" y="30"/>
                    <a:pt x="46" y="30"/>
                    <a:pt x="46" y="28"/>
                  </a:cubicBezTo>
                  <a:cubicBezTo>
                    <a:pt x="46" y="26"/>
                    <a:pt x="44" y="26"/>
                    <a:pt x="42" y="27"/>
                  </a:cubicBezTo>
                  <a:cubicBezTo>
                    <a:pt x="41" y="27"/>
                    <a:pt x="42" y="25"/>
                    <a:pt x="43" y="23"/>
                  </a:cubicBezTo>
                  <a:cubicBezTo>
                    <a:pt x="45" y="22"/>
                    <a:pt x="45" y="21"/>
                    <a:pt x="45" y="18"/>
                  </a:cubicBezTo>
                  <a:cubicBezTo>
                    <a:pt x="45" y="15"/>
                    <a:pt x="49" y="12"/>
                    <a:pt x="51" y="9"/>
                  </a:cubicBezTo>
                  <a:cubicBezTo>
                    <a:pt x="52" y="9"/>
                    <a:pt x="52" y="8"/>
                    <a:pt x="53" y="8"/>
                  </a:cubicBezTo>
                  <a:cubicBezTo>
                    <a:pt x="54" y="7"/>
                    <a:pt x="54" y="7"/>
                    <a:pt x="55" y="6"/>
                  </a:cubicBezTo>
                  <a:cubicBezTo>
                    <a:pt x="58" y="6"/>
                    <a:pt x="60" y="4"/>
                    <a:pt x="57" y="2"/>
                  </a:cubicBezTo>
                  <a:cubicBezTo>
                    <a:pt x="54" y="0"/>
                    <a:pt x="52" y="5"/>
                    <a:pt x="49" y="6"/>
                  </a:cubicBezTo>
                  <a:cubicBezTo>
                    <a:pt x="45" y="6"/>
                    <a:pt x="44" y="8"/>
                    <a:pt x="42" y="10"/>
                  </a:cubicBezTo>
                  <a:cubicBezTo>
                    <a:pt x="40" y="11"/>
                    <a:pt x="36" y="10"/>
                    <a:pt x="35" y="12"/>
                  </a:cubicBezTo>
                  <a:cubicBezTo>
                    <a:pt x="35" y="14"/>
                    <a:pt x="34" y="12"/>
                    <a:pt x="32" y="11"/>
                  </a:cubicBezTo>
                  <a:cubicBezTo>
                    <a:pt x="30" y="11"/>
                    <a:pt x="25" y="15"/>
                    <a:pt x="25" y="18"/>
                  </a:cubicBezTo>
                  <a:cubicBezTo>
                    <a:pt x="25" y="20"/>
                    <a:pt x="26" y="22"/>
                    <a:pt x="22" y="25"/>
                  </a:cubicBezTo>
                  <a:cubicBezTo>
                    <a:pt x="19" y="27"/>
                    <a:pt x="17" y="31"/>
                    <a:pt x="15" y="33"/>
                  </a:cubicBezTo>
                  <a:cubicBezTo>
                    <a:pt x="15" y="34"/>
                    <a:pt x="14" y="34"/>
                    <a:pt x="13" y="34"/>
                  </a:cubicBezTo>
                  <a:cubicBezTo>
                    <a:pt x="13" y="35"/>
                    <a:pt x="13" y="35"/>
                    <a:pt x="12" y="36"/>
                  </a:cubicBezTo>
                  <a:cubicBezTo>
                    <a:pt x="12" y="37"/>
                    <a:pt x="9" y="39"/>
                    <a:pt x="7" y="41"/>
                  </a:cubicBezTo>
                  <a:cubicBezTo>
                    <a:pt x="8" y="42"/>
                    <a:pt x="9" y="42"/>
                    <a:pt x="10" y="43"/>
                  </a:cubicBezTo>
                  <a:cubicBezTo>
                    <a:pt x="12" y="45"/>
                    <a:pt x="11" y="47"/>
                    <a:pt x="11" y="49"/>
                  </a:cubicBezTo>
                  <a:cubicBezTo>
                    <a:pt x="12" y="50"/>
                    <a:pt x="13" y="52"/>
                    <a:pt x="11" y="53"/>
                  </a:cubicBezTo>
                  <a:cubicBezTo>
                    <a:pt x="10" y="54"/>
                    <a:pt x="11" y="63"/>
                    <a:pt x="13" y="64"/>
                  </a:cubicBezTo>
                  <a:cubicBezTo>
                    <a:pt x="14" y="66"/>
                    <a:pt x="13" y="67"/>
                    <a:pt x="11" y="71"/>
                  </a:cubicBezTo>
                  <a:cubicBezTo>
                    <a:pt x="9" y="74"/>
                    <a:pt x="8" y="75"/>
                    <a:pt x="5" y="76"/>
                  </a:cubicBezTo>
                  <a:cubicBezTo>
                    <a:pt x="2" y="76"/>
                    <a:pt x="2" y="80"/>
                    <a:pt x="1" y="80"/>
                  </a:cubicBezTo>
                  <a:cubicBezTo>
                    <a:pt x="0" y="80"/>
                    <a:pt x="0" y="82"/>
                    <a:pt x="0" y="83"/>
                  </a:cubicBezTo>
                  <a:cubicBezTo>
                    <a:pt x="2" y="86"/>
                    <a:pt x="7" y="88"/>
                    <a:pt x="9" y="88"/>
                  </a:cubicBezTo>
                  <a:cubicBezTo>
                    <a:pt x="10" y="88"/>
                    <a:pt x="11" y="91"/>
                    <a:pt x="13" y="9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5" name="Freeform 1472">
              <a:extLst>
                <a:ext uri="{FF2B5EF4-FFF2-40B4-BE49-F238E27FC236}">
                  <a16:creationId xmlns:a16="http://schemas.microsoft.com/office/drawing/2014/main" id="{A2C3BD63-3F2D-3B22-9414-410D4AB53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7257" y="4563832"/>
              <a:ext cx="339698" cy="385743"/>
            </a:xfrm>
            <a:custGeom>
              <a:avLst/>
              <a:gdLst>
                <a:gd name="T0" fmla="*/ 89 w 91"/>
                <a:gd name="T1" fmla="*/ 61 h 103"/>
                <a:gd name="T2" fmla="*/ 85 w 91"/>
                <a:gd name="T3" fmla="*/ 54 h 103"/>
                <a:gd name="T4" fmla="*/ 79 w 91"/>
                <a:gd name="T5" fmla="*/ 50 h 103"/>
                <a:gd name="T6" fmla="*/ 71 w 91"/>
                <a:gd name="T7" fmla="*/ 47 h 103"/>
                <a:gd name="T8" fmla="*/ 70 w 91"/>
                <a:gd name="T9" fmla="*/ 41 h 103"/>
                <a:gd name="T10" fmla="*/ 69 w 91"/>
                <a:gd name="T11" fmla="*/ 35 h 103"/>
                <a:gd name="T12" fmla="*/ 66 w 91"/>
                <a:gd name="T13" fmla="*/ 30 h 103"/>
                <a:gd name="T14" fmla="*/ 58 w 91"/>
                <a:gd name="T15" fmla="*/ 28 h 103"/>
                <a:gd name="T16" fmla="*/ 52 w 91"/>
                <a:gd name="T17" fmla="*/ 25 h 103"/>
                <a:gd name="T18" fmla="*/ 49 w 91"/>
                <a:gd name="T19" fmla="*/ 23 h 103"/>
                <a:gd name="T20" fmla="*/ 44 w 91"/>
                <a:gd name="T21" fmla="*/ 22 h 103"/>
                <a:gd name="T22" fmla="*/ 35 w 91"/>
                <a:gd name="T23" fmla="*/ 16 h 103"/>
                <a:gd name="T24" fmla="*/ 32 w 91"/>
                <a:gd name="T25" fmla="*/ 2 h 103"/>
                <a:gd name="T26" fmla="*/ 25 w 91"/>
                <a:gd name="T27" fmla="*/ 1 h 103"/>
                <a:gd name="T28" fmla="*/ 17 w 91"/>
                <a:gd name="T29" fmla="*/ 5 h 103"/>
                <a:gd name="T30" fmla="*/ 10 w 91"/>
                <a:gd name="T31" fmla="*/ 9 h 103"/>
                <a:gd name="T32" fmla="*/ 4 w 91"/>
                <a:gd name="T33" fmla="*/ 10 h 103"/>
                <a:gd name="T34" fmla="*/ 1 w 91"/>
                <a:gd name="T35" fmla="*/ 10 h 103"/>
                <a:gd name="T36" fmla="*/ 7 w 91"/>
                <a:gd name="T37" fmla="*/ 20 h 103"/>
                <a:gd name="T38" fmla="*/ 5 w 91"/>
                <a:gd name="T39" fmla="*/ 24 h 103"/>
                <a:gd name="T40" fmla="*/ 5 w 91"/>
                <a:gd name="T41" fmla="*/ 34 h 103"/>
                <a:gd name="T42" fmla="*/ 3 w 91"/>
                <a:gd name="T43" fmla="*/ 41 h 103"/>
                <a:gd name="T44" fmla="*/ 2 w 91"/>
                <a:gd name="T45" fmla="*/ 47 h 103"/>
                <a:gd name="T46" fmla="*/ 5 w 91"/>
                <a:gd name="T47" fmla="*/ 50 h 103"/>
                <a:gd name="T48" fmla="*/ 1 w 91"/>
                <a:gd name="T49" fmla="*/ 56 h 103"/>
                <a:gd name="T50" fmla="*/ 0 w 91"/>
                <a:gd name="T51" fmla="*/ 59 h 103"/>
                <a:gd name="T52" fmla="*/ 3 w 91"/>
                <a:gd name="T53" fmla="*/ 63 h 103"/>
                <a:gd name="T54" fmla="*/ 5 w 91"/>
                <a:gd name="T55" fmla="*/ 71 h 103"/>
                <a:gd name="T56" fmla="*/ 8 w 91"/>
                <a:gd name="T57" fmla="*/ 75 h 103"/>
                <a:gd name="T58" fmla="*/ 6 w 91"/>
                <a:gd name="T59" fmla="*/ 80 h 103"/>
                <a:gd name="T60" fmla="*/ 9 w 91"/>
                <a:gd name="T61" fmla="*/ 86 h 103"/>
                <a:gd name="T62" fmla="*/ 12 w 91"/>
                <a:gd name="T63" fmla="*/ 93 h 103"/>
                <a:gd name="T64" fmla="*/ 13 w 91"/>
                <a:gd name="T65" fmla="*/ 101 h 103"/>
                <a:gd name="T66" fmla="*/ 23 w 91"/>
                <a:gd name="T67" fmla="*/ 95 h 103"/>
                <a:gd name="T68" fmla="*/ 30 w 91"/>
                <a:gd name="T69" fmla="*/ 95 h 103"/>
                <a:gd name="T70" fmla="*/ 38 w 91"/>
                <a:gd name="T71" fmla="*/ 98 h 103"/>
                <a:gd name="T72" fmla="*/ 43 w 91"/>
                <a:gd name="T73" fmla="*/ 94 h 103"/>
                <a:gd name="T74" fmla="*/ 53 w 91"/>
                <a:gd name="T75" fmla="*/ 94 h 103"/>
                <a:gd name="T76" fmla="*/ 55 w 91"/>
                <a:gd name="T77" fmla="*/ 83 h 103"/>
                <a:gd name="T78" fmla="*/ 61 w 91"/>
                <a:gd name="T79" fmla="*/ 76 h 103"/>
                <a:gd name="T80" fmla="*/ 70 w 91"/>
                <a:gd name="T81" fmla="*/ 74 h 103"/>
                <a:gd name="T82" fmla="*/ 78 w 91"/>
                <a:gd name="T83" fmla="*/ 73 h 103"/>
                <a:gd name="T84" fmla="*/ 85 w 91"/>
                <a:gd name="T85" fmla="*/ 76 h 103"/>
                <a:gd name="T86" fmla="*/ 89 w 91"/>
                <a:gd name="T87" fmla="*/ 71 h 103"/>
                <a:gd name="T88" fmla="*/ 89 w 91"/>
                <a:gd name="T89" fmla="*/ 61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103">
                  <a:moveTo>
                    <a:pt x="89" y="61"/>
                  </a:moveTo>
                  <a:cubicBezTo>
                    <a:pt x="88" y="58"/>
                    <a:pt x="85" y="58"/>
                    <a:pt x="85" y="54"/>
                  </a:cubicBezTo>
                  <a:cubicBezTo>
                    <a:pt x="85" y="51"/>
                    <a:pt x="84" y="50"/>
                    <a:pt x="79" y="50"/>
                  </a:cubicBezTo>
                  <a:cubicBezTo>
                    <a:pt x="74" y="51"/>
                    <a:pt x="71" y="50"/>
                    <a:pt x="71" y="47"/>
                  </a:cubicBezTo>
                  <a:cubicBezTo>
                    <a:pt x="71" y="44"/>
                    <a:pt x="68" y="42"/>
                    <a:pt x="70" y="41"/>
                  </a:cubicBezTo>
                  <a:cubicBezTo>
                    <a:pt x="72" y="39"/>
                    <a:pt x="68" y="38"/>
                    <a:pt x="69" y="35"/>
                  </a:cubicBezTo>
                  <a:cubicBezTo>
                    <a:pt x="69" y="32"/>
                    <a:pt x="68" y="31"/>
                    <a:pt x="66" y="30"/>
                  </a:cubicBezTo>
                  <a:cubicBezTo>
                    <a:pt x="64" y="29"/>
                    <a:pt x="58" y="31"/>
                    <a:pt x="58" y="28"/>
                  </a:cubicBezTo>
                  <a:cubicBezTo>
                    <a:pt x="58" y="26"/>
                    <a:pt x="54" y="25"/>
                    <a:pt x="52" y="25"/>
                  </a:cubicBezTo>
                  <a:cubicBezTo>
                    <a:pt x="50" y="25"/>
                    <a:pt x="51" y="22"/>
                    <a:pt x="49" y="23"/>
                  </a:cubicBezTo>
                  <a:cubicBezTo>
                    <a:pt x="46" y="23"/>
                    <a:pt x="47" y="21"/>
                    <a:pt x="44" y="22"/>
                  </a:cubicBezTo>
                  <a:cubicBezTo>
                    <a:pt x="40" y="22"/>
                    <a:pt x="38" y="20"/>
                    <a:pt x="35" y="16"/>
                  </a:cubicBezTo>
                  <a:cubicBezTo>
                    <a:pt x="31" y="12"/>
                    <a:pt x="32" y="4"/>
                    <a:pt x="32" y="2"/>
                  </a:cubicBezTo>
                  <a:cubicBezTo>
                    <a:pt x="33" y="0"/>
                    <a:pt x="28" y="1"/>
                    <a:pt x="25" y="1"/>
                  </a:cubicBezTo>
                  <a:cubicBezTo>
                    <a:pt x="23" y="1"/>
                    <a:pt x="20" y="4"/>
                    <a:pt x="17" y="5"/>
                  </a:cubicBezTo>
                  <a:cubicBezTo>
                    <a:pt x="14" y="7"/>
                    <a:pt x="12" y="7"/>
                    <a:pt x="10" y="9"/>
                  </a:cubicBezTo>
                  <a:cubicBezTo>
                    <a:pt x="9" y="10"/>
                    <a:pt x="6" y="11"/>
                    <a:pt x="4" y="10"/>
                  </a:cubicBezTo>
                  <a:cubicBezTo>
                    <a:pt x="3" y="10"/>
                    <a:pt x="2" y="10"/>
                    <a:pt x="1" y="10"/>
                  </a:cubicBezTo>
                  <a:cubicBezTo>
                    <a:pt x="3" y="13"/>
                    <a:pt x="6" y="18"/>
                    <a:pt x="7" y="20"/>
                  </a:cubicBezTo>
                  <a:cubicBezTo>
                    <a:pt x="7" y="22"/>
                    <a:pt x="5" y="23"/>
                    <a:pt x="5" y="24"/>
                  </a:cubicBezTo>
                  <a:cubicBezTo>
                    <a:pt x="4" y="25"/>
                    <a:pt x="5" y="33"/>
                    <a:pt x="5" y="34"/>
                  </a:cubicBezTo>
                  <a:cubicBezTo>
                    <a:pt x="5" y="36"/>
                    <a:pt x="2" y="39"/>
                    <a:pt x="3" y="41"/>
                  </a:cubicBezTo>
                  <a:cubicBezTo>
                    <a:pt x="5" y="42"/>
                    <a:pt x="2" y="45"/>
                    <a:pt x="2" y="47"/>
                  </a:cubicBezTo>
                  <a:cubicBezTo>
                    <a:pt x="2" y="49"/>
                    <a:pt x="5" y="49"/>
                    <a:pt x="5" y="50"/>
                  </a:cubicBezTo>
                  <a:cubicBezTo>
                    <a:pt x="5" y="52"/>
                    <a:pt x="2" y="55"/>
                    <a:pt x="1" y="56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59"/>
                    <a:pt x="1" y="61"/>
                    <a:pt x="3" y="63"/>
                  </a:cubicBezTo>
                  <a:cubicBezTo>
                    <a:pt x="6" y="65"/>
                    <a:pt x="3" y="68"/>
                    <a:pt x="5" y="71"/>
                  </a:cubicBezTo>
                  <a:cubicBezTo>
                    <a:pt x="7" y="73"/>
                    <a:pt x="9" y="74"/>
                    <a:pt x="8" y="75"/>
                  </a:cubicBezTo>
                  <a:cubicBezTo>
                    <a:pt x="6" y="76"/>
                    <a:pt x="8" y="79"/>
                    <a:pt x="6" y="80"/>
                  </a:cubicBezTo>
                  <a:cubicBezTo>
                    <a:pt x="5" y="81"/>
                    <a:pt x="7" y="85"/>
                    <a:pt x="9" y="86"/>
                  </a:cubicBezTo>
                  <a:cubicBezTo>
                    <a:pt x="11" y="87"/>
                    <a:pt x="10" y="91"/>
                    <a:pt x="12" y="93"/>
                  </a:cubicBezTo>
                  <a:cubicBezTo>
                    <a:pt x="14" y="95"/>
                    <a:pt x="13" y="100"/>
                    <a:pt x="13" y="101"/>
                  </a:cubicBezTo>
                  <a:cubicBezTo>
                    <a:pt x="14" y="103"/>
                    <a:pt x="20" y="99"/>
                    <a:pt x="23" y="95"/>
                  </a:cubicBezTo>
                  <a:cubicBezTo>
                    <a:pt x="27" y="91"/>
                    <a:pt x="27" y="95"/>
                    <a:pt x="30" y="95"/>
                  </a:cubicBezTo>
                  <a:cubicBezTo>
                    <a:pt x="33" y="95"/>
                    <a:pt x="37" y="95"/>
                    <a:pt x="38" y="98"/>
                  </a:cubicBezTo>
                  <a:cubicBezTo>
                    <a:pt x="40" y="101"/>
                    <a:pt x="42" y="95"/>
                    <a:pt x="43" y="94"/>
                  </a:cubicBezTo>
                  <a:cubicBezTo>
                    <a:pt x="44" y="93"/>
                    <a:pt x="51" y="95"/>
                    <a:pt x="53" y="94"/>
                  </a:cubicBezTo>
                  <a:cubicBezTo>
                    <a:pt x="54" y="94"/>
                    <a:pt x="55" y="84"/>
                    <a:pt x="55" y="83"/>
                  </a:cubicBezTo>
                  <a:cubicBezTo>
                    <a:pt x="55" y="81"/>
                    <a:pt x="58" y="77"/>
                    <a:pt x="61" y="76"/>
                  </a:cubicBezTo>
                  <a:cubicBezTo>
                    <a:pt x="63" y="74"/>
                    <a:pt x="67" y="75"/>
                    <a:pt x="70" y="74"/>
                  </a:cubicBezTo>
                  <a:cubicBezTo>
                    <a:pt x="72" y="73"/>
                    <a:pt x="75" y="73"/>
                    <a:pt x="78" y="73"/>
                  </a:cubicBezTo>
                  <a:cubicBezTo>
                    <a:pt x="81" y="73"/>
                    <a:pt x="83" y="76"/>
                    <a:pt x="85" y="76"/>
                  </a:cubicBezTo>
                  <a:cubicBezTo>
                    <a:pt x="87" y="76"/>
                    <a:pt x="89" y="74"/>
                    <a:pt x="89" y="71"/>
                  </a:cubicBezTo>
                  <a:cubicBezTo>
                    <a:pt x="88" y="68"/>
                    <a:pt x="91" y="65"/>
                    <a:pt x="89" y="6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6" name="Freeform 1474">
              <a:extLst>
                <a:ext uri="{FF2B5EF4-FFF2-40B4-BE49-F238E27FC236}">
                  <a16:creationId xmlns:a16="http://schemas.microsoft.com/office/drawing/2014/main" id="{F5B9737D-B395-1BA9-103A-D576B571D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7082" y="4297147"/>
              <a:ext cx="358747" cy="517499"/>
            </a:xfrm>
            <a:custGeom>
              <a:avLst/>
              <a:gdLst>
                <a:gd name="T0" fmla="*/ 89 w 96"/>
                <a:gd name="T1" fmla="*/ 131 h 138"/>
                <a:gd name="T2" fmla="*/ 89 w 96"/>
                <a:gd name="T3" fmla="*/ 131 h 138"/>
                <a:gd name="T4" fmla="*/ 89 w 96"/>
                <a:gd name="T5" fmla="*/ 128 h 138"/>
                <a:gd name="T6" fmla="*/ 93 w 96"/>
                <a:gd name="T7" fmla="*/ 122 h 138"/>
                <a:gd name="T8" fmla="*/ 90 w 96"/>
                <a:gd name="T9" fmla="*/ 119 h 138"/>
                <a:gd name="T10" fmla="*/ 92 w 96"/>
                <a:gd name="T11" fmla="*/ 112 h 138"/>
                <a:gd name="T12" fmla="*/ 94 w 96"/>
                <a:gd name="T13" fmla="*/ 106 h 138"/>
                <a:gd name="T14" fmla="*/ 93 w 96"/>
                <a:gd name="T15" fmla="*/ 96 h 138"/>
                <a:gd name="T16" fmla="*/ 95 w 96"/>
                <a:gd name="T17" fmla="*/ 92 h 138"/>
                <a:gd name="T18" fmla="*/ 90 w 96"/>
                <a:gd name="T19" fmla="*/ 81 h 138"/>
                <a:gd name="T20" fmla="*/ 83 w 96"/>
                <a:gd name="T21" fmla="*/ 82 h 138"/>
                <a:gd name="T22" fmla="*/ 81 w 96"/>
                <a:gd name="T23" fmla="*/ 72 h 138"/>
                <a:gd name="T24" fmla="*/ 78 w 96"/>
                <a:gd name="T25" fmla="*/ 73 h 138"/>
                <a:gd name="T26" fmla="*/ 70 w 96"/>
                <a:gd name="T27" fmla="*/ 74 h 138"/>
                <a:gd name="T28" fmla="*/ 66 w 96"/>
                <a:gd name="T29" fmla="*/ 70 h 138"/>
                <a:gd name="T30" fmla="*/ 63 w 96"/>
                <a:gd name="T31" fmla="*/ 67 h 138"/>
                <a:gd name="T32" fmla="*/ 59 w 96"/>
                <a:gd name="T33" fmla="*/ 60 h 138"/>
                <a:gd name="T34" fmla="*/ 57 w 96"/>
                <a:gd name="T35" fmla="*/ 54 h 138"/>
                <a:gd name="T36" fmla="*/ 59 w 96"/>
                <a:gd name="T37" fmla="*/ 49 h 138"/>
                <a:gd name="T38" fmla="*/ 62 w 96"/>
                <a:gd name="T39" fmla="*/ 45 h 138"/>
                <a:gd name="T40" fmla="*/ 64 w 96"/>
                <a:gd name="T41" fmla="*/ 38 h 138"/>
                <a:gd name="T42" fmla="*/ 71 w 96"/>
                <a:gd name="T43" fmla="*/ 34 h 138"/>
                <a:gd name="T44" fmla="*/ 80 w 96"/>
                <a:gd name="T45" fmla="*/ 31 h 138"/>
                <a:gd name="T46" fmla="*/ 86 w 96"/>
                <a:gd name="T47" fmla="*/ 30 h 138"/>
                <a:gd name="T48" fmla="*/ 81 w 96"/>
                <a:gd name="T49" fmla="*/ 27 h 138"/>
                <a:gd name="T50" fmla="*/ 85 w 96"/>
                <a:gd name="T51" fmla="*/ 21 h 138"/>
                <a:gd name="T52" fmla="*/ 80 w 96"/>
                <a:gd name="T53" fmla="*/ 16 h 138"/>
                <a:gd name="T54" fmla="*/ 75 w 96"/>
                <a:gd name="T55" fmla="*/ 16 h 138"/>
                <a:gd name="T56" fmla="*/ 71 w 96"/>
                <a:gd name="T57" fmla="*/ 17 h 138"/>
                <a:gd name="T58" fmla="*/ 62 w 96"/>
                <a:gd name="T59" fmla="*/ 16 h 138"/>
                <a:gd name="T60" fmla="*/ 59 w 96"/>
                <a:gd name="T61" fmla="*/ 11 h 138"/>
                <a:gd name="T62" fmla="*/ 55 w 96"/>
                <a:gd name="T63" fmla="*/ 7 h 138"/>
                <a:gd name="T64" fmla="*/ 50 w 96"/>
                <a:gd name="T65" fmla="*/ 1 h 138"/>
                <a:gd name="T66" fmla="*/ 44 w 96"/>
                <a:gd name="T67" fmla="*/ 1 h 138"/>
                <a:gd name="T68" fmla="*/ 46 w 96"/>
                <a:gd name="T69" fmla="*/ 6 h 138"/>
                <a:gd name="T70" fmla="*/ 41 w 96"/>
                <a:gd name="T71" fmla="*/ 14 h 138"/>
                <a:gd name="T72" fmla="*/ 27 w 96"/>
                <a:gd name="T73" fmla="*/ 21 h 138"/>
                <a:gd name="T74" fmla="*/ 20 w 96"/>
                <a:gd name="T75" fmla="*/ 33 h 138"/>
                <a:gd name="T76" fmla="*/ 15 w 96"/>
                <a:gd name="T77" fmla="*/ 34 h 138"/>
                <a:gd name="T78" fmla="*/ 9 w 96"/>
                <a:gd name="T79" fmla="*/ 32 h 138"/>
                <a:gd name="T80" fmla="*/ 9 w 96"/>
                <a:gd name="T81" fmla="*/ 28 h 138"/>
                <a:gd name="T82" fmla="*/ 8 w 96"/>
                <a:gd name="T83" fmla="*/ 24 h 138"/>
                <a:gd name="T84" fmla="*/ 2 w 96"/>
                <a:gd name="T85" fmla="*/ 31 h 138"/>
                <a:gd name="T86" fmla="*/ 5 w 96"/>
                <a:gd name="T87" fmla="*/ 41 h 138"/>
                <a:gd name="T88" fmla="*/ 2 w 96"/>
                <a:gd name="T89" fmla="*/ 43 h 138"/>
                <a:gd name="T90" fmla="*/ 10 w 96"/>
                <a:gd name="T91" fmla="*/ 49 h 138"/>
                <a:gd name="T92" fmla="*/ 18 w 96"/>
                <a:gd name="T93" fmla="*/ 60 h 138"/>
                <a:gd name="T94" fmla="*/ 23 w 96"/>
                <a:gd name="T95" fmla="*/ 71 h 138"/>
                <a:gd name="T96" fmla="*/ 34 w 96"/>
                <a:gd name="T97" fmla="*/ 93 h 138"/>
                <a:gd name="T98" fmla="*/ 39 w 96"/>
                <a:gd name="T99" fmla="*/ 102 h 138"/>
                <a:gd name="T100" fmla="*/ 42 w 96"/>
                <a:gd name="T101" fmla="*/ 109 h 138"/>
                <a:gd name="T102" fmla="*/ 53 w 96"/>
                <a:gd name="T103" fmla="*/ 117 h 138"/>
                <a:gd name="T104" fmla="*/ 75 w 96"/>
                <a:gd name="T105" fmla="*/ 130 h 138"/>
                <a:gd name="T106" fmla="*/ 83 w 96"/>
                <a:gd name="T107" fmla="*/ 137 h 138"/>
                <a:gd name="T108" fmla="*/ 84 w 96"/>
                <a:gd name="T109" fmla="*/ 138 h 138"/>
                <a:gd name="T110" fmla="*/ 85 w 96"/>
                <a:gd name="T111" fmla="*/ 137 h 138"/>
                <a:gd name="T112" fmla="*/ 89 w 96"/>
                <a:gd name="T113" fmla="*/ 131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6" h="138">
                  <a:moveTo>
                    <a:pt x="89" y="131"/>
                  </a:moveTo>
                  <a:cubicBezTo>
                    <a:pt x="89" y="131"/>
                    <a:pt x="89" y="131"/>
                    <a:pt x="89" y="131"/>
                  </a:cubicBezTo>
                  <a:cubicBezTo>
                    <a:pt x="89" y="130"/>
                    <a:pt x="89" y="128"/>
                    <a:pt x="89" y="128"/>
                  </a:cubicBezTo>
                  <a:cubicBezTo>
                    <a:pt x="91" y="127"/>
                    <a:pt x="93" y="124"/>
                    <a:pt x="93" y="122"/>
                  </a:cubicBezTo>
                  <a:cubicBezTo>
                    <a:pt x="93" y="121"/>
                    <a:pt x="90" y="121"/>
                    <a:pt x="90" y="119"/>
                  </a:cubicBezTo>
                  <a:cubicBezTo>
                    <a:pt x="90" y="117"/>
                    <a:pt x="94" y="113"/>
                    <a:pt x="92" y="112"/>
                  </a:cubicBezTo>
                  <a:cubicBezTo>
                    <a:pt x="91" y="111"/>
                    <a:pt x="94" y="108"/>
                    <a:pt x="94" y="106"/>
                  </a:cubicBezTo>
                  <a:cubicBezTo>
                    <a:pt x="94" y="104"/>
                    <a:pt x="92" y="97"/>
                    <a:pt x="93" y="96"/>
                  </a:cubicBezTo>
                  <a:cubicBezTo>
                    <a:pt x="94" y="95"/>
                    <a:pt x="96" y="94"/>
                    <a:pt x="95" y="92"/>
                  </a:cubicBezTo>
                  <a:cubicBezTo>
                    <a:pt x="95" y="90"/>
                    <a:pt x="91" y="85"/>
                    <a:pt x="90" y="81"/>
                  </a:cubicBezTo>
                  <a:cubicBezTo>
                    <a:pt x="88" y="81"/>
                    <a:pt x="85" y="81"/>
                    <a:pt x="83" y="82"/>
                  </a:cubicBezTo>
                  <a:cubicBezTo>
                    <a:pt x="81" y="83"/>
                    <a:pt x="81" y="75"/>
                    <a:pt x="81" y="72"/>
                  </a:cubicBezTo>
                  <a:cubicBezTo>
                    <a:pt x="81" y="69"/>
                    <a:pt x="79" y="71"/>
                    <a:pt x="78" y="73"/>
                  </a:cubicBezTo>
                  <a:cubicBezTo>
                    <a:pt x="77" y="75"/>
                    <a:pt x="74" y="74"/>
                    <a:pt x="70" y="74"/>
                  </a:cubicBezTo>
                  <a:cubicBezTo>
                    <a:pt x="67" y="74"/>
                    <a:pt x="68" y="69"/>
                    <a:pt x="66" y="70"/>
                  </a:cubicBezTo>
                  <a:cubicBezTo>
                    <a:pt x="64" y="70"/>
                    <a:pt x="62" y="69"/>
                    <a:pt x="63" y="67"/>
                  </a:cubicBezTo>
                  <a:cubicBezTo>
                    <a:pt x="63" y="65"/>
                    <a:pt x="61" y="63"/>
                    <a:pt x="59" y="60"/>
                  </a:cubicBezTo>
                  <a:cubicBezTo>
                    <a:pt x="58" y="58"/>
                    <a:pt x="56" y="56"/>
                    <a:pt x="57" y="54"/>
                  </a:cubicBezTo>
                  <a:cubicBezTo>
                    <a:pt x="59" y="53"/>
                    <a:pt x="57" y="51"/>
                    <a:pt x="59" y="49"/>
                  </a:cubicBezTo>
                  <a:cubicBezTo>
                    <a:pt x="61" y="47"/>
                    <a:pt x="63" y="48"/>
                    <a:pt x="62" y="45"/>
                  </a:cubicBezTo>
                  <a:cubicBezTo>
                    <a:pt x="61" y="43"/>
                    <a:pt x="64" y="41"/>
                    <a:pt x="64" y="38"/>
                  </a:cubicBezTo>
                  <a:cubicBezTo>
                    <a:pt x="64" y="36"/>
                    <a:pt x="68" y="36"/>
                    <a:pt x="71" y="34"/>
                  </a:cubicBezTo>
                  <a:cubicBezTo>
                    <a:pt x="74" y="32"/>
                    <a:pt x="77" y="33"/>
                    <a:pt x="80" y="31"/>
                  </a:cubicBezTo>
                  <a:cubicBezTo>
                    <a:pt x="82" y="29"/>
                    <a:pt x="84" y="30"/>
                    <a:pt x="86" y="30"/>
                  </a:cubicBezTo>
                  <a:cubicBezTo>
                    <a:pt x="85" y="29"/>
                    <a:pt x="82" y="28"/>
                    <a:pt x="81" y="27"/>
                  </a:cubicBezTo>
                  <a:cubicBezTo>
                    <a:pt x="81" y="25"/>
                    <a:pt x="84" y="22"/>
                    <a:pt x="85" y="21"/>
                  </a:cubicBezTo>
                  <a:cubicBezTo>
                    <a:pt x="86" y="19"/>
                    <a:pt x="81" y="17"/>
                    <a:pt x="80" y="16"/>
                  </a:cubicBezTo>
                  <a:cubicBezTo>
                    <a:pt x="79" y="16"/>
                    <a:pt x="76" y="17"/>
                    <a:pt x="75" y="16"/>
                  </a:cubicBezTo>
                  <a:cubicBezTo>
                    <a:pt x="74" y="16"/>
                    <a:pt x="72" y="16"/>
                    <a:pt x="71" y="17"/>
                  </a:cubicBezTo>
                  <a:cubicBezTo>
                    <a:pt x="70" y="18"/>
                    <a:pt x="62" y="18"/>
                    <a:pt x="62" y="16"/>
                  </a:cubicBezTo>
                  <a:cubicBezTo>
                    <a:pt x="62" y="14"/>
                    <a:pt x="59" y="13"/>
                    <a:pt x="59" y="11"/>
                  </a:cubicBezTo>
                  <a:cubicBezTo>
                    <a:pt x="59" y="10"/>
                    <a:pt x="57" y="7"/>
                    <a:pt x="55" y="7"/>
                  </a:cubicBezTo>
                  <a:cubicBezTo>
                    <a:pt x="52" y="6"/>
                    <a:pt x="52" y="2"/>
                    <a:pt x="50" y="1"/>
                  </a:cubicBezTo>
                  <a:cubicBezTo>
                    <a:pt x="49" y="0"/>
                    <a:pt x="46" y="0"/>
                    <a:pt x="44" y="1"/>
                  </a:cubicBezTo>
                  <a:cubicBezTo>
                    <a:pt x="46" y="4"/>
                    <a:pt x="47" y="5"/>
                    <a:pt x="46" y="6"/>
                  </a:cubicBezTo>
                  <a:cubicBezTo>
                    <a:pt x="43" y="8"/>
                    <a:pt x="46" y="8"/>
                    <a:pt x="41" y="14"/>
                  </a:cubicBezTo>
                  <a:cubicBezTo>
                    <a:pt x="37" y="19"/>
                    <a:pt x="30" y="20"/>
                    <a:pt x="27" y="21"/>
                  </a:cubicBezTo>
                  <a:cubicBezTo>
                    <a:pt x="24" y="22"/>
                    <a:pt x="22" y="29"/>
                    <a:pt x="20" y="33"/>
                  </a:cubicBezTo>
                  <a:cubicBezTo>
                    <a:pt x="18" y="38"/>
                    <a:pt x="17" y="36"/>
                    <a:pt x="15" y="34"/>
                  </a:cubicBezTo>
                  <a:cubicBezTo>
                    <a:pt x="13" y="31"/>
                    <a:pt x="12" y="34"/>
                    <a:pt x="9" y="32"/>
                  </a:cubicBezTo>
                  <a:cubicBezTo>
                    <a:pt x="7" y="30"/>
                    <a:pt x="8" y="30"/>
                    <a:pt x="9" y="28"/>
                  </a:cubicBezTo>
                  <a:cubicBezTo>
                    <a:pt x="10" y="27"/>
                    <a:pt x="9" y="26"/>
                    <a:pt x="8" y="24"/>
                  </a:cubicBezTo>
                  <a:cubicBezTo>
                    <a:pt x="5" y="25"/>
                    <a:pt x="3" y="28"/>
                    <a:pt x="2" y="31"/>
                  </a:cubicBezTo>
                  <a:cubicBezTo>
                    <a:pt x="0" y="34"/>
                    <a:pt x="4" y="39"/>
                    <a:pt x="5" y="41"/>
                  </a:cubicBezTo>
                  <a:cubicBezTo>
                    <a:pt x="5" y="43"/>
                    <a:pt x="3" y="41"/>
                    <a:pt x="2" y="43"/>
                  </a:cubicBezTo>
                  <a:cubicBezTo>
                    <a:pt x="2" y="45"/>
                    <a:pt x="8" y="47"/>
                    <a:pt x="10" y="49"/>
                  </a:cubicBezTo>
                  <a:cubicBezTo>
                    <a:pt x="13" y="51"/>
                    <a:pt x="15" y="57"/>
                    <a:pt x="18" y="60"/>
                  </a:cubicBezTo>
                  <a:cubicBezTo>
                    <a:pt x="20" y="62"/>
                    <a:pt x="20" y="64"/>
                    <a:pt x="23" y="71"/>
                  </a:cubicBezTo>
                  <a:cubicBezTo>
                    <a:pt x="26" y="77"/>
                    <a:pt x="31" y="88"/>
                    <a:pt x="34" y="93"/>
                  </a:cubicBezTo>
                  <a:cubicBezTo>
                    <a:pt x="38" y="97"/>
                    <a:pt x="40" y="101"/>
                    <a:pt x="39" y="102"/>
                  </a:cubicBezTo>
                  <a:cubicBezTo>
                    <a:pt x="38" y="104"/>
                    <a:pt x="39" y="107"/>
                    <a:pt x="42" y="109"/>
                  </a:cubicBezTo>
                  <a:cubicBezTo>
                    <a:pt x="44" y="111"/>
                    <a:pt x="46" y="114"/>
                    <a:pt x="53" y="117"/>
                  </a:cubicBezTo>
                  <a:cubicBezTo>
                    <a:pt x="60" y="121"/>
                    <a:pt x="73" y="127"/>
                    <a:pt x="75" y="130"/>
                  </a:cubicBezTo>
                  <a:cubicBezTo>
                    <a:pt x="76" y="133"/>
                    <a:pt x="82" y="136"/>
                    <a:pt x="83" y="137"/>
                  </a:cubicBezTo>
                  <a:cubicBezTo>
                    <a:pt x="84" y="137"/>
                    <a:pt x="84" y="138"/>
                    <a:pt x="84" y="138"/>
                  </a:cubicBezTo>
                  <a:cubicBezTo>
                    <a:pt x="85" y="138"/>
                    <a:pt x="85" y="137"/>
                    <a:pt x="85" y="137"/>
                  </a:cubicBezTo>
                  <a:cubicBezTo>
                    <a:pt x="88" y="136"/>
                    <a:pt x="88" y="132"/>
                    <a:pt x="89" y="13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7" name="Freeform 1476">
              <a:extLst>
                <a:ext uri="{FF2B5EF4-FFF2-40B4-BE49-F238E27FC236}">
                  <a16:creationId xmlns:a16="http://schemas.microsoft.com/office/drawing/2014/main" id="{A52ECB82-BF98-88BB-470D-9349C0AFA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57728" y="3955850"/>
              <a:ext cx="385732" cy="322246"/>
            </a:xfrm>
            <a:custGeom>
              <a:avLst/>
              <a:gdLst>
                <a:gd name="T0" fmla="*/ 11 w 103"/>
                <a:gd name="T1" fmla="*/ 5 h 86"/>
                <a:gd name="T2" fmla="*/ 4 w 103"/>
                <a:gd name="T3" fmla="*/ 14 h 86"/>
                <a:gd name="T4" fmla="*/ 3 w 103"/>
                <a:gd name="T5" fmla="*/ 19 h 86"/>
                <a:gd name="T6" fmla="*/ 2 w 103"/>
                <a:gd name="T7" fmla="*/ 23 h 86"/>
                <a:gd name="T8" fmla="*/ 5 w 103"/>
                <a:gd name="T9" fmla="*/ 24 h 86"/>
                <a:gd name="T10" fmla="*/ 9 w 103"/>
                <a:gd name="T11" fmla="*/ 29 h 86"/>
                <a:gd name="T12" fmla="*/ 14 w 103"/>
                <a:gd name="T13" fmla="*/ 39 h 86"/>
                <a:gd name="T14" fmla="*/ 26 w 103"/>
                <a:gd name="T15" fmla="*/ 40 h 86"/>
                <a:gd name="T16" fmla="*/ 37 w 103"/>
                <a:gd name="T17" fmla="*/ 44 h 86"/>
                <a:gd name="T18" fmla="*/ 45 w 103"/>
                <a:gd name="T19" fmla="*/ 47 h 86"/>
                <a:gd name="T20" fmla="*/ 43 w 103"/>
                <a:gd name="T21" fmla="*/ 60 h 86"/>
                <a:gd name="T22" fmla="*/ 46 w 103"/>
                <a:gd name="T23" fmla="*/ 66 h 86"/>
                <a:gd name="T24" fmla="*/ 46 w 103"/>
                <a:gd name="T25" fmla="*/ 72 h 86"/>
                <a:gd name="T26" fmla="*/ 47 w 103"/>
                <a:gd name="T27" fmla="*/ 75 h 86"/>
                <a:gd name="T28" fmla="*/ 46 w 103"/>
                <a:gd name="T29" fmla="*/ 76 h 86"/>
                <a:gd name="T30" fmla="*/ 52 w 103"/>
                <a:gd name="T31" fmla="*/ 83 h 86"/>
                <a:gd name="T32" fmla="*/ 56 w 103"/>
                <a:gd name="T33" fmla="*/ 85 h 86"/>
                <a:gd name="T34" fmla="*/ 60 w 103"/>
                <a:gd name="T35" fmla="*/ 85 h 86"/>
                <a:gd name="T36" fmla="*/ 66 w 103"/>
                <a:gd name="T37" fmla="*/ 82 h 86"/>
                <a:gd name="T38" fmla="*/ 70 w 103"/>
                <a:gd name="T39" fmla="*/ 79 h 86"/>
                <a:gd name="T40" fmla="*/ 75 w 103"/>
                <a:gd name="T41" fmla="*/ 75 h 86"/>
                <a:gd name="T42" fmla="*/ 75 w 103"/>
                <a:gd name="T43" fmla="*/ 72 h 86"/>
                <a:gd name="T44" fmla="*/ 72 w 103"/>
                <a:gd name="T45" fmla="*/ 71 h 86"/>
                <a:gd name="T46" fmla="*/ 70 w 103"/>
                <a:gd name="T47" fmla="*/ 67 h 86"/>
                <a:gd name="T48" fmla="*/ 67 w 103"/>
                <a:gd name="T49" fmla="*/ 61 h 86"/>
                <a:gd name="T50" fmla="*/ 72 w 103"/>
                <a:gd name="T51" fmla="*/ 60 h 86"/>
                <a:gd name="T52" fmla="*/ 78 w 103"/>
                <a:gd name="T53" fmla="*/ 63 h 86"/>
                <a:gd name="T54" fmla="*/ 81 w 103"/>
                <a:gd name="T55" fmla="*/ 63 h 86"/>
                <a:gd name="T56" fmla="*/ 86 w 103"/>
                <a:gd name="T57" fmla="*/ 60 h 86"/>
                <a:gd name="T58" fmla="*/ 95 w 103"/>
                <a:gd name="T59" fmla="*/ 56 h 86"/>
                <a:gd name="T60" fmla="*/ 97 w 103"/>
                <a:gd name="T61" fmla="*/ 54 h 86"/>
                <a:gd name="T62" fmla="*/ 92 w 103"/>
                <a:gd name="T63" fmla="*/ 48 h 86"/>
                <a:gd name="T64" fmla="*/ 93 w 103"/>
                <a:gd name="T65" fmla="*/ 44 h 86"/>
                <a:gd name="T66" fmla="*/ 97 w 103"/>
                <a:gd name="T67" fmla="*/ 40 h 86"/>
                <a:gd name="T68" fmla="*/ 98 w 103"/>
                <a:gd name="T69" fmla="*/ 36 h 86"/>
                <a:gd name="T70" fmla="*/ 100 w 103"/>
                <a:gd name="T71" fmla="*/ 31 h 86"/>
                <a:gd name="T72" fmla="*/ 103 w 103"/>
                <a:gd name="T73" fmla="*/ 28 h 86"/>
                <a:gd name="T74" fmla="*/ 92 w 103"/>
                <a:gd name="T75" fmla="*/ 27 h 86"/>
                <a:gd name="T76" fmla="*/ 94 w 103"/>
                <a:gd name="T77" fmla="*/ 21 h 86"/>
                <a:gd name="T78" fmla="*/ 83 w 103"/>
                <a:gd name="T79" fmla="*/ 16 h 86"/>
                <a:gd name="T80" fmla="*/ 84 w 103"/>
                <a:gd name="T81" fmla="*/ 12 h 86"/>
                <a:gd name="T82" fmla="*/ 78 w 103"/>
                <a:gd name="T83" fmla="*/ 11 h 86"/>
                <a:gd name="T84" fmla="*/ 64 w 103"/>
                <a:gd name="T85" fmla="*/ 16 h 86"/>
                <a:gd name="T86" fmla="*/ 50 w 103"/>
                <a:gd name="T87" fmla="*/ 11 h 86"/>
                <a:gd name="T88" fmla="*/ 40 w 103"/>
                <a:gd name="T89" fmla="*/ 10 h 86"/>
                <a:gd name="T90" fmla="*/ 34 w 103"/>
                <a:gd name="T91" fmla="*/ 4 h 86"/>
                <a:gd name="T92" fmla="*/ 28 w 103"/>
                <a:gd name="T93" fmla="*/ 0 h 86"/>
                <a:gd name="T94" fmla="*/ 26 w 103"/>
                <a:gd name="T95" fmla="*/ 5 h 86"/>
                <a:gd name="T96" fmla="*/ 16 w 103"/>
                <a:gd name="T97" fmla="*/ 11 h 86"/>
                <a:gd name="T98" fmla="*/ 19 w 103"/>
                <a:gd name="T99" fmla="*/ 21 h 86"/>
                <a:gd name="T100" fmla="*/ 11 w 103"/>
                <a:gd name="T101" fmla="*/ 19 h 86"/>
                <a:gd name="T102" fmla="*/ 14 w 103"/>
                <a:gd name="T103" fmla="*/ 9 h 86"/>
                <a:gd name="T104" fmla="*/ 13 w 103"/>
                <a:gd name="T105" fmla="*/ 4 h 86"/>
                <a:gd name="T106" fmla="*/ 11 w 103"/>
                <a:gd name="T107" fmla="*/ 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3" h="86">
                  <a:moveTo>
                    <a:pt x="11" y="5"/>
                  </a:moveTo>
                  <a:cubicBezTo>
                    <a:pt x="9" y="8"/>
                    <a:pt x="4" y="11"/>
                    <a:pt x="4" y="14"/>
                  </a:cubicBezTo>
                  <a:cubicBezTo>
                    <a:pt x="4" y="17"/>
                    <a:pt x="4" y="18"/>
                    <a:pt x="3" y="19"/>
                  </a:cubicBezTo>
                  <a:cubicBezTo>
                    <a:pt x="2" y="21"/>
                    <a:pt x="0" y="23"/>
                    <a:pt x="2" y="23"/>
                  </a:cubicBezTo>
                  <a:cubicBezTo>
                    <a:pt x="4" y="22"/>
                    <a:pt x="5" y="22"/>
                    <a:pt x="5" y="24"/>
                  </a:cubicBezTo>
                  <a:cubicBezTo>
                    <a:pt x="5" y="26"/>
                    <a:pt x="9" y="26"/>
                    <a:pt x="9" y="29"/>
                  </a:cubicBezTo>
                  <a:cubicBezTo>
                    <a:pt x="8" y="32"/>
                    <a:pt x="7" y="39"/>
                    <a:pt x="14" y="39"/>
                  </a:cubicBezTo>
                  <a:cubicBezTo>
                    <a:pt x="20" y="39"/>
                    <a:pt x="24" y="37"/>
                    <a:pt x="26" y="40"/>
                  </a:cubicBezTo>
                  <a:cubicBezTo>
                    <a:pt x="29" y="43"/>
                    <a:pt x="32" y="45"/>
                    <a:pt x="37" y="44"/>
                  </a:cubicBezTo>
                  <a:cubicBezTo>
                    <a:pt x="41" y="44"/>
                    <a:pt x="47" y="43"/>
                    <a:pt x="45" y="47"/>
                  </a:cubicBezTo>
                  <a:cubicBezTo>
                    <a:pt x="43" y="50"/>
                    <a:pt x="41" y="58"/>
                    <a:pt x="43" y="60"/>
                  </a:cubicBezTo>
                  <a:cubicBezTo>
                    <a:pt x="45" y="62"/>
                    <a:pt x="48" y="64"/>
                    <a:pt x="46" y="66"/>
                  </a:cubicBezTo>
                  <a:cubicBezTo>
                    <a:pt x="45" y="68"/>
                    <a:pt x="44" y="70"/>
                    <a:pt x="46" y="72"/>
                  </a:cubicBezTo>
                  <a:cubicBezTo>
                    <a:pt x="48" y="73"/>
                    <a:pt x="47" y="75"/>
                    <a:pt x="47" y="75"/>
                  </a:cubicBezTo>
                  <a:cubicBezTo>
                    <a:pt x="47" y="75"/>
                    <a:pt x="47" y="76"/>
                    <a:pt x="46" y="76"/>
                  </a:cubicBezTo>
                  <a:cubicBezTo>
                    <a:pt x="49" y="79"/>
                    <a:pt x="50" y="82"/>
                    <a:pt x="52" y="83"/>
                  </a:cubicBezTo>
                  <a:cubicBezTo>
                    <a:pt x="54" y="85"/>
                    <a:pt x="55" y="86"/>
                    <a:pt x="56" y="85"/>
                  </a:cubicBezTo>
                  <a:cubicBezTo>
                    <a:pt x="58" y="84"/>
                    <a:pt x="59" y="84"/>
                    <a:pt x="60" y="85"/>
                  </a:cubicBezTo>
                  <a:cubicBezTo>
                    <a:pt x="62" y="85"/>
                    <a:pt x="64" y="84"/>
                    <a:pt x="66" y="82"/>
                  </a:cubicBezTo>
                  <a:cubicBezTo>
                    <a:pt x="68" y="80"/>
                    <a:pt x="70" y="82"/>
                    <a:pt x="70" y="79"/>
                  </a:cubicBezTo>
                  <a:cubicBezTo>
                    <a:pt x="71" y="77"/>
                    <a:pt x="72" y="76"/>
                    <a:pt x="75" y="75"/>
                  </a:cubicBezTo>
                  <a:cubicBezTo>
                    <a:pt x="77" y="75"/>
                    <a:pt x="77" y="72"/>
                    <a:pt x="75" y="72"/>
                  </a:cubicBezTo>
                  <a:cubicBezTo>
                    <a:pt x="74" y="72"/>
                    <a:pt x="72" y="74"/>
                    <a:pt x="72" y="71"/>
                  </a:cubicBezTo>
                  <a:cubicBezTo>
                    <a:pt x="72" y="69"/>
                    <a:pt x="70" y="69"/>
                    <a:pt x="70" y="67"/>
                  </a:cubicBezTo>
                  <a:cubicBezTo>
                    <a:pt x="70" y="64"/>
                    <a:pt x="69" y="63"/>
                    <a:pt x="67" y="61"/>
                  </a:cubicBezTo>
                  <a:cubicBezTo>
                    <a:pt x="64" y="60"/>
                    <a:pt x="70" y="59"/>
                    <a:pt x="72" y="60"/>
                  </a:cubicBezTo>
                  <a:cubicBezTo>
                    <a:pt x="73" y="62"/>
                    <a:pt x="78" y="61"/>
                    <a:pt x="78" y="63"/>
                  </a:cubicBezTo>
                  <a:cubicBezTo>
                    <a:pt x="79" y="65"/>
                    <a:pt x="81" y="65"/>
                    <a:pt x="81" y="63"/>
                  </a:cubicBezTo>
                  <a:cubicBezTo>
                    <a:pt x="81" y="60"/>
                    <a:pt x="84" y="59"/>
                    <a:pt x="86" y="60"/>
                  </a:cubicBezTo>
                  <a:cubicBezTo>
                    <a:pt x="88" y="60"/>
                    <a:pt x="93" y="57"/>
                    <a:pt x="95" y="56"/>
                  </a:cubicBezTo>
                  <a:cubicBezTo>
                    <a:pt x="96" y="56"/>
                    <a:pt x="97" y="55"/>
                    <a:pt x="97" y="54"/>
                  </a:cubicBezTo>
                  <a:cubicBezTo>
                    <a:pt x="96" y="52"/>
                    <a:pt x="93" y="49"/>
                    <a:pt x="92" y="48"/>
                  </a:cubicBezTo>
                  <a:cubicBezTo>
                    <a:pt x="91" y="46"/>
                    <a:pt x="93" y="46"/>
                    <a:pt x="93" y="44"/>
                  </a:cubicBezTo>
                  <a:cubicBezTo>
                    <a:pt x="93" y="42"/>
                    <a:pt x="93" y="41"/>
                    <a:pt x="97" y="40"/>
                  </a:cubicBezTo>
                  <a:cubicBezTo>
                    <a:pt x="100" y="40"/>
                    <a:pt x="100" y="37"/>
                    <a:pt x="98" y="36"/>
                  </a:cubicBezTo>
                  <a:cubicBezTo>
                    <a:pt x="96" y="35"/>
                    <a:pt x="99" y="32"/>
                    <a:pt x="100" y="31"/>
                  </a:cubicBezTo>
                  <a:cubicBezTo>
                    <a:pt x="101" y="31"/>
                    <a:pt x="102" y="29"/>
                    <a:pt x="103" y="28"/>
                  </a:cubicBezTo>
                  <a:cubicBezTo>
                    <a:pt x="100" y="26"/>
                    <a:pt x="94" y="26"/>
                    <a:pt x="92" y="27"/>
                  </a:cubicBezTo>
                  <a:cubicBezTo>
                    <a:pt x="90" y="27"/>
                    <a:pt x="94" y="23"/>
                    <a:pt x="94" y="21"/>
                  </a:cubicBezTo>
                  <a:cubicBezTo>
                    <a:pt x="95" y="18"/>
                    <a:pt x="86" y="17"/>
                    <a:pt x="83" y="16"/>
                  </a:cubicBezTo>
                  <a:cubicBezTo>
                    <a:pt x="80" y="16"/>
                    <a:pt x="81" y="12"/>
                    <a:pt x="84" y="12"/>
                  </a:cubicBezTo>
                  <a:cubicBezTo>
                    <a:pt x="88" y="12"/>
                    <a:pt x="83" y="10"/>
                    <a:pt x="78" y="11"/>
                  </a:cubicBezTo>
                  <a:cubicBezTo>
                    <a:pt x="74" y="11"/>
                    <a:pt x="67" y="14"/>
                    <a:pt x="64" y="16"/>
                  </a:cubicBezTo>
                  <a:cubicBezTo>
                    <a:pt x="60" y="18"/>
                    <a:pt x="54" y="10"/>
                    <a:pt x="50" y="11"/>
                  </a:cubicBezTo>
                  <a:cubicBezTo>
                    <a:pt x="46" y="13"/>
                    <a:pt x="40" y="13"/>
                    <a:pt x="40" y="10"/>
                  </a:cubicBezTo>
                  <a:cubicBezTo>
                    <a:pt x="40" y="7"/>
                    <a:pt x="39" y="4"/>
                    <a:pt x="34" y="4"/>
                  </a:cubicBezTo>
                  <a:cubicBezTo>
                    <a:pt x="30" y="4"/>
                    <a:pt x="31" y="0"/>
                    <a:pt x="28" y="0"/>
                  </a:cubicBezTo>
                  <a:cubicBezTo>
                    <a:pt x="25" y="0"/>
                    <a:pt x="28" y="4"/>
                    <a:pt x="26" y="5"/>
                  </a:cubicBezTo>
                  <a:cubicBezTo>
                    <a:pt x="24" y="6"/>
                    <a:pt x="17" y="8"/>
                    <a:pt x="16" y="11"/>
                  </a:cubicBezTo>
                  <a:cubicBezTo>
                    <a:pt x="16" y="13"/>
                    <a:pt x="20" y="18"/>
                    <a:pt x="19" y="21"/>
                  </a:cubicBezTo>
                  <a:cubicBezTo>
                    <a:pt x="17" y="24"/>
                    <a:pt x="12" y="22"/>
                    <a:pt x="11" y="19"/>
                  </a:cubicBezTo>
                  <a:cubicBezTo>
                    <a:pt x="9" y="16"/>
                    <a:pt x="15" y="11"/>
                    <a:pt x="14" y="9"/>
                  </a:cubicBezTo>
                  <a:cubicBezTo>
                    <a:pt x="13" y="8"/>
                    <a:pt x="12" y="5"/>
                    <a:pt x="13" y="4"/>
                  </a:cubicBezTo>
                  <a:cubicBezTo>
                    <a:pt x="12" y="4"/>
                    <a:pt x="11" y="5"/>
                    <a:pt x="11" y="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8" name="Freeform 1478">
              <a:extLst>
                <a:ext uri="{FF2B5EF4-FFF2-40B4-BE49-F238E27FC236}">
                  <a16:creationId xmlns:a16="http://schemas.microsoft.com/office/drawing/2014/main" id="{5A96E0BD-B3B6-DD53-B4FB-F068560AE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4730" y="4120944"/>
              <a:ext cx="123816" cy="126993"/>
            </a:xfrm>
            <a:custGeom>
              <a:avLst/>
              <a:gdLst>
                <a:gd name="T0" fmla="*/ 8 w 33"/>
                <a:gd name="T1" fmla="*/ 7 h 34"/>
                <a:gd name="T2" fmla="*/ 4 w 33"/>
                <a:gd name="T3" fmla="*/ 10 h 34"/>
                <a:gd name="T4" fmla="*/ 2 w 33"/>
                <a:gd name="T5" fmla="*/ 17 h 34"/>
                <a:gd name="T6" fmla="*/ 8 w 33"/>
                <a:gd name="T7" fmla="*/ 24 h 34"/>
                <a:gd name="T8" fmla="*/ 12 w 33"/>
                <a:gd name="T9" fmla="*/ 33 h 34"/>
                <a:gd name="T10" fmla="*/ 16 w 33"/>
                <a:gd name="T11" fmla="*/ 33 h 34"/>
                <a:gd name="T12" fmla="*/ 19 w 33"/>
                <a:gd name="T13" fmla="*/ 28 h 34"/>
                <a:gd name="T14" fmla="*/ 28 w 33"/>
                <a:gd name="T15" fmla="*/ 29 h 34"/>
                <a:gd name="T16" fmla="*/ 28 w 33"/>
                <a:gd name="T17" fmla="*/ 30 h 34"/>
                <a:gd name="T18" fmla="*/ 31 w 33"/>
                <a:gd name="T19" fmla="*/ 26 h 34"/>
                <a:gd name="T20" fmla="*/ 30 w 33"/>
                <a:gd name="T21" fmla="*/ 16 h 34"/>
                <a:gd name="T22" fmla="*/ 31 w 33"/>
                <a:gd name="T23" fmla="*/ 7 h 34"/>
                <a:gd name="T24" fmla="*/ 33 w 33"/>
                <a:gd name="T25" fmla="*/ 3 h 34"/>
                <a:gd name="T26" fmla="*/ 25 w 33"/>
                <a:gd name="T27" fmla="*/ 2 h 34"/>
                <a:gd name="T28" fmla="*/ 15 w 33"/>
                <a:gd name="T29" fmla="*/ 2 h 34"/>
                <a:gd name="T30" fmla="*/ 10 w 33"/>
                <a:gd name="T31" fmla="*/ 2 h 34"/>
                <a:gd name="T32" fmla="*/ 9 w 33"/>
                <a:gd name="T33" fmla="*/ 2 h 34"/>
                <a:gd name="T34" fmla="*/ 8 w 33"/>
                <a:gd name="T35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34">
                  <a:moveTo>
                    <a:pt x="8" y="7"/>
                  </a:moveTo>
                  <a:cubicBezTo>
                    <a:pt x="9" y="9"/>
                    <a:pt x="7" y="10"/>
                    <a:pt x="4" y="10"/>
                  </a:cubicBezTo>
                  <a:cubicBezTo>
                    <a:pt x="2" y="10"/>
                    <a:pt x="3" y="15"/>
                    <a:pt x="2" y="17"/>
                  </a:cubicBezTo>
                  <a:cubicBezTo>
                    <a:pt x="0" y="18"/>
                    <a:pt x="7" y="21"/>
                    <a:pt x="8" y="24"/>
                  </a:cubicBezTo>
                  <a:cubicBezTo>
                    <a:pt x="8" y="26"/>
                    <a:pt x="11" y="30"/>
                    <a:pt x="12" y="33"/>
                  </a:cubicBezTo>
                  <a:cubicBezTo>
                    <a:pt x="14" y="33"/>
                    <a:pt x="15" y="34"/>
                    <a:pt x="16" y="33"/>
                  </a:cubicBezTo>
                  <a:cubicBezTo>
                    <a:pt x="18" y="32"/>
                    <a:pt x="16" y="28"/>
                    <a:pt x="19" y="28"/>
                  </a:cubicBezTo>
                  <a:cubicBezTo>
                    <a:pt x="22" y="29"/>
                    <a:pt x="26" y="27"/>
                    <a:pt x="28" y="29"/>
                  </a:cubicBezTo>
                  <a:cubicBezTo>
                    <a:pt x="28" y="29"/>
                    <a:pt x="28" y="29"/>
                    <a:pt x="28" y="30"/>
                  </a:cubicBezTo>
                  <a:cubicBezTo>
                    <a:pt x="29" y="28"/>
                    <a:pt x="30" y="27"/>
                    <a:pt x="31" y="26"/>
                  </a:cubicBezTo>
                  <a:cubicBezTo>
                    <a:pt x="31" y="25"/>
                    <a:pt x="31" y="19"/>
                    <a:pt x="30" y="16"/>
                  </a:cubicBezTo>
                  <a:cubicBezTo>
                    <a:pt x="28" y="13"/>
                    <a:pt x="29" y="8"/>
                    <a:pt x="31" y="7"/>
                  </a:cubicBezTo>
                  <a:cubicBezTo>
                    <a:pt x="31" y="7"/>
                    <a:pt x="32" y="5"/>
                    <a:pt x="33" y="3"/>
                  </a:cubicBezTo>
                  <a:cubicBezTo>
                    <a:pt x="30" y="2"/>
                    <a:pt x="27" y="1"/>
                    <a:pt x="25" y="2"/>
                  </a:cubicBezTo>
                  <a:cubicBezTo>
                    <a:pt x="21" y="2"/>
                    <a:pt x="17" y="4"/>
                    <a:pt x="15" y="2"/>
                  </a:cubicBezTo>
                  <a:cubicBezTo>
                    <a:pt x="14" y="0"/>
                    <a:pt x="12" y="0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4"/>
                    <a:pt x="7" y="5"/>
                    <a:pt x="8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9" name="Freeform 1480">
              <a:extLst>
                <a:ext uri="{FF2B5EF4-FFF2-40B4-BE49-F238E27FC236}">
                  <a16:creationId xmlns:a16="http://schemas.microsoft.com/office/drawing/2014/main" id="{442BD933-C75D-DC46-D942-D77ACE17E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5837" y="4057446"/>
              <a:ext cx="138102" cy="206365"/>
            </a:xfrm>
            <a:custGeom>
              <a:avLst/>
              <a:gdLst>
                <a:gd name="T0" fmla="*/ 10 w 37"/>
                <a:gd name="T1" fmla="*/ 4 h 55"/>
                <a:gd name="T2" fmla="*/ 7 w 37"/>
                <a:gd name="T3" fmla="*/ 9 h 55"/>
                <a:gd name="T4" fmla="*/ 6 w 37"/>
                <a:gd name="T5" fmla="*/ 13 h 55"/>
                <a:gd name="T6" fmla="*/ 2 w 37"/>
                <a:gd name="T7" fmla="*/ 16 h 55"/>
                <a:gd name="T8" fmla="*/ 2 w 37"/>
                <a:gd name="T9" fmla="*/ 21 h 55"/>
                <a:gd name="T10" fmla="*/ 7 w 37"/>
                <a:gd name="T11" fmla="*/ 27 h 55"/>
                <a:gd name="T12" fmla="*/ 9 w 37"/>
                <a:gd name="T13" fmla="*/ 25 h 55"/>
                <a:gd name="T14" fmla="*/ 12 w 37"/>
                <a:gd name="T15" fmla="*/ 31 h 55"/>
                <a:gd name="T16" fmla="*/ 13 w 37"/>
                <a:gd name="T17" fmla="*/ 37 h 55"/>
                <a:gd name="T18" fmla="*/ 15 w 37"/>
                <a:gd name="T19" fmla="*/ 51 h 55"/>
                <a:gd name="T20" fmla="*/ 23 w 37"/>
                <a:gd name="T21" fmla="*/ 53 h 55"/>
                <a:gd name="T22" fmla="*/ 28 w 37"/>
                <a:gd name="T23" fmla="*/ 52 h 55"/>
                <a:gd name="T24" fmla="*/ 32 w 37"/>
                <a:gd name="T25" fmla="*/ 50 h 55"/>
                <a:gd name="T26" fmla="*/ 37 w 37"/>
                <a:gd name="T27" fmla="*/ 50 h 55"/>
                <a:gd name="T28" fmla="*/ 33 w 37"/>
                <a:gd name="T29" fmla="*/ 41 h 55"/>
                <a:gd name="T30" fmla="*/ 26 w 37"/>
                <a:gd name="T31" fmla="*/ 34 h 55"/>
                <a:gd name="T32" fmla="*/ 29 w 37"/>
                <a:gd name="T33" fmla="*/ 27 h 55"/>
                <a:gd name="T34" fmla="*/ 33 w 37"/>
                <a:gd name="T35" fmla="*/ 24 h 55"/>
                <a:gd name="T36" fmla="*/ 34 w 37"/>
                <a:gd name="T37" fmla="*/ 19 h 55"/>
                <a:gd name="T38" fmla="*/ 27 w 37"/>
                <a:gd name="T39" fmla="*/ 13 h 55"/>
                <a:gd name="T40" fmla="*/ 23 w 37"/>
                <a:gd name="T41" fmla="*/ 8 h 55"/>
                <a:gd name="T42" fmla="*/ 15 w 37"/>
                <a:gd name="T43" fmla="*/ 2 h 55"/>
                <a:gd name="T44" fmla="*/ 13 w 37"/>
                <a:gd name="T45" fmla="*/ 0 h 55"/>
                <a:gd name="T46" fmla="*/ 10 w 37"/>
                <a:gd name="T47" fmla="*/ 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7" h="55">
                  <a:moveTo>
                    <a:pt x="10" y="4"/>
                  </a:moveTo>
                  <a:cubicBezTo>
                    <a:pt x="8" y="5"/>
                    <a:pt x="5" y="8"/>
                    <a:pt x="7" y="9"/>
                  </a:cubicBezTo>
                  <a:cubicBezTo>
                    <a:pt x="9" y="10"/>
                    <a:pt x="9" y="13"/>
                    <a:pt x="6" y="13"/>
                  </a:cubicBezTo>
                  <a:cubicBezTo>
                    <a:pt x="2" y="13"/>
                    <a:pt x="2" y="15"/>
                    <a:pt x="2" y="16"/>
                  </a:cubicBezTo>
                  <a:cubicBezTo>
                    <a:pt x="3" y="18"/>
                    <a:pt x="0" y="19"/>
                    <a:pt x="2" y="21"/>
                  </a:cubicBezTo>
                  <a:cubicBezTo>
                    <a:pt x="3" y="21"/>
                    <a:pt x="5" y="25"/>
                    <a:pt x="7" y="27"/>
                  </a:cubicBezTo>
                  <a:cubicBezTo>
                    <a:pt x="7" y="26"/>
                    <a:pt x="8" y="25"/>
                    <a:pt x="9" y="25"/>
                  </a:cubicBezTo>
                  <a:cubicBezTo>
                    <a:pt x="12" y="25"/>
                    <a:pt x="10" y="30"/>
                    <a:pt x="12" y="31"/>
                  </a:cubicBezTo>
                  <a:cubicBezTo>
                    <a:pt x="15" y="32"/>
                    <a:pt x="15" y="36"/>
                    <a:pt x="13" y="37"/>
                  </a:cubicBezTo>
                  <a:cubicBezTo>
                    <a:pt x="11" y="39"/>
                    <a:pt x="11" y="46"/>
                    <a:pt x="15" y="51"/>
                  </a:cubicBezTo>
                  <a:cubicBezTo>
                    <a:pt x="19" y="55"/>
                    <a:pt x="22" y="54"/>
                    <a:pt x="23" y="53"/>
                  </a:cubicBezTo>
                  <a:cubicBezTo>
                    <a:pt x="24" y="52"/>
                    <a:pt x="27" y="53"/>
                    <a:pt x="28" y="52"/>
                  </a:cubicBezTo>
                  <a:cubicBezTo>
                    <a:pt x="29" y="50"/>
                    <a:pt x="30" y="52"/>
                    <a:pt x="32" y="50"/>
                  </a:cubicBezTo>
                  <a:cubicBezTo>
                    <a:pt x="33" y="49"/>
                    <a:pt x="35" y="49"/>
                    <a:pt x="37" y="50"/>
                  </a:cubicBezTo>
                  <a:cubicBezTo>
                    <a:pt x="35" y="47"/>
                    <a:pt x="33" y="43"/>
                    <a:pt x="33" y="41"/>
                  </a:cubicBezTo>
                  <a:cubicBezTo>
                    <a:pt x="32" y="38"/>
                    <a:pt x="25" y="35"/>
                    <a:pt x="26" y="34"/>
                  </a:cubicBezTo>
                  <a:cubicBezTo>
                    <a:pt x="28" y="32"/>
                    <a:pt x="27" y="27"/>
                    <a:pt x="29" y="27"/>
                  </a:cubicBezTo>
                  <a:cubicBezTo>
                    <a:pt x="32" y="27"/>
                    <a:pt x="34" y="26"/>
                    <a:pt x="33" y="24"/>
                  </a:cubicBezTo>
                  <a:cubicBezTo>
                    <a:pt x="32" y="23"/>
                    <a:pt x="33" y="21"/>
                    <a:pt x="34" y="19"/>
                  </a:cubicBezTo>
                  <a:cubicBezTo>
                    <a:pt x="32" y="19"/>
                    <a:pt x="29" y="13"/>
                    <a:pt x="27" y="13"/>
                  </a:cubicBezTo>
                  <a:cubicBezTo>
                    <a:pt x="25" y="13"/>
                    <a:pt x="22" y="11"/>
                    <a:pt x="23" y="8"/>
                  </a:cubicBezTo>
                  <a:cubicBezTo>
                    <a:pt x="23" y="6"/>
                    <a:pt x="18" y="5"/>
                    <a:pt x="15" y="2"/>
                  </a:cubicBezTo>
                  <a:cubicBezTo>
                    <a:pt x="15" y="1"/>
                    <a:pt x="14" y="1"/>
                    <a:pt x="13" y="0"/>
                  </a:cubicBezTo>
                  <a:cubicBezTo>
                    <a:pt x="12" y="2"/>
                    <a:pt x="11" y="3"/>
                    <a:pt x="10" y="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0" name="Freeform 1482">
              <a:extLst>
                <a:ext uri="{FF2B5EF4-FFF2-40B4-BE49-F238E27FC236}">
                  <a16:creationId xmlns:a16="http://schemas.microsoft.com/office/drawing/2014/main" id="{48A291CE-B35D-13E8-711E-0BEB580EE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323" y="4132054"/>
              <a:ext cx="90481" cy="109532"/>
            </a:xfrm>
            <a:custGeom>
              <a:avLst/>
              <a:gdLst>
                <a:gd name="T0" fmla="*/ 2 w 24"/>
                <a:gd name="T1" fmla="*/ 13 h 29"/>
                <a:gd name="T2" fmla="*/ 3 w 24"/>
                <a:gd name="T3" fmla="*/ 23 h 29"/>
                <a:gd name="T4" fmla="*/ 0 w 24"/>
                <a:gd name="T5" fmla="*/ 27 h 29"/>
                <a:gd name="T6" fmla="*/ 7 w 24"/>
                <a:gd name="T7" fmla="*/ 28 h 29"/>
                <a:gd name="T8" fmla="*/ 15 w 24"/>
                <a:gd name="T9" fmla="*/ 24 h 29"/>
                <a:gd name="T10" fmla="*/ 24 w 24"/>
                <a:gd name="T11" fmla="*/ 12 h 29"/>
                <a:gd name="T12" fmla="*/ 24 w 24"/>
                <a:gd name="T13" fmla="*/ 12 h 29"/>
                <a:gd name="T14" fmla="*/ 11 w 24"/>
                <a:gd name="T15" fmla="*/ 2 h 29"/>
                <a:gd name="T16" fmla="*/ 5 w 24"/>
                <a:gd name="T17" fmla="*/ 0 h 29"/>
                <a:gd name="T18" fmla="*/ 3 w 24"/>
                <a:gd name="T19" fmla="*/ 4 h 29"/>
                <a:gd name="T20" fmla="*/ 2 w 24"/>
                <a:gd name="T21" fmla="*/ 1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29">
                  <a:moveTo>
                    <a:pt x="2" y="13"/>
                  </a:moveTo>
                  <a:cubicBezTo>
                    <a:pt x="3" y="16"/>
                    <a:pt x="3" y="22"/>
                    <a:pt x="3" y="23"/>
                  </a:cubicBezTo>
                  <a:cubicBezTo>
                    <a:pt x="2" y="24"/>
                    <a:pt x="1" y="25"/>
                    <a:pt x="0" y="27"/>
                  </a:cubicBezTo>
                  <a:cubicBezTo>
                    <a:pt x="2" y="28"/>
                    <a:pt x="4" y="29"/>
                    <a:pt x="7" y="28"/>
                  </a:cubicBezTo>
                  <a:cubicBezTo>
                    <a:pt x="12" y="26"/>
                    <a:pt x="14" y="29"/>
                    <a:pt x="15" y="24"/>
                  </a:cubicBezTo>
                  <a:cubicBezTo>
                    <a:pt x="17" y="21"/>
                    <a:pt x="21" y="16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1" y="11"/>
                    <a:pt x="16" y="3"/>
                    <a:pt x="11" y="2"/>
                  </a:cubicBezTo>
                  <a:cubicBezTo>
                    <a:pt x="9" y="2"/>
                    <a:pt x="7" y="1"/>
                    <a:pt x="5" y="0"/>
                  </a:cubicBezTo>
                  <a:cubicBezTo>
                    <a:pt x="4" y="2"/>
                    <a:pt x="4" y="4"/>
                    <a:pt x="3" y="4"/>
                  </a:cubicBezTo>
                  <a:cubicBezTo>
                    <a:pt x="2" y="5"/>
                    <a:pt x="0" y="10"/>
                    <a:pt x="2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1" name="Freeform 1485">
              <a:extLst>
                <a:ext uri="{FF2B5EF4-FFF2-40B4-BE49-F238E27FC236}">
                  <a16:creationId xmlns:a16="http://schemas.microsoft.com/office/drawing/2014/main" id="{C889CF62-66F8-A303-386B-86A38E93D9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51355" y="4247936"/>
              <a:ext cx="465100" cy="192078"/>
            </a:xfrm>
            <a:custGeom>
              <a:avLst/>
              <a:gdLst>
                <a:gd name="T0" fmla="*/ 4 w 124"/>
                <a:gd name="T1" fmla="*/ 11 h 51"/>
                <a:gd name="T2" fmla="*/ 8 w 124"/>
                <a:gd name="T3" fmla="*/ 19 h 51"/>
                <a:gd name="T4" fmla="*/ 4 w 124"/>
                <a:gd name="T5" fmla="*/ 11 h 51"/>
                <a:gd name="T6" fmla="*/ 120 w 124"/>
                <a:gd name="T7" fmla="*/ 13 h 51"/>
                <a:gd name="T8" fmla="*/ 115 w 124"/>
                <a:gd name="T9" fmla="*/ 9 h 51"/>
                <a:gd name="T10" fmla="*/ 109 w 124"/>
                <a:gd name="T11" fmla="*/ 9 h 51"/>
                <a:gd name="T12" fmla="*/ 104 w 124"/>
                <a:gd name="T13" fmla="*/ 6 h 51"/>
                <a:gd name="T14" fmla="*/ 95 w 124"/>
                <a:gd name="T15" fmla="*/ 0 h 51"/>
                <a:gd name="T16" fmla="*/ 95 w 124"/>
                <a:gd name="T17" fmla="*/ 1 h 51"/>
                <a:gd name="T18" fmla="*/ 90 w 124"/>
                <a:gd name="T19" fmla="*/ 4 h 51"/>
                <a:gd name="T20" fmla="*/ 88 w 124"/>
                <a:gd name="T21" fmla="*/ 10 h 51"/>
                <a:gd name="T22" fmla="*/ 85 w 124"/>
                <a:gd name="T23" fmla="*/ 14 h 51"/>
                <a:gd name="T24" fmla="*/ 83 w 124"/>
                <a:gd name="T25" fmla="*/ 18 h 51"/>
                <a:gd name="T26" fmla="*/ 81 w 124"/>
                <a:gd name="T27" fmla="*/ 23 h 51"/>
                <a:gd name="T28" fmla="*/ 80 w 124"/>
                <a:gd name="T29" fmla="*/ 28 h 51"/>
                <a:gd name="T30" fmla="*/ 85 w 124"/>
                <a:gd name="T31" fmla="*/ 32 h 51"/>
                <a:gd name="T32" fmla="*/ 88 w 124"/>
                <a:gd name="T33" fmla="*/ 33 h 51"/>
                <a:gd name="T34" fmla="*/ 85 w 124"/>
                <a:gd name="T35" fmla="*/ 38 h 51"/>
                <a:gd name="T36" fmla="*/ 84 w 124"/>
                <a:gd name="T37" fmla="*/ 38 h 51"/>
                <a:gd name="T38" fmla="*/ 86 w 124"/>
                <a:gd name="T39" fmla="*/ 42 h 51"/>
                <a:gd name="T40" fmla="*/ 86 w 124"/>
                <a:gd name="T41" fmla="*/ 45 h 51"/>
                <a:gd name="T42" fmla="*/ 91 w 124"/>
                <a:gd name="T43" fmla="*/ 47 h 51"/>
                <a:gd name="T44" fmla="*/ 97 w 124"/>
                <a:gd name="T45" fmla="*/ 47 h 51"/>
                <a:gd name="T46" fmla="*/ 103 w 124"/>
                <a:gd name="T47" fmla="*/ 35 h 51"/>
                <a:gd name="T48" fmla="*/ 118 w 124"/>
                <a:gd name="T49" fmla="*/ 27 h 51"/>
                <a:gd name="T50" fmla="*/ 122 w 124"/>
                <a:gd name="T51" fmla="*/ 19 h 51"/>
                <a:gd name="T52" fmla="*/ 120 w 124"/>
                <a:gd name="T53" fmla="*/ 1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4" h="51">
                  <a:moveTo>
                    <a:pt x="4" y="11"/>
                  </a:moveTo>
                  <a:cubicBezTo>
                    <a:pt x="0" y="16"/>
                    <a:pt x="7" y="21"/>
                    <a:pt x="8" y="19"/>
                  </a:cubicBezTo>
                  <a:cubicBezTo>
                    <a:pt x="10" y="16"/>
                    <a:pt x="7" y="6"/>
                    <a:pt x="4" y="11"/>
                  </a:cubicBezTo>
                  <a:moveTo>
                    <a:pt x="120" y="13"/>
                  </a:moveTo>
                  <a:cubicBezTo>
                    <a:pt x="117" y="10"/>
                    <a:pt x="115" y="8"/>
                    <a:pt x="115" y="9"/>
                  </a:cubicBezTo>
                  <a:cubicBezTo>
                    <a:pt x="114" y="10"/>
                    <a:pt x="111" y="10"/>
                    <a:pt x="109" y="9"/>
                  </a:cubicBezTo>
                  <a:cubicBezTo>
                    <a:pt x="107" y="8"/>
                    <a:pt x="106" y="6"/>
                    <a:pt x="104" y="6"/>
                  </a:cubicBezTo>
                  <a:cubicBezTo>
                    <a:pt x="103" y="6"/>
                    <a:pt x="98" y="3"/>
                    <a:pt x="95" y="0"/>
                  </a:cubicBezTo>
                  <a:cubicBezTo>
                    <a:pt x="95" y="1"/>
                    <a:pt x="95" y="1"/>
                    <a:pt x="95" y="1"/>
                  </a:cubicBezTo>
                  <a:cubicBezTo>
                    <a:pt x="95" y="3"/>
                    <a:pt x="93" y="4"/>
                    <a:pt x="90" y="4"/>
                  </a:cubicBezTo>
                  <a:cubicBezTo>
                    <a:pt x="87" y="4"/>
                    <a:pt x="88" y="7"/>
                    <a:pt x="88" y="10"/>
                  </a:cubicBezTo>
                  <a:cubicBezTo>
                    <a:pt x="88" y="12"/>
                    <a:pt x="86" y="12"/>
                    <a:pt x="85" y="14"/>
                  </a:cubicBezTo>
                  <a:cubicBezTo>
                    <a:pt x="84" y="16"/>
                    <a:pt x="85" y="17"/>
                    <a:pt x="83" y="18"/>
                  </a:cubicBezTo>
                  <a:cubicBezTo>
                    <a:pt x="80" y="19"/>
                    <a:pt x="80" y="21"/>
                    <a:pt x="81" y="23"/>
                  </a:cubicBezTo>
                  <a:cubicBezTo>
                    <a:pt x="82" y="25"/>
                    <a:pt x="81" y="27"/>
                    <a:pt x="80" y="28"/>
                  </a:cubicBezTo>
                  <a:cubicBezTo>
                    <a:pt x="80" y="29"/>
                    <a:pt x="82" y="30"/>
                    <a:pt x="85" y="32"/>
                  </a:cubicBezTo>
                  <a:cubicBezTo>
                    <a:pt x="87" y="34"/>
                    <a:pt x="87" y="31"/>
                    <a:pt x="88" y="33"/>
                  </a:cubicBezTo>
                  <a:cubicBezTo>
                    <a:pt x="89" y="35"/>
                    <a:pt x="88" y="38"/>
                    <a:pt x="85" y="38"/>
                  </a:cubicBezTo>
                  <a:cubicBezTo>
                    <a:pt x="85" y="38"/>
                    <a:pt x="85" y="38"/>
                    <a:pt x="84" y="38"/>
                  </a:cubicBezTo>
                  <a:cubicBezTo>
                    <a:pt x="86" y="39"/>
                    <a:pt x="86" y="41"/>
                    <a:pt x="86" y="42"/>
                  </a:cubicBezTo>
                  <a:cubicBezTo>
                    <a:pt x="85" y="43"/>
                    <a:pt x="84" y="43"/>
                    <a:pt x="86" y="45"/>
                  </a:cubicBezTo>
                  <a:cubicBezTo>
                    <a:pt x="88" y="47"/>
                    <a:pt x="90" y="44"/>
                    <a:pt x="91" y="47"/>
                  </a:cubicBezTo>
                  <a:cubicBezTo>
                    <a:pt x="93" y="50"/>
                    <a:pt x="95" y="51"/>
                    <a:pt x="97" y="47"/>
                  </a:cubicBezTo>
                  <a:cubicBezTo>
                    <a:pt x="99" y="42"/>
                    <a:pt x="100" y="36"/>
                    <a:pt x="103" y="35"/>
                  </a:cubicBezTo>
                  <a:cubicBezTo>
                    <a:pt x="107" y="34"/>
                    <a:pt x="114" y="32"/>
                    <a:pt x="118" y="27"/>
                  </a:cubicBezTo>
                  <a:cubicBezTo>
                    <a:pt x="122" y="21"/>
                    <a:pt x="120" y="21"/>
                    <a:pt x="122" y="19"/>
                  </a:cubicBezTo>
                  <a:cubicBezTo>
                    <a:pt x="124" y="18"/>
                    <a:pt x="123" y="16"/>
                    <a:pt x="120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2" name="Freeform 1487">
              <a:extLst>
                <a:ext uri="{FF2B5EF4-FFF2-40B4-BE49-F238E27FC236}">
                  <a16:creationId xmlns:a16="http://schemas.microsoft.com/office/drawing/2014/main" id="{F3565BEB-A791-F878-3E0C-0BE34A83E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6789" y="3989186"/>
              <a:ext cx="36510" cy="30161"/>
            </a:xfrm>
            <a:custGeom>
              <a:avLst/>
              <a:gdLst>
                <a:gd name="T0" fmla="*/ 2 w 10"/>
                <a:gd name="T1" fmla="*/ 7 h 8"/>
                <a:gd name="T2" fmla="*/ 2 w 10"/>
                <a:gd name="T3" fmla="*/ 3 h 8"/>
                <a:gd name="T4" fmla="*/ 8 w 10"/>
                <a:gd name="T5" fmla="*/ 2 h 8"/>
                <a:gd name="T6" fmla="*/ 9 w 10"/>
                <a:gd name="T7" fmla="*/ 6 h 8"/>
                <a:gd name="T8" fmla="*/ 2 w 10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8">
                  <a:moveTo>
                    <a:pt x="2" y="7"/>
                  </a:moveTo>
                  <a:cubicBezTo>
                    <a:pt x="1" y="6"/>
                    <a:pt x="4" y="4"/>
                    <a:pt x="2" y="3"/>
                  </a:cubicBezTo>
                  <a:cubicBezTo>
                    <a:pt x="0" y="2"/>
                    <a:pt x="6" y="0"/>
                    <a:pt x="8" y="2"/>
                  </a:cubicBezTo>
                  <a:cubicBezTo>
                    <a:pt x="10" y="3"/>
                    <a:pt x="10" y="6"/>
                    <a:pt x="9" y="6"/>
                  </a:cubicBezTo>
                  <a:cubicBezTo>
                    <a:pt x="7" y="7"/>
                    <a:pt x="3" y="8"/>
                    <a:pt x="2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3" name="Freeform 1489">
              <a:extLst>
                <a:ext uri="{FF2B5EF4-FFF2-40B4-BE49-F238E27FC236}">
                  <a16:creationId xmlns:a16="http://schemas.microsoft.com/office/drawing/2014/main" id="{95B9270C-7A5D-185B-4BF5-1C03140FC0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75438" y="4522560"/>
              <a:ext cx="93656" cy="41273"/>
            </a:xfrm>
            <a:custGeom>
              <a:avLst/>
              <a:gdLst>
                <a:gd name="T0" fmla="*/ 13 w 25"/>
                <a:gd name="T1" fmla="*/ 2 h 11"/>
                <a:gd name="T2" fmla="*/ 6 w 25"/>
                <a:gd name="T3" fmla="*/ 7 h 11"/>
                <a:gd name="T4" fmla="*/ 6 w 25"/>
                <a:gd name="T5" fmla="*/ 7 h 11"/>
                <a:gd name="T6" fmla="*/ 8 w 25"/>
                <a:gd name="T7" fmla="*/ 10 h 11"/>
                <a:gd name="T8" fmla="*/ 24 w 25"/>
                <a:gd name="T9" fmla="*/ 2 h 11"/>
                <a:gd name="T10" fmla="*/ 13 w 25"/>
                <a:gd name="T11" fmla="*/ 2 h 11"/>
                <a:gd name="T12" fmla="*/ 2 w 25"/>
                <a:gd name="T13" fmla="*/ 8 h 11"/>
                <a:gd name="T14" fmla="*/ 0 w 25"/>
                <a:gd name="T15" fmla="*/ 9 h 11"/>
                <a:gd name="T16" fmla="*/ 2 w 25"/>
                <a:gd name="T17" fmla="*/ 10 h 11"/>
                <a:gd name="T18" fmla="*/ 3 w 25"/>
                <a:gd name="T19" fmla="*/ 8 h 11"/>
                <a:gd name="T20" fmla="*/ 2 w 25"/>
                <a:gd name="T21" fmla="*/ 8 h 11"/>
                <a:gd name="T22" fmla="*/ 2 w 25"/>
                <a:gd name="T23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" h="11">
                  <a:moveTo>
                    <a:pt x="13" y="2"/>
                  </a:moveTo>
                  <a:cubicBezTo>
                    <a:pt x="10" y="2"/>
                    <a:pt x="9" y="5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7" y="9"/>
                    <a:pt x="8" y="10"/>
                  </a:cubicBezTo>
                  <a:cubicBezTo>
                    <a:pt x="12" y="7"/>
                    <a:pt x="24" y="4"/>
                    <a:pt x="24" y="2"/>
                  </a:cubicBezTo>
                  <a:cubicBezTo>
                    <a:pt x="25" y="0"/>
                    <a:pt x="17" y="2"/>
                    <a:pt x="13" y="2"/>
                  </a:cubicBezTo>
                  <a:moveTo>
                    <a:pt x="2" y="8"/>
                  </a:moveTo>
                  <a:cubicBezTo>
                    <a:pt x="1" y="8"/>
                    <a:pt x="0" y="9"/>
                    <a:pt x="0" y="9"/>
                  </a:cubicBezTo>
                  <a:cubicBezTo>
                    <a:pt x="0" y="10"/>
                    <a:pt x="1" y="11"/>
                    <a:pt x="2" y="10"/>
                  </a:cubicBezTo>
                  <a:cubicBezTo>
                    <a:pt x="3" y="10"/>
                    <a:pt x="3" y="9"/>
                    <a:pt x="3" y="8"/>
                  </a:cubicBezTo>
                  <a:cubicBezTo>
                    <a:pt x="3" y="8"/>
                    <a:pt x="3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4" name="Freeform 1491">
              <a:extLst>
                <a:ext uri="{FF2B5EF4-FFF2-40B4-BE49-F238E27FC236}">
                  <a16:creationId xmlns:a16="http://schemas.microsoft.com/office/drawing/2014/main" id="{D3CD987A-25C1-EF20-8E44-C4DF1C3F2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6755" y="3284373"/>
              <a:ext cx="47621" cy="57147"/>
            </a:xfrm>
            <a:custGeom>
              <a:avLst/>
              <a:gdLst>
                <a:gd name="T0" fmla="*/ 10 w 13"/>
                <a:gd name="T1" fmla="*/ 7 h 15"/>
                <a:gd name="T2" fmla="*/ 6 w 13"/>
                <a:gd name="T3" fmla="*/ 0 h 15"/>
                <a:gd name="T4" fmla="*/ 6 w 13"/>
                <a:gd name="T5" fmla="*/ 1 h 15"/>
                <a:gd name="T6" fmla="*/ 0 w 13"/>
                <a:gd name="T7" fmla="*/ 13 h 15"/>
                <a:gd name="T8" fmla="*/ 4 w 13"/>
                <a:gd name="T9" fmla="*/ 15 h 15"/>
                <a:gd name="T10" fmla="*/ 10 w 13"/>
                <a:gd name="T11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5">
                  <a:moveTo>
                    <a:pt x="10" y="7"/>
                  </a:moveTo>
                  <a:cubicBezTo>
                    <a:pt x="12" y="5"/>
                    <a:pt x="13" y="0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4"/>
                    <a:pt x="3" y="9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6" y="11"/>
                    <a:pt x="9" y="8"/>
                    <a:pt x="10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5" name="Freeform 1492">
              <a:extLst>
                <a:ext uri="{FF2B5EF4-FFF2-40B4-BE49-F238E27FC236}">
                  <a16:creationId xmlns:a16="http://schemas.microsoft.com/office/drawing/2014/main" id="{BFF80587-C3B2-F7AC-8EE1-F3BD25E92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6755" y="3284373"/>
              <a:ext cx="47621" cy="57147"/>
            </a:xfrm>
            <a:custGeom>
              <a:avLst/>
              <a:gdLst>
                <a:gd name="T0" fmla="*/ 10 w 13"/>
                <a:gd name="T1" fmla="*/ 7 h 15"/>
                <a:gd name="T2" fmla="*/ 6 w 13"/>
                <a:gd name="T3" fmla="*/ 0 h 15"/>
                <a:gd name="T4" fmla="*/ 6 w 13"/>
                <a:gd name="T5" fmla="*/ 1 h 15"/>
                <a:gd name="T6" fmla="*/ 0 w 13"/>
                <a:gd name="T7" fmla="*/ 13 h 15"/>
                <a:gd name="T8" fmla="*/ 4 w 13"/>
                <a:gd name="T9" fmla="*/ 15 h 15"/>
                <a:gd name="T10" fmla="*/ 10 w 13"/>
                <a:gd name="T11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5">
                  <a:moveTo>
                    <a:pt x="10" y="7"/>
                  </a:moveTo>
                  <a:cubicBezTo>
                    <a:pt x="12" y="5"/>
                    <a:pt x="13" y="0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4"/>
                    <a:pt x="3" y="9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6" y="11"/>
                    <a:pt x="9" y="8"/>
                    <a:pt x="10" y="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6" name="Freeform 1493">
              <a:extLst>
                <a:ext uri="{FF2B5EF4-FFF2-40B4-BE49-F238E27FC236}">
                  <a16:creationId xmlns:a16="http://schemas.microsoft.com/office/drawing/2014/main" id="{AFEE9C51-2CCF-2E75-5208-E050E4D66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1041" y="3209764"/>
              <a:ext cx="195246" cy="153980"/>
            </a:xfrm>
            <a:custGeom>
              <a:avLst/>
              <a:gdLst>
                <a:gd name="T0" fmla="*/ 6 w 52"/>
                <a:gd name="T1" fmla="*/ 27 h 41"/>
                <a:gd name="T2" fmla="*/ 0 w 52"/>
                <a:gd name="T3" fmla="*/ 35 h 41"/>
                <a:gd name="T4" fmla="*/ 0 w 52"/>
                <a:gd name="T5" fmla="*/ 35 h 41"/>
                <a:gd name="T6" fmla="*/ 1 w 52"/>
                <a:gd name="T7" fmla="*/ 37 h 41"/>
                <a:gd name="T8" fmla="*/ 8 w 52"/>
                <a:gd name="T9" fmla="*/ 41 h 41"/>
                <a:gd name="T10" fmla="*/ 15 w 52"/>
                <a:gd name="T11" fmla="*/ 37 h 41"/>
                <a:gd name="T12" fmla="*/ 41 w 52"/>
                <a:gd name="T13" fmla="*/ 24 h 41"/>
                <a:gd name="T14" fmla="*/ 42 w 52"/>
                <a:gd name="T15" fmla="*/ 20 h 41"/>
                <a:gd name="T16" fmla="*/ 43 w 52"/>
                <a:gd name="T17" fmla="*/ 14 h 41"/>
                <a:gd name="T18" fmla="*/ 42 w 52"/>
                <a:gd name="T19" fmla="*/ 8 h 41"/>
                <a:gd name="T20" fmla="*/ 47 w 52"/>
                <a:gd name="T21" fmla="*/ 4 h 41"/>
                <a:gd name="T22" fmla="*/ 52 w 52"/>
                <a:gd name="T23" fmla="*/ 1 h 41"/>
                <a:gd name="T24" fmla="*/ 49 w 52"/>
                <a:gd name="T25" fmla="*/ 0 h 41"/>
                <a:gd name="T26" fmla="*/ 40 w 52"/>
                <a:gd name="T27" fmla="*/ 1 h 41"/>
                <a:gd name="T28" fmla="*/ 30 w 52"/>
                <a:gd name="T29" fmla="*/ 4 h 41"/>
                <a:gd name="T30" fmla="*/ 22 w 52"/>
                <a:gd name="T31" fmla="*/ 4 h 41"/>
                <a:gd name="T32" fmla="*/ 17 w 52"/>
                <a:gd name="T33" fmla="*/ 5 h 41"/>
                <a:gd name="T34" fmla="*/ 10 w 52"/>
                <a:gd name="T35" fmla="*/ 5 h 41"/>
                <a:gd name="T36" fmla="*/ 7 w 52"/>
                <a:gd name="T37" fmla="*/ 6 h 41"/>
                <a:gd name="T38" fmla="*/ 3 w 52"/>
                <a:gd name="T39" fmla="*/ 12 h 41"/>
                <a:gd name="T40" fmla="*/ 3 w 52"/>
                <a:gd name="T41" fmla="*/ 15 h 41"/>
                <a:gd name="T42" fmla="*/ 2 w 52"/>
                <a:gd name="T43" fmla="*/ 21 h 41"/>
                <a:gd name="T44" fmla="*/ 6 w 52"/>
                <a:gd name="T45" fmla="*/ 2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" h="41">
                  <a:moveTo>
                    <a:pt x="6" y="27"/>
                  </a:moveTo>
                  <a:cubicBezTo>
                    <a:pt x="4" y="28"/>
                    <a:pt x="2" y="31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13" y="37"/>
                    <a:pt x="15" y="37"/>
                  </a:cubicBezTo>
                  <a:cubicBezTo>
                    <a:pt x="17" y="37"/>
                    <a:pt x="41" y="24"/>
                    <a:pt x="41" y="24"/>
                  </a:cubicBezTo>
                  <a:cubicBezTo>
                    <a:pt x="41" y="24"/>
                    <a:pt x="43" y="21"/>
                    <a:pt x="42" y="20"/>
                  </a:cubicBezTo>
                  <a:cubicBezTo>
                    <a:pt x="42" y="18"/>
                    <a:pt x="42" y="15"/>
                    <a:pt x="43" y="14"/>
                  </a:cubicBezTo>
                  <a:cubicBezTo>
                    <a:pt x="44" y="12"/>
                    <a:pt x="42" y="10"/>
                    <a:pt x="42" y="8"/>
                  </a:cubicBezTo>
                  <a:cubicBezTo>
                    <a:pt x="43" y="5"/>
                    <a:pt x="47" y="4"/>
                    <a:pt x="47" y="4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45" y="1"/>
                    <a:pt x="40" y="1"/>
                  </a:cubicBezTo>
                  <a:cubicBezTo>
                    <a:pt x="36" y="1"/>
                    <a:pt x="35" y="4"/>
                    <a:pt x="30" y="4"/>
                  </a:cubicBezTo>
                  <a:cubicBezTo>
                    <a:pt x="26" y="4"/>
                    <a:pt x="23" y="5"/>
                    <a:pt x="22" y="4"/>
                  </a:cubicBezTo>
                  <a:cubicBezTo>
                    <a:pt x="20" y="2"/>
                    <a:pt x="20" y="3"/>
                    <a:pt x="17" y="5"/>
                  </a:cubicBezTo>
                  <a:cubicBezTo>
                    <a:pt x="14" y="6"/>
                    <a:pt x="12" y="6"/>
                    <a:pt x="10" y="5"/>
                  </a:cubicBezTo>
                  <a:cubicBezTo>
                    <a:pt x="9" y="3"/>
                    <a:pt x="7" y="5"/>
                    <a:pt x="7" y="6"/>
                  </a:cubicBezTo>
                  <a:cubicBezTo>
                    <a:pt x="7" y="8"/>
                    <a:pt x="7" y="11"/>
                    <a:pt x="3" y="12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4" y="17"/>
                    <a:pt x="2" y="18"/>
                    <a:pt x="2" y="21"/>
                  </a:cubicBezTo>
                  <a:cubicBezTo>
                    <a:pt x="8" y="21"/>
                    <a:pt x="7" y="25"/>
                    <a:pt x="6" y="2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7" name="Freeform 1495">
              <a:extLst>
                <a:ext uri="{FF2B5EF4-FFF2-40B4-BE49-F238E27FC236}">
                  <a16:creationId xmlns:a16="http://schemas.microsoft.com/office/drawing/2014/main" id="{1041C377-F540-C1E8-FEB5-EE7D0F3B1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2585" y="3176428"/>
              <a:ext cx="107941" cy="130168"/>
            </a:xfrm>
            <a:custGeom>
              <a:avLst/>
              <a:gdLst>
                <a:gd name="T0" fmla="*/ 8 w 29"/>
                <a:gd name="T1" fmla="*/ 3 h 35"/>
                <a:gd name="T2" fmla="*/ 3 w 29"/>
                <a:gd name="T3" fmla="*/ 6 h 35"/>
                <a:gd name="T4" fmla="*/ 6 w 29"/>
                <a:gd name="T5" fmla="*/ 10 h 35"/>
                <a:gd name="T6" fmla="*/ 5 w 29"/>
                <a:gd name="T7" fmla="*/ 13 h 35"/>
                <a:gd name="T8" fmla="*/ 5 w 29"/>
                <a:gd name="T9" fmla="*/ 20 h 35"/>
                <a:gd name="T10" fmla="*/ 2 w 29"/>
                <a:gd name="T11" fmla="*/ 29 h 35"/>
                <a:gd name="T12" fmla="*/ 3 w 29"/>
                <a:gd name="T13" fmla="*/ 34 h 35"/>
                <a:gd name="T14" fmla="*/ 18 w 29"/>
                <a:gd name="T15" fmla="*/ 30 h 35"/>
                <a:gd name="T16" fmla="*/ 25 w 29"/>
                <a:gd name="T17" fmla="*/ 27 h 35"/>
                <a:gd name="T18" fmla="*/ 28 w 29"/>
                <a:gd name="T19" fmla="*/ 23 h 35"/>
                <a:gd name="T20" fmla="*/ 26 w 29"/>
                <a:gd name="T21" fmla="*/ 12 h 35"/>
                <a:gd name="T22" fmla="*/ 18 w 29"/>
                <a:gd name="T23" fmla="*/ 0 h 35"/>
                <a:gd name="T24" fmla="*/ 14 w 29"/>
                <a:gd name="T25" fmla="*/ 1 h 35"/>
                <a:gd name="T26" fmla="*/ 8 w 29"/>
                <a:gd name="T27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8" y="3"/>
                  </a:moveTo>
                  <a:cubicBezTo>
                    <a:pt x="7" y="3"/>
                    <a:pt x="5" y="5"/>
                    <a:pt x="3" y="6"/>
                  </a:cubicBezTo>
                  <a:cubicBezTo>
                    <a:pt x="4" y="7"/>
                    <a:pt x="4" y="10"/>
                    <a:pt x="6" y="10"/>
                  </a:cubicBezTo>
                  <a:cubicBezTo>
                    <a:pt x="8" y="10"/>
                    <a:pt x="8" y="14"/>
                    <a:pt x="5" y="13"/>
                  </a:cubicBezTo>
                  <a:cubicBezTo>
                    <a:pt x="3" y="13"/>
                    <a:pt x="3" y="17"/>
                    <a:pt x="5" y="20"/>
                  </a:cubicBezTo>
                  <a:cubicBezTo>
                    <a:pt x="7" y="24"/>
                    <a:pt x="0" y="28"/>
                    <a:pt x="2" y="29"/>
                  </a:cubicBezTo>
                  <a:cubicBezTo>
                    <a:pt x="4" y="31"/>
                    <a:pt x="3" y="33"/>
                    <a:pt x="3" y="34"/>
                  </a:cubicBezTo>
                  <a:cubicBezTo>
                    <a:pt x="4" y="35"/>
                    <a:pt x="14" y="34"/>
                    <a:pt x="18" y="30"/>
                  </a:cubicBezTo>
                  <a:cubicBezTo>
                    <a:pt x="22" y="25"/>
                    <a:pt x="23" y="26"/>
                    <a:pt x="25" y="27"/>
                  </a:cubicBezTo>
                  <a:cubicBezTo>
                    <a:pt x="27" y="27"/>
                    <a:pt x="29" y="25"/>
                    <a:pt x="28" y="23"/>
                  </a:cubicBezTo>
                  <a:cubicBezTo>
                    <a:pt x="27" y="22"/>
                    <a:pt x="26" y="18"/>
                    <a:pt x="26" y="12"/>
                  </a:cubicBezTo>
                  <a:cubicBezTo>
                    <a:pt x="26" y="9"/>
                    <a:pt x="22" y="4"/>
                    <a:pt x="18" y="0"/>
                  </a:cubicBezTo>
                  <a:cubicBezTo>
                    <a:pt x="17" y="1"/>
                    <a:pt x="16" y="1"/>
                    <a:pt x="14" y="1"/>
                  </a:cubicBezTo>
                  <a:cubicBezTo>
                    <a:pt x="12" y="1"/>
                    <a:pt x="9" y="2"/>
                    <a:pt x="8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8" name="Freeform 1497">
              <a:extLst>
                <a:ext uri="{FF2B5EF4-FFF2-40B4-BE49-F238E27FC236}">
                  <a16:creationId xmlns:a16="http://schemas.microsoft.com/office/drawing/2014/main" id="{00EBC2F5-5EDC-6186-1666-5102CD61C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0790" y="3543122"/>
              <a:ext cx="123816" cy="165091"/>
            </a:xfrm>
            <a:custGeom>
              <a:avLst/>
              <a:gdLst>
                <a:gd name="T0" fmla="*/ 33 w 33"/>
                <a:gd name="T1" fmla="*/ 37 h 44"/>
                <a:gd name="T2" fmla="*/ 30 w 33"/>
                <a:gd name="T3" fmla="*/ 22 h 44"/>
                <a:gd name="T4" fmla="*/ 25 w 33"/>
                <a:gd name="T5" fmla="*/ 28 h 44"/>
                <a:gd name="T6" fmla="*/ 25 w 33"/>
                <a:gd name="T7" fmla="*/ 20 h 44"/>
                <a:gd name="T8" fmla="*/ 31 w 33"/>
                <a:gd name="T9" fmla="*/ 12 h 44"/>
                <a:gd name="T10" fmla="*/ 26 w 33"/>
                <a:gd name="T11" fmla="*/ 11 h 44"/>
                <a:gd name="T12" fmla="*/ 17 w 33"/>
                <a:gd name="T13" fmla="*/ 11 h 44"/>
                <a:gd name="T14" fmla="*/ 14 w 33"/>
                <a:gd name="T15" fmla="*/ 7 h 44"/>
                <a:gd name="T16" fmla="*/ 9 w 33"/>
                <a:gd name="T17" fmla="*/ 3 h 44"/>
                <a:gd name="T18" fmla="*/ 2 w 33"/>
                <a:gd name="T19" fmla="*/ 3 h 44"/>
                <a:gd name="T20" fmla="*/ 7 w 33"/>
                <a:gd name="T21" fmla="*/ 10 h 44"/>
                <a:gd name="T22" fmla="*/ 3 w 33"/>
                <a:gd name="T23" fmla="*/ 13 h 44"/>
                <a:gd name="T24" fmla="*/ 5 w 33"/>
                <a:gd name="T25" fmla="*/ 24 h 44"/>
                <a:gd name="T26" fmla="*/ 8 w 33"/>
                <a:gd name="T27" fmla="*/ 38 h 44"/>
                <a:gd name="T28" fmla="*/ 13 w 33"/>
                <a:gd name="T29" fmla="*/ 37 h 44"/>
                <a:gd name="T30" fmla="*/ 19 w 33"/>
                <a:gd name="T31" fmla="*/ 34 h 44"/>
                <a:gd name="T32" fmla="*/ 23 w 33"/>
                <a:gd name="T33" fmla="*/ 30 h 44"/>
                <a:gd name="T34" fmla="*/ 27 w 33"/>
                <a:gd name="T35" fmla="*/ 40 h 44"/>
                <a:gd name="T36" fmla="*/ 29 w 33"/>
                <a:gd name="T37" fmla="*/ 44 h 44"/>
                <a:gd name="T38" fmla="*/ 31 w 33"/>
                <a:gd name="T39" fmla="*/ 42 h 44"/>
                <a:gd name="T40" fmla="*/ 33 w 33"/>
                <a:gd name="T41" fmla="*/ 3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44">
                  <a:moveTo>
                    <a:pt x="33" y="37"/>
                  </a:moveTo>
                  <a:cubicBezTo>
                    <a:pt x="32" y="29"/>
                    <a:pt x="31" y="22"/>
                    <a:pt x="30" y="22"/>
                  </a:cubicBezTo>
                  <a:cubicBezTo>
                    <a:pt x="29" y="22"/>
                    <a:pt x="27" y="29"/>
                    <a:pt x="25" y="28"/>
                  </a:cubicBezTo>
                  <a:cubicBezTo>
                    <a:pt x="23" y="28"/>
                    <a:pt x="23" y="20"/>
                    <a:pt x="25" y="20"/>
                  </a:cubicBezTo>
                  <a:cubicBezTo>
                    <a:pt x="28" y="20"/>
                    <a:pt x="31" y="14"/>
                    <a:pt x="31" y="12"/>
                  </a:cubicBezTo>
                  <a:cubicBezTo>
                    <a:pt x="31" y="11"/>
                    <a:pt x="29" y="11"/>
                    <a:pt x="26" y="11"/>
                  </a:cubicBezTo>
                  <a:cubicBezTo>
                    <a:pt x="23" y="11"/>
                    <a:pt x="17" y="11"/>
                    <a:pt x="17" y="11"/>
                  </a:cubicBezTo>
                  <a:cubicBezTo>
                    <a:pt x="17" y="11"/>
                    <a:pt x="14" y="10"/>
                    <a:pt x="14" y="7"/>
                  </a:cubicBezTo>
                  <a:cubicBezTo>
                    <a:pt x="14" y="5"/>
                    <a:pt x="12" y="3"/>
                    <a:pt x="9" y="3"/>
                  </a:cubicBezTo>
                  <a:cubicBezTo>
                    <a:pt x="5" y="3"/>
                    <a:pt x="5" y="0"/>
                    <a:pt x="2" y="3"/>
                  </a:cubicBezTo>
                  <a:cubicBezTo>
                    <a:pt x="0" y="7"/>
                    <a:pt x="8" y="7"/>
                    <a:pt x="7" y="10"/>
                  </a:cubicBezTo>
                  <a:cubicBezTo>
                    <a:pt x="6" y="12"/>
                    <a:pt x="4" y="11"/>
                    <a:pt x="3" y="13"/>
                  </a:cubicBezTo>
                  <a:cubicBezTo>
                    <a:pt x="3" y="15"/>
                    <a:pt x="4" y="21"/>
                    <a:pt x="5" y="24"/>
                  </a:cubicBezTo>
                  <a:cubicBezTo>
                    <a:pt x="6" y="27"/>
                    <a:pt x="8" y="33"/>
                    <a:pt x="8" y="38"/>
                  </a:cubicBezTo>
                  <a:cubicBezTo>
                    <a:pt x="10" y="37"/>
                    <a:pt x="11" y="37"/>
                    <a:pt x="13" y="37"/>
                  </a:cubicBezTo>
                  <a:cubicBezTo>
                    <a:pt x="15" y="37"/>
                    <a:pt x="19" y="36"/>
                    <a:pt x="19" y="34"/>
                  </a:cubicBezTo>
                  <a:cubicBezTo>
                    <a:pt x="19" y="31"/>
                    <a:pt x="22" y="29"/>
                    <a:pt x="23" y="30"/>
                  </a:cubicBezTo>
                  <a:cubicBezTo>
                    <a:pt x="25" y="31"/>
                    <a:pt x="27" y="37"/>
                    <a:pt x="27" y="40"/>
                  </a:cubicBezTo>
                  <a:cubicBezTo>
                    <a:pt x="27" y="41"/>
                    <a:pt x="28" y="43"/>
                    <a:pt x="29" y="44"/>
                  </a:cubicBezTo>
                  <a:cubicBezTo>
                    <a:pt x="30" y="43"/>
                    <a:pt x="31" y="42"/>
                    <a:pt x="31" y="42"/>
                  </a:cubicBezTo>
                  <a:cubicBezTo>
                    <a:pt x="31" y="42"/>
                    <a:pt x="32" y="38"/>
                    <a:pt x="33" y="3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9" name="Freeform 1499">
              <a:extLst>
                <a:ext uri="{FF2B5EF4-FFF2-40B4-BE49-F238E27FC236}">
                  <a16:creationId xmlns:a16="http://schemas.microsoft.com/office/drawing/2014/main" id="{E87E1F86-71BD-A50F-7530-085E0E5B2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2194" y="3265324"/>
              <a:ext cx="768290" cy="814346"/>
            </a:xfrm>
            <a:custGeom>
              <a:avLst/>
              <a:gdLst>
                <a:gd name="T0" fmla="*/ 145 w 205"/>
                <a:gd name="T1" fmla="*/ 87 h 217"/>
                <a:gd name="T2" fmla="*/ 144 w 205"/>
                <a:gd name="T3" fmla="*/ 78 h 217"/>
                <a:gd name="T4" fmla="*/ 155 w 205"/>
                <a:gd name="T5" fmla="*/ 82 h 217"/>
                <a:gd name="T6" fmla="*/ 167 w 205"/>
                <a:gd name="T7" fmla="*/ 85 h 217"/>
                <a:gd name="T8" fmla="*/ 166 w 205"/>
                <a:gd name="T9" fmla="*/ 94 h 217"/>
                <a:gd name="T10" fmla="*/ 171 w 205"/>
                <a:gd name="T11" fmla="*/ 96 h 217"/>
                <a:gd name="T12" fmla="*/ 175 w 205"/>
                <a:gd name="T13" fmla="*/ 110 h 217"/>
                <a:gd name="T14" fmla="*/ 179 w 205"/>
                <a:gd name="T15" fmla="*/ 95 h 217"/>
                <a:gd name="T16" fmla="*/ 187 w 205"/>
                <a:gd name="T17" fmla="*/ 86 h 217"/>
                <a:gd name="T18" fmla="*/ 194 w 205"/>
                <a:gd name="T19" fmla="*/ 71 h 217"/>
                <a:gd name="T20" fmla="*/ 204 w 205"/>
                <a:gd name="T21" fmla="*/ 68 h 217"/>
                <a:gd name="T22" fmla="*/ 205 w 205"/>
                <a:gd name="T23" fmla="*/ 60 h 217"/>
                <a:gd name="T24" fmla="*/ 197 w 205"/>
                <a:gd name="T25" fmla="*/ 53 h 217"/>
                <a:gd name="T26" fmla="*/ 185 w 205"/>
                <a:gd name="T27" fmla="*/ 54 h 217"/>
                <a:gd name="T28" fmla="*/ 176 w 205"/>
                <a:gd name="T29" fmla="*/ 61 h 217"/>
                <a:gd name="T30" fmla="*/ 168 w 205"/>
                <a:gd name="T31" fmla="*/ 65 h 217"/>
                <a:gd name="T32" fmla="*/ 162 w 205"/>
                <a:gd name="T33" fmla="*/ 73 h 217"/>
                <a:gd name="T34" fmla="*/ 150 w 205"/>
                <a:gd name="T35" fmla="*/ 71 h 217"/>
                <a:gd name="T36" fmla="*/ 145 w 205"/>
                <a:gd name="T37" fmla="*/ 62 h 217"/>
                <a:gd name="T38" fmla="*/ 142 w 205"/>
                <a:gd name="T39" fmla="*/ 73 h 217"/>
                <a:gd name="T40" fmla="*/ 120 w 205"/>
                <a:gd name="T41" fmla="*/ 70 h 217"/>
                <a:gd name="T42" fmla="*/ 109 w 205"/>
                <a:gd name="T43" fmla="*/ 68 h 217"/>
                <a:gd name="T44" fmla="*/ 97 w 205"/>
                <a:gd name="T45" fmla="*/ 61 h 217"/>
                <a:gd name="T46" fmla="*/ 88 w 205"/>
                <a:gd name="T47" fmla="*/ 55 h 217"/>
                <a:gd name="T48" fmla="*/ 92 w 205"/>
                <a:gd name="T49" fmla="*/ 45 h 217"/>
                <a:gd name="T50" fmla="*/ 85 w 205"/>
                <a:gd name="T51" fmla="*/ 38 h 217"/>
                <a:gd name="T52" fmla="*/ 76 w 205"/>
                <a:gd name="T53" fmla="*/ 28 h 217"/>
                <a:gd name="T54" fmla="*/ 82 w 205"/>
                <a:gd name="T55" fmla="*/ 22 h 217"/>
                <a:gd name="T56" fmla="*/ 78 w 205"/>
                <a:gd name="T57" fmla="*/ 9 h 217"/>
                <a:gd name="T58" fmla="*/ 70 w 205"/>
                <a:gd name="T59" fmla="*/ 0 h 217"/>
                <a:gd name="T60" fmla="*/ 65 w 205"/>
                <a:gd name="T61" fmla="*/ 6 h 217"/>
                <a:gd name="T62" fmla="*/ 46 w 205"/>
                <a:gd name="T63" fmla="*/ 7 h 217"/>
                <a:gd name="T64" fmla="*/ 44 w 205"/>
                <a:gd name="T65" fmla="*/ 18 h 217"/>
                <a:gd name="T66" fmla="*/ 51 w 205"/>
                <a:gd name="T67" fmla="*/ 28 h 217"/>
                <a:gd name="T68" fmla="*/ 46 w 205"/>
                <a:gd name="T69" fmla="*/ 39 h 217"/>
                <a:gd name="T70" fmla="*/ 38 w 205"/>
                <a:gd name="T71" fmla="*/ 47 h 217"/>
                <a:gd name="T72" fmla="*/ 29 w 205"/>
                <a:gd name="T73" fmla="*/ 58 h 217"/>
                <a:gd name="T74" fmla="*/ 20 w 205"/>
                <a:gd name="T75" fmla="*/ 64 h 217"/>
                <a:gd name="T76" fmla="*/ 9 w 205"/>
                <a:gd name="T77" fmla="*/ 70 h 217"/>
                <a:gd name="T78" fmla="*/ 17 w 205"/>
                <a:gd name="T79" fmla="*/ 83 h 217"/>
                <a:gd name="T80" fmla="*/ 14 w 205"/>
                <a:gd name="T81" fmla="*/ 91 h 217"/>
                <a:gd name="T82" fmla="*/ 1 w 205"/>
                <a:gd name="T83" fmla="*/ 96 h 217"/>
                <a:gd name="T84" fmla="*/ 7 w 205"/>
                <a:gd name="T85" fmla="*/ 103 h 217"/>
                <a:gd name="T86" fmla="*/ 5 w 205"/>
                <a:gd name="T87" fmla="*/ 107 h 217"/>
                <a:gd name="T88" fmla="*/ 28 w 205"/>
                <a:gd name="T89" fmla="*/ 112 h 217"/>
                <a:gd name="T90" fmla="*/ 32 w 205"/>
                <a:gd name="T91" fmla="*/ 116 h 217"/>
                <a:gd name="T92" fmla="*/ 34 w 205"/>
                <a:gd name="T93" fmla="*/ 135 h 217"/>
                <a:gd name="T94" fmla="*/ 44 w 205"/>
                <a:gd name="T95" fmla="*/ 168 h 217"/>
                <a:gd name="T96" fmla="*/ 58 w 205"/>
                <a:gd name="T97" fmla="*/ 202 h 217"/>
                <a:gd name="T98" fmla="*/ 72 w 205"/>
                <a:gd name="T99" fmla="*/ 211 h 217"/>
                <a:gd name="T100" fmla="*/ 82 w 205"/>
                <a:gd name="T101" fmla="*/ 199 h 217"/>
                <a:gd name="T102" fmla="*/ 86 w 205"/>
                <a:gd name="T103" fmla="*/ 185 h 217"/>
                <a:gd name="T104" fmla="*/ 88 w 205"/>
                <a:gd name="T105" fmla="*/ 163 h 217"/>
                <a:gd name="T106" fmla="*/ 98 w 205"/>
                <a:gd name="T107" fmla="*/ 152 h 217"/>
                <a:gd name="T108" fmla="*/ 121 w 205"/>
                <a:gd name="T109" fmla="*/ 131 h 217"/>
                <a:gd name="T110" fmla="*/ 134 w 205"/>
                <a:gd name="T111" fmla="*/ 116 h 217"/>
                <a:gd name="T112" fmla="*/ 149 w 205"/>
                <a:gd name="T113" fmla="*/ 11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5" h="217">
                  <a:moveTo>
                    <a:pt x="147" y="98"/>
                  </a:moveTo>
                  <a:cubicBezTo>
                    <a:pt x="145" y="95"/>
                    <a:pt x="144" y="89"/>
                    <a:pt x="145" y="87"/>
                  </a:cubicBezTo>
                  <a:cubicBezTo>
                    <a:pt x="145" y="85"/>
                    <a:pt x="148" y="86"/>
                    <a:pt x="149" y="84"/>
                  </a:cubicBezTo>
                  <a:cubicBezTo>
                    <a:pt x="150" y="81"/>
                    <a:pt x="141" y="81"/>
                    <a:pt x="144" y="78"/>
                  </a:cubicBezTo>
                  <a:cubicBezTo>
                    <a:pt x="147" y="74"/>
                    <a:pt x="147" y="78"/>
                    <a:pt x="150" y="78"/>
                  </a:cubicBezTo>
                  <a:cubicBezTo>
                    <a:pt x="154" y="78"/>
                    <a:pt x="155" y="79"/>
                    <a:pt x="155" y="82"/>
                  </a:cubicBezTo>
                  <a:cubicBezTo>
                    <a:pt x="155" y="84"/>
                    <a:pt x="158" y="85"/>
                    <a:pt x="158" y="85"/>
                  </a:cubicBezTo>
                  <a:cubicBezTo>
                    <a:pt x="158" y="85"/>
                    <a:pt x="164" y="85"/>
                    <a:pt x="167" y="85"/>
                  </a:cubicBezTo>
                  <a:cubicBezTo>
                    <a:pt x="170" y="85"/>
                    <a:pt x="172" y="85"/>
                    <a:pt x="172" y="86"/>
                  </a:cubicBezTo>
                  <a:cubicBezTo>
                    <a:pt x="172" y="88"/>
                    <a:pt x="169" y="94"/>
                    <a:pt x="166" y="94"/>
                  </a:cubicBezTo>
                  <a:cubicBezTo>
                    <a:pt x="164" y="94"/>
                    <a:pt x="164" y="101"/>
                    <a:pt x="166" y="102"/>
                  </a:cubicBezTo>
                  <a:cubicBezTo>
                    <a:pt x="168" y="102"/>
                    <a:pt x="170" y="96"/>
                    <a:pt x="171" y="96"/>
                  </a:cubicBezTo>
                  <a:cubicBezTo>
                    <a:pt x="172" y="96"/>
                    <a:pt x="173" y="103"/>
                    <a:pt x="174" y="110"/>
                  </a:cubicBezTo>
                  <a:cubicBezTo>
                    <a:pt x="175" y="110"/>
                    <a:pt x="175" y="110"/>
                    <a:pt x="175" y="110"/>
                  </a:cubicBezTo>
                  <a:cubicBezTo>
                    <a:pt x="177" y="110"/>
                    <a:pt x="176" y="104"/>
                    <a:pt x="177" y="102"/>
                  </a:cubicBezTo>
                  <a:cubicBezTo>
                    <a:pt x="179" y="100"/>
                    <a:pt x="178" y="95"/>
                    <a:pt x="179" y="95"/>
                  </a:cubicBezTo>
                  <a:cubicBezTo>
                    <a:pt x="180" y="95"/>
                    <a:pt x="185" y="96"/>
                    <a:pt x="185" y="95"/>
                  </a:cubicBezTo>
                  <a:cubicBezTo>
                    <a:pt x="184" y="93"/>
                    <a:pt x="188" y="88"/>
                    <a:pt x="187" y="86"/>
                  </a:cubicBezTo>
                  <a:cubicBezTo>
                    <a:pt x="187" y="83"/>
                    <a:pt x="189" y="80"/>
                    <a:pt x="189" y="77"/>
                  </a:cubicBezTo>
                  <a:cubicBezTo>
                    <a:pt x="189" y="74"/>
                    <a:pt x="192" y="73"/>
                    <a:pt x="194" y="71"/>
                  </a:cubicBezTo>
                  <a:cubicBezTo>
                    <a:pt x="196" y="69"/>
                    <a:pt x="200" y="67"/>
                    <a:pt x="200" y="68"/>
                  </a:cubicBezTo>
                  <a:cubicBezTo>
                    <a:pt x="201" y="70"/>
                    <a:pt x="205" y="71"/>
                    <a:pt x="204" y="68"/>
                  </a:cubicBezTo>
                  <a:cubicBezTo>
                    <a:pt x="202" y="66"/>
                    <a:pt x="202" y="64"/>
                    <a:pt x="203" y="63"/>
                  </a:cubicBezTo>
                  <a:cubicBezTo>
                    <a:pt x="204" y="63"/>
                    <a:pt x="205" y="60"/>
                    <a:pt x="205" y="60"/>
                  </a:cubicBezTo>
                  <a:cubicBezTo>
                    <a:pt x="205" y="60"/>
                    <a:pt x="201" y="59"/>
                    <a:pt x="200" y="58"/>
                  </a:cubicBezTo>
                  <a:cubicBezTo>
                    <a:pt x="200" y="56"/>
                    <a:pt x="197" y="54"/>
                    <a:pt x="197" y="53"/>
                  </a:cubicBezTo>
                  <a:cubicBezTo>
                    <a:pt x="197" y="51"/>
                    <a:pt x="195" y="52"/>
                    <a:pt x="194" y="53"/>
                  </a:cubicBezTo>
                  <a:cubicBezTo>
                    <a:pt x="192" y="55"/>
                    <a:pt x="189" y="52"/>
                    <a:pt x="185" y="54"/>
                  </a:cubicBezTo>
                  <a:cubicBezTo>
                    <a:pt x="181" y="56"/>
                    <a:pt x="180" y="58"/>
                    <a:pt x="179" y="58"/>
                  </a:cubicBezTo>
                  <a:cubicBezTo>
                    <a:pt x="177" y="57"/>
                    <a:pt x="177" y="59"/>
                    <a:pt x="176" y="61"/>
                  </a:cubicBezTo>
                  <a:cubicBezTo>
                    <a:pt x="174" y="62"/>
                    <a:pt x="173" y="64"/>
                    <a:pt x="172" y="64"/>
                  </a:cubicBezTo>
                  <a:cubicBezTo>
                    <a:pt x="171" y="64"/>
                    <a:pt x="168" y="65"/>
                    <a:pt x="168" y="65"/>
                  </a:cubicBezTo>
                  <a:cubicBezTo>
                    <a:pt x="168" y="65"/>
                    <a:pt x="170" y="70"/>
                    <a:pt x="169" y="72"/>
                  </a:cubicBezTo>
                  <a:cubicBezTo>
                    <a:pt x="168" y="74"/>
                    <a:pt x="165" y="72"/>
                    <a:pt x="162" y="73"/>
                  </a:cubicBezTo>
                  <a:cubicBezTo>
                    <a:pt x="159" y="73"/>
                    <a:pt x="157" y="71"/>
                    <a:pt x="155" y="72"/>
                  </a:cubicBezTo>
                  <a:cubicBezTo>
                    <a:pt x="153" y="73"/>
                    <a:pt x="151" y="70"/>
                    <a:pt x="150" y="71"/>
                  </a:cubicBezTo>
                  <a:cubicBezTo>
                    <a:pt x="149" y="71"/>
                    <a:pt x="147" y="68"/>
                    <a:pt x="148" y="66"/>
                  </a:cubicBezTo>
                  <a:cubicBezTo>
                    <a:pt x="148" y="63"/>
                    <a:pt x="147" y="60"/>
                    <a:pt x="145" y="62"/>
                  </a:cubicBezTo>
                  <a:cubicBezTo>
                    <a:pt x="144" y="64"/>
                    <a:pt x="142" y="63"/>
                    <a:pt x="142" y="66"/>
                  </a:cubicBezTo>
                  <a:cubicBezTo>
                    <a:pt x="142" y="68"/>
                    <a:pt x="144" y="71"/>
                    <a:pt x="142" y="73"/>
                  </a:cubicBezTo>
                  <a:cubicBezTo>
                    <a:pt x="140" y="75"/>
                    <a:pt x="131" y="76"/>
                    <a:pt x="129" y="74"/>
                  </a:cubicBezTo>
                  <a:cubicBezTo>
                    <a:pt x="128" y="73"/>
                    <a:pt x="120" y="72"/>
                    <a:pt x="120" y="70"/>
                  </a:cubicBezTo>
                  <a:cubicBezTo>
                    <a:pt x="120" y="69"/>
                    <a:pt x="117" y="66"/>
                    <a:pt x="116" y="66"/>
                  </a:cubicBezTo>
                  <a:cubicBezTo>
                    <a:pt x="114" y="66"/>
                    <a:pt x="110" y="68"/>
                    <a:pt x="109" y="68"/>
                  </a:cubicBezTo>
                  <a:cubicBezTo>
                    <a:pt x="108" y="67"/>
                    <a:pt x="105" y="64"/>
                    <a:pt x="103" y="64"/>
                  </a:cubicBezTo>
                  <a:cubicBezTo>
                    <a:pt x="101" y="64"/>
                    <a:pt x="97" y="62"/>
                    <a:pt x="97" y="61"/>
                  </a:cubicBezTo>
                  <a:cubicBezTo>
                    <a:pt x="97" y="60"/>
                    <a:pt x="92" y="59"/>
                    <a:pt x="91" y="58"/>
                  </a:cubicBezTo>
                  <a:cubicBezTo>
                    <a:pt x="90" y="57"/>
                    <a:pt x="88" y="57"/>
                    <a:pt x="88" y="55"/>
                  </a:cubicBezTo>
                  <a:cubicBezTo>
                    <a:pt x="88" y="54"/>
                    <a:pt x="89" y="52"/>
                    <a:pt x="89" y="50"/>
                  </a:cubicBezTo>
                  <a:cubicBezTo>
                    <a:pt x="89" y="48"/>
                    <a:pt x="92" y="46"/>
                    <a:pt x="92" y="45"/>
                  </a:cubicBezTo>
                  <a:cubicBezTo>
                    <a:pt x="92" y="44"/>
                    <a:pt x="89" y="42"/>
                    <a:pt x="89" y="42"/>
                  </a:cubicBezTo>
                  <a:cubicBezTo>
                    <a:pt x="89" y="42"/>
                    <a:pt x="87" y="38"/>
                    <a:pt x="85" y="38"/>
                  </a:cubicBezTo>
                  <a:cubicBezTo>
                    <a:pt x="82" y="38"/>
                    <a:pt x="81" y="34"/>
                    <a:pt x="78" y="34"/>
                  </a:cubicBezTo>
                  <a:cubicBezTo>
                    <a:pt x="76" y="34"/>
                    <a:pt x="77" y="30"/>
                    <a:pt x="76" y="28"/>
                  </a:cubicBezTo>
                  <a:cubicBezTo>
                    <a:pt x="75" y="27"/>
                    <a:pt x="76" y="23"/>
                    <a:pt x="78" y="25"/>
                  </a:cubicBezTo>
                  <a:cubicBezTo>
                    <a:pt x="80" y="27"/>
                    <a:pt x="83" y="25"/>
                    <a:pt x="82" y="22"/>
                  </a:cubicBezTo>
                  <a:cubicBezTo>
                    <a:pt x="81" y="20"/>
                    <a:pt x="78" y="17"/>
                    <a:pt x="78" y="16"/>
                  </a:cubicBezTo>
                  <a:cubicBezTo>
                    <a:pt x="78" y="14"/>
                    <a:pt x="80" y="10"/>
                    <a:pt x="78" y="9"/>
                  </a:cubicBezTo>
                  <a:cubicBezTo>
                    <a:pt x="76" y="8"/>
                    <a:pt x="74" y="6"/>
                    <a:pt x="73" y="4"/>
                  </a:cubicBezTo>
                  <a:cubicBezTo>
                    <a:pt x="73" y="2"/>
                    <a:pt x="70" y="0"/>
                    <a:pt x="70" y="0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7" y="1"/>
                    <a:pt x="66" y="5"/>
                    <a:pt x="65" y="6"/>
                  </a:cubicBezTo>
                  <a:cubicBezTo>
                    <a:pt x="63" y="7"/>
                    <a:pt x="59" y="7"/>
                    <a:pt x="57" y="9"/>
                  </a:cubicBezTo>
                  <a:cubicBezTo>
                    <a:pt x="55" y="10"/>
                    <a:pt x="49" y="7"/>
                    <a:pt x="46" y="7"/>
                  </a:cubicBezTo>
                  <a:cubicBezTo>
                    <a:pt x="43" y="7"/>
                    <a:pt x="41" y="10"/>
                    <a:pt x="42" y="11"/>
                  </a:cubicBezTo>
                  <a:cubicBezTo>
                    <a:pt x="44" y="12"/>
                    <a:pt x="44" y="18"/>
                    <a:pt x="44" y="18"/>
                  </a:cubicBezTo>
                  <a:cubicBezTo>
                    <a:pt x="44" y="18"/>
                    <a:pt x="45" y="25"/>
                    <a:pt x="48" y="25"/>
                  </a:cubicBezTo>
                  <a:cubicBezTo>
                    <a:pt x="51" y="24"/>
                    <a:pt x="54" y="27"/>
                    <a:pt x="51" y="28"/>
                  </a:cubicBezTo>
                  <a:cubicBezTo>
                    <a:pt x="49" y="29"/>
                    <a:pt x="48" y="31"/>
                    <a:pt x="48" y="34"/>
                  </a:cubicBezTo>
                  <a:cubicBezTo>
                    <a:pt x="47" y="36"/>
                    <a:pt x="48" y="39"/>
                    <a:pt x="46" y="39"/>
                  </a:cubicBezTo>
                  <a:cubicBezTo>
                    <a:pt x="44" y="39"/>
                    <a:pt x="43" y="40"/>
                    <a:pt x="43" y="43"/>
                  </a:cubicBezTo>
                  <a:cubicBezTo>
                    <a:pt x="43" y="46"/>
                    <a:pt x="39" y="45"/>
                    <a:pt x="38" y="47"/>
                  </a:cubicBezTo>
                  <a:cubicBezTo>
                    <a:pt x="38" y="48"/>
                    <a:pt x="36" y="54"/>
                    <a:pt x="35" y="55"/>
                  </a:cubicBezTo>
                  <a:cubicBezTo>
                    <a:pt x="35" y="55"/>
                    <a:pt x="30" y="56"/>
                    <a:pt x="29" y="58"/>
                  </a:cubicBezTo>
                  <a:cubicBezTo>
                    <a:pt x="29" y="61"/>
                    <a:pt x="27" y="64"/>
                    <a:pt x="25" y="64"/>
                  </a:cubicBezTo>
                  <a:cubicBezTo>
                    <a:pt x="24" y="63"/>
                    <a:pt x="21" y="62"/>
                    <a:pt x="20" y="64"/>
                  </a:cubicBezTo>
                  <a:cubicBezTo>
                    <a:pt x="19" y="66"/>
                    <a:pt x="16" y="63"/>
                    <a:pt x="15" y="63"/>
                  </a:cubicBezTo>
                  <a:cubicBezTo>
                    <a:pt x="14" y="64"/>
                    <a:pt x="9" y="68"/>
                    <a:pt x="9" y="70"/>
                  </a:cubicBezTo>
                  <a:cubicBezTo>
                    <a:pt x="9" y="73"/>
                    <a:pt x="14" y="73"/>
                    <a:pt x="14" y="76"/>
                  </a:cubicBezTo>
                  <a:cubicBezTo>
                    <a:pt x="14" y="79"/>
                    <a:pt x="16" y="82"/>
                    <a:pt x="17" y="83"/>
                  </a:cubicBezTo>
                  <a:cubicBezTo>
                    <a:pt x="19" y="85"/>
                    <a:pt x="21" y="88"/>
                    <a:pt x="20" y="90"/>
                  </a:cubicBezTo>
                  <a:cubicBezTo>
                    <a:pt x="19" y="92"/>
                    <a:pt x="17" y="92"/>
                    <a:pt x="14" y="91"/>
                  </a:cubicBezTo>
                  <a:cubicBezTo>
                    <a:pt x="12" y="91"/>
                    <a:pt x="12" y="93"/>
                    <a:pt x="7" y="92"/>
                  </a:cubicBezTo>
                  <a:cubicBezTo>
                    <a:pt x="3" y="91"/>
                    <a:pt x="2" y="94"/>
                    <a:pt x="1" y="96"/>
                  </a:cubicBezTo>
                  <a:cubicBezTo>
                    <a:pt x="0" y="96"/>
                    <a:pt x="0" y="97"/>
                    <a:pt x="0" y="97"/>
                  </a:cubicBezTo>
                  <a:cubicBezTo>
                    <a:pt x="2" y="99"/>
                    <a:pt x="3" y="102"/>
                    <a:pt x="7" y="103"/>
                  </a:cubicBezTo>
                  <a:cubicBezTo>
                    <a:pt x="11" y="105"/>
                    <a:pt x="15" y="100"/>
                    <a:pt x="15" y="104"/>
                  </a:cubicBezTo>
                  <a:cubicBezTo>
                    <a:pt x="15" y="107"/>
                    <a:pt x="5" y="106"/>
                    <a:pt x="5" y="107"/>
                  </a:cubicBezTo>
                  <a:cubicBezTo>
                    <a:pt x="4" y="108"/>
                    <a:pt x="15" y="121"/>
                    <a:pt x="20" y="120"/>
                  </a:cubicBezTo>
                  <a:cubicBezTo>
                    <a:pt x="26" y="119"/>
                    <a:pt x="30" y="113"/>
                    <a:pt x="28" y="112"/>
                  </a:cubicBezTo>
                  <a:cubicBezTo>
                    <a:pt x="27" y="111"/>
                    <a:pt x="29" y="108"/>
                    <a:pt x="30" y="108"/>
                  </a:cubicBezTo>
                  <a:cubicBezTo>
                    <a:pt x="32" y="109"/>
                    <a:pt x="31" y="115"/>
                    <a:pt x="32" y="116"/>
                  </a:cubicBezTo>
                  <a:cubicBezTo>
                    <a:pt x="34" y="117"/>
                    <a:pt x="33" y="120"/>
                    <a:pt x="32" y="123"/>
                  </a:cubicBezTo>
                  <a:cubicBezTo>
                    <a:pt x="31" y="126"/>
                    <a:pt x="33" y="132"/>
                    <a:pt x="34" y="135"/>
                  </a:cubicBezTo>
                  <a:cubicBezTo>
                    <a:pt x="34" y="138"/>
                    <a:pt x="36" y="143"/>
                    <a:pt x="37" y="148"/>
                  </a:cubicBezTo>
                  <a:cubicBezTo>
                    <a:pt x="38" y="153"/>
                    <a:pt x="41" y="162"/>
                    <a:pt x="44" y="168"/>
                  </a:cubicBezTo>
                  <a:cubicBezTo>
                    <a:pt x="47" y="174"/>
                    <a:pt x="49" y="184"/>
                    <a:pt x="51" y="187"/>
                  </a:cubicBezTo>
                  <a:cubicBezTo>
                    <a:pt x="53" y="190"/>
                    <a:pt x="58" y="198"/>
                    <a:pt x="58" y="202"/>
                  </a:cubicBezTo>
                  <a:cubicBezTo>
                    <a:pt x="58" y="207"/>
                    <a:pt x="63" y="214"/>
                    <a:pt x="65" y="216"/>
                  </a:cubicBezTo>
                  <a:cubicBezTo>
                    <a:pt x="67" y="217"/>
                    <a:pt x="71" y="214"/>
                    <a:pt x="72" y="211"/>
                  </a:cubicBezTo>
                  <a:cubicBezTo>
                    <a:pt x="73" y="208"/>
                    <a:pt x="79" y="207"/>
                    <a:pt x="79" y="204"/>
                  </a:cubicBezTo>
                  <a:cubicBezTo>
                    <a:pt x="79" y="202"/>
                    <a:pt x="80" y="199"/>
                    <a:pt x="82" y="199"/>
                  </a:cubicBezTo>
                  <a:cubicBezTo>
                    <a:pt x="84" y="199"/>
                    <a:pt x="84" y="197"/>
                    <a:pt x="84" y="194"/>
                  </a:cubicBezTo>
                  <a:cubicBezTo>
                    <a:pt x="84" y="191"/>
                    <a:pt x="84" y="187"/>
                    <a:pt x="86" y="185"/>
                  </a:cubicBezTo>
                  <a:cubicBezTo>
                    <a:pt x="88" y="182"/>
                    <a:pt x="88" y="175"/>
                    <a:pt x="87" y="173"/>
                  </a:cubicBezTo>
                  <a:cubicBezTo>
                    <a:pt x="86" y="170"/>
                    <a:pt x="86" y="166"/>
                    <a:pt x="88" y="163"/>
                  </a:cubicBezTo>
                  <a:cubicBezTo>
                    <a:pt x="89" y="161"/>
                    <a:pt x="88" y="157"/>
                    <a:pt x="90" y="157"/>
                  </a:cubicBezTo>
                  <a:cubicBezTo>
                    <a:pt x="92" y="157"/>
                    <a:pt x="95" y="155"/>
                    <a:pt x="98" y="152"/>
                  </a:cubicBezTo>
                  <a:cubicBezTo>
                    <a:pt x="100" y="149"/>
                    <a:pt x="106" y="145"/>
                    <a:pt x="109" y="143"/>
                  </a:cubicBezTo>
                  <a:cubicBezTo>
                    <a:pt x="111" y="141"/>
                    <a:pt x="118" y="135"/>
                    <a:pt x="121" y="131"/>
                  </a:cubicBezTo>
                  <a:cubicBezTo>
                    <a:pt x="123" y="128"/>
                    <a:pt x="129" y="127"/>
                    <a:pt x="132" y="124"/>
                  </a:cubicBezTo>
                  <a:cubicBezTo>
                    <a:pt x="135" y="121"/>
                    <a:pt x="134" y="119"/>
                    <a:pt x="134" y="116"/>
                  </a:cubicBezTo>
                  <a:cubicBezTo>
                    <a:pt x="135" y="113"/>
                    <a:pt x="144" y="112"/>
                    <a:pt x="147" y="112"/>
                  </a:cubicBezTo>
                  <a:cubicBezTo>
                    <a:pt x="148" y="112"/>
                    <a:pt x="149" y="111"/>
                    <a:pt x="149" y="111"/>
                  </a:cubicBezTo>
                  <a:cubicBezTo>
                    <a:pt x="149" y="106"/>
                    <a:pt x="148" y="100"/>
                    <a:pt x="147" y="9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0" name="Freeform 1501">
              <a:extLst>
                <a:ext uri="{FF2B5EF4-FFF2-40B4-BE49-F238E27FC236}">
                  <a16:creationId xmlns:a16="http://schemas.microsoft.com/office/drawing/2014/main" id="{F03B0631-9839-CC48-534A-EE4706B37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0790" y="2703377"/>
              <a:ext cx="869882" cy="374631"/>
            </a:xfrm>
            <a:custGeom>
              <a:avLst/>
              <a:gdLst>
                <a:gd name="T0" fmla="*/ 215 w 232"/>
                <a:gd name="T1" fmla="*/ 43 h 100"/>
                <a:gd name="T2" fmla="*/ 200 w 232"/>
                <a:gd name="T3" fmla="*/ 42 h 100"/>
                <a:gd name="T4" fmla="*/ 201 w 232"/>
                <a:gd name="T5" fmla="*/ 34 h 100"/>
                <a:gd name="T6" fmla="*/ 202 w 232"/>
                <a:gd name="T7" fmla="*/ 22 h 100"/>
                <a:gd name="T8" fmla="*/ 186 w 232"/>
                <a:gd name="T9" fmla="*/ 20 h 100"/>
                <a:gd name="T10" fmla="*/ 175 w 232"/>
                <a:gd name="T11" fmla="*/ 26 h 100"/>
                <a:gd name="T12" fmla="*/ 155 w 232"/>
                <a:gd name="T13" fmla="*/ 28 h 100"/>
                <a:gd name="T14" fmla="*/ 142 w 232"/>
                <a:gd name="T15" fmla="*/ 22 h 100"/>
                <a:gd name="T16" fmla="*/ 130 w 232"/>
                <a:gd name="T17" fmla="*/ 18 h 100"/>
                <a:gd name="T18" fmla="*/ 117 w 232"/>
                <a:gd name="T19" fmla="*/ 17 h 100"/>
                <a:gd name="T20" fmla="*/ 105 w 232"/>
                <a:gd name="T21" fmla="*/ 18 h 100"/>
                <a:gd name="T22" fmla="*/ 100 w 232"/>
                <a:gd name="T23" fmla="*/ 8 h 100"/>
                <a:gd name="T24" fmla="*/ 87 w 232"/>
                <a:gd name="T25" fmla="*/ 4 h 100"/>
                <a:gd name="T26" fmla="*/ 77 w 232"/>
                <a:gd name="T27" fmla="*/ 1 h 100"/>
                <a:gd name="T28" fmla="*/ 70 w 232"/>
                <a:gd name="T29" fmla="*/ 6 h 100"/>
                <a:gd name="T30" fmla="*/ 70 w 232"/>
                <a:gd name="T31" fmla="*/ 15 h 100"/>
                <a:gd name="T32" fmla="*/ 64 w 232"/>
                <a:gd name="T33" fmla="*/ 23 h 100"/>
                <a:gd name="T34" fmla="*/ 53 w 232"/>
                <a:gd name="T35" fmla="*/ 22 h 100"/>
                <a:gd name="T36" fmla="*/ 44 w 232"/>
                <a:gd name="T37" fmla="*/ 15 h 100"/>
                <a:gd name="T38" fmla="*/ 29 w 232"/>
                <a:gd name="T39" fmla="*/ 14 h 100"/>
                <a:gd name="T40" fmla="*/ 19 w 232"/>
                <a:gd name="T41" fmla="*/ 20 h 100"/>
                <a:gd name="T42" fmla="*/ 6 w 232"/>
                <a:gd name="T43" fmla="*/ 26 h 100"/>
                <a:gd name="T44" fmla="*/ 0 w 232"/>
                <a:gd name="T45" fmla="*/ 29 h 100"/>
                <a:gd name="T46" fmla="*/ 6 w 232"/>
                <a:gd name="T47" fmla="*/ 36 h 100"/>
                <a:gd name="T48" fmla="*/ 19 w 232"/>
                <a:gd name="T49" fmla="*/ 45 h 100"/>
                <a:gd name="T50" fmla="*/ 22 w 232"/>
                <a:gd name="T51" fmla="*/ 58 h 100"/>
                <a:gd name="T52" fmla="*/ 37 w 232"/>
                <a:gd name="T53" fmla="*/ 68 h 100"/>
                <a:gd name="T54" fmla="*/ 47 w 232"/>
                <a:gd name="T55" fmla="*/ 75 h 100"/>
                <a:gd name="T56" fmla="*/ 57 w 232"/>
                <a:gd name="T57" fmla="*/ 89 h 100"/>
                <a:gd name="T58" fmla="*/ 84 w 232"/>
                <a:gd name="T59" fmla="*/ 90 h 100"/>
                <a:gd name="T60" fmla="*/ 105 w 232"/>
                <a:gd name="T61" fmla="*/ 95 h 100"/>
                <a:gd name="T62" fmla="*/ 119 w 232"/>
                <a:gd name="T63" fmla="*/ 100 h 100"/>
                <a:gd name="T64" fmla="*/ 148 w 232"/>
                <a:gd name="T65" fmla="*/ 92 h 100"/>
                <a:gd name="T66" fmla="*/ 170 w 232"/>
                <a:gd name="T67" fmla="*/ 80 h 100"/>
                <a:gd name="T68" fmla="*/ 176 w 232"/>
                <a:gd name="T69" fmla="*/ 69 h 100"/>
                <a:gd name="T70" fmla="*/ 198 w 232"/>
                <a:gd name="T71" fmla="*/ 65 h 100"/>
                <a:gd name="T72" fmla="*/ 214 w 232"/>
                <a:gd name="T73" fmla="*/ 55 h 100"/>
                <a:gd name="T74" fmla="*/ 231 w 232"/>
                <a:gd name="T75" fmla="*/ 5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100">
                  <a:moveTo>
                    <a:pt x="222" y="42"/>
                  </a:moveTo>
                  <a:cubicBezTo>
                    <a:pt x="219" y="39"/>
                    <a:pt x="215" y="41"/>
                    <a:pt x="215" y="43"/>
                  </a:cubicBezTo>
                  <a:cubicBezTo>
                    <a:pt x="214" y="45"/>
                    <a:pt x="212" y="42"/>
                    <a:pt x="207" y="42"/>
                  </a:cubicBezTo>
                  <a:cubicBezTo>
                    <a:pt x="203" y="42"/>
                    <a:pt x="203" y="44"/>
                    <a:pt x="200" y="42"/>
                  </a:cubicBezTo>
                  <a:cubicBezTo>
                    <a:pt x="197" y="39"/>
                    <a:pt x="201" y="38"/>
                    <a:pt x="201" y="38"/>
                  </a:cubicBezTo>
                  <a:cubicBezTo>
                    <a:pt x="201" y="34"/>
                    <a:pt x="201" y="34"/>
                    <a:pt x="201" y="34"/>
                  </a:cubicBezTo>
                  <a:cubicBezTo>
                    <a:pt x="207" y="22"/>
                    <a:pt x="207" y="22"/>
                    <a:pt x="207" y="22"/>
                  </a:cubicBezTo>
                  <a:cubicBezTo>
                    <a:pt x="205" y="21"/>
                    <a:pt x="203" y="21"/>
                    <a:pt x="202" y="22"/>
                  </a:cubicBezTo>
                  <a:cubicBezTo>
                    <a:pt x="200" y="22"/>
                    <a:pt x="196" y="22"/>
                    <a:pt x="195" y="20"/>
                  </a:cubicBezTo>
                  <a:cubicBezTo>
                    <a:pt x="195" y="19"/>
                    <a:pt x="188" y="19"/>
                    <a:pt x="186" y="20"/>
                  </a:cubicBezTo>
                  <a:cubicBezTo>
                    <a:pt x="185" y="21"/>
                    <a:pt x="181" y="22"/>
                    <a:pt x="180" y="24"/>
                  </a:cubicBezTo>
                  <a:cubicBezTo>
                    <a:pt x="180" y="25"/>
                    <a:pt x="176" y="25"/>
                    <a:pt x="175" y="26"/>
                  </a:cubicBezTo>
                  <a:cubicBezTo>
                    <a:pt x="173" y="27"/>
                    <a:pt x="165" y="27"/>
                    <a:pt x="165" y="28"/>
                  </a:cubicBezTo>
                  <a:cubicBezTo>
                    <a:pt x="165" y="29"/>
                    <a:pt x="157" y="29"/>
                    <a:pt x="155" y="28"/>
                  </a:cubicBezTo>
                  <a:cubicBezTo>
                    <a:pt x="154" y="27"/>
                    <a:pt x="147" y="28"/>
                    <a:pt x="146" y="27"/>
                  </a:cubicBezTo>
                  <a:cubicBezTo>
                    <a:pt x="145" y="25"/>
                    <a:pt x="142" y="24"/>
                    <a:pt x="142" y="22"/>
                  </a:cubicBezTo>
                  <a:cubicBezTo>
                    <a:pt x="142" y="21"/>
                    <a:pt x="137" y="21"/>
                    <a:pt x="136" y="20"/>
                  </a:cubicBezTo>
                  <a:cubicBezTo>
                    <a:pt x="135" y="18"/>
                    <a:pt x="131" y="18"/>
                    <a:pt x="130" y="18"/>
                  </a:cubicBezTo>
                  <a:cubicBezTo>
                    <a:pt x="130" y="19"/>
                    <a:pt x="125" y="17"/>
                    <a:pt x="123" y="17"/>
                  </a:cubicBezTo>
                  <a:cubicBezTo>
                    <a:pt x="122" y="16"/>
                    <a:pt x="118" y="17"/>
                    <a:pt x="117" y="17"/>
                  </a:cubicBezTo>
                  <a:cubicBezTo>
                    <a:pt x="115" y="17"/>
                    <a:pt x="113" y="20"/>
                    <a:pt x="111" y="20"/>
                  </a:cubicBezTo>
                  <a:cubicBezTo>
                    <a:pt x="110" y="20"/>
                    <a:pt x="106" y="17"/>
                    <a:pt x="105" y="18"/>
                  </a:cubicBezTo>
                  <a:cubicBezTo>
                    <a:pt x="104" y="19"/>
                    <a:pt x="101" y="16"/>
                    <a:pt x="100" y="15"/>
                  </a:cubicBezTo>
                  <a:cubicBezTo>
                    <a:pt x="99" y="13"/>
                    <a:pt x="100" y="10"/>
                    <a:pt x="100" y="8"/>
                  </a:cubicBezTo>
                  <a:cubicBezTo>
                    <a:pt x="99" y="7"/>
                    <a:pt x="94" y="7"/>
                    <a:pt x="92" y="6"/>
                  </a:cubicBezTo>
                  <a:cubicBezTo>
                    <a:pt x="91" y="5"/>
                    <a:pt x="88" y="4"/>
                    <a:pt x="87" y="4"/>
                  </a:cubicBezTo>
                  <a:cubicBezTo>
                    <a:pt x="85" y="4"/>
                    <a:pt x="83" y="3"/>
                    <a:pt x="82" y="3"/>
                  </a:cubicBezTo>
                  <a:cubicBezTo>
                    <a:pt x="82" y="2"/>
                    <a:pt x="78" y="1"/>
                    <a:pt x="77" y="1"/>
                  </a:cubicBezTo>
                  <a:cubicBezTo>
                    <a:pt x="75" y="0"/>
                    <a:pt x="75" y="2"/>
                    <a:pt x="74" y="3"/>
                  </a:cubicBezTo>
                  <a:cubicBezTo>
                    <a:pt x="73" y="4"/>
                    <a:pt x="71" y="4"/>
                    <a:pt x="70" y="6"/>
                  </a:cubicBezTo>
                  <a:cubicBezTo>
                    <a:pt x="70" y="7"/>
                    <a:pt x="67" y="8"/>
                    <a:pt x="67" y="9"/>
                  </a:cubicBezTo>
                  <a:cubicBezTo>
                    <a:pt x="68" y="11"/>
                    <a:pt x="69" y="15"/>
                    <a:pt x="70" y="15"/>
                  </a:cubicBezTo>
                  <a:cubicBezTo>
                    <a:pt x="71" y="16"/>
                    <a:pt x="70" y="19"/>
                    <a:pt x="70" y="20"/>
                  </a:cubicBezTo>
                  <a:cubicBezTo>
                    <a:pt x="69" y="21"/>
                    <a:pt x="64" y="21"/>
                    <a:pt x="64" y="23"/>
                  </a:cubicBezTo>
                  <a:cubicBezTo>
                    <a:pt x="63" y="24"/>
                    <a:pt x="61" y="23"/>
                    <a:pt x="58" y="21"/>
                  </a:cubicBezTo>
                  <a:cubicBezTo>
                    <a:pt x="56" y="20"/>
                    <a:pt x="54" y="21"/>
                    <a:pt x="53" y="22"/>
                  </a:cubicBezTo>
                  <a:cubicBezTo>
                    <a:pt x="51" y="23"/>
                    <a:pt x="48" y="20"/>
                    <a:pt x="46" y="19"/>
                  </a:cubicBezTo>
                  <a:cubicBezTo>
                    <a:pt x="45" y="19"/>
                    <a:pt x="45" y="15"/>
                    <a:pt x="44" y="15"/>
                  </a:cubicBezTo>
                  <a:cubicBezTo>
                    <a:pt x="43" y="15"/>
                    <a:pt x="35" y="14"/>
                    <a:pt x="34" y="13"/>
                  </a:cubicBezTo>
                  <a:cubicBezTo>
                    <a:pt x="32" y="13"/>
                    <a:pt x="29" y="13"/>
                    <a:pt x="29" y="14"/>
                  </a:cubicBezTo>
                  <a:cubicBezTo>
                    <a:pt x="28" y="15"/>
                    <a:pt x="24" y="15"/>
                    <a:pt x="24" y="17"/>
                  </a:cubicBezTo>
                  <a:cubicBezTo>
                    <a:pt x="23" y="18"/>
                    <a:pt x="20" y="19"/>
                    <a:pt x="19" y="20"/>
                  </a:cubicBezTo>
                  <a:cubicBezTo>
                    <a:pt x="18" y="21"/>
                    <a:pt x="14" y="21"/>
                    <a:pt x="13" y="23"/>
                  </a:cubicBezTo>
                  <a:cubicBezTo>
                    <a:pt x="12" y="25"/>
                    <a:pt x="8" y="26"/>
                    <a:pt x="6" y="26"/>
                  </a:cubicBezTo>
                  <a:cubicBezTo>
                    <a:pt x="5" y="26"/>
                    <a:pt x="2" y="27"/>
                    <a:pt x="1" y="28"/>
                  </a:cubicBezTo>
                  <a:cubicBezTo>
                    <a:pt x="1" y="29"/>
                    <a:pt x="1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" y="34"/>
                    <a:pt x="3" y="34"/>
                    <a:pt x="6" y="36"/>
                  </a:cubicBezTo>
                  <a:cubicBezTo>
                    <a:pt x="8" y="38"/>
                    <a:pt x="10" y="40"/>
                    <a:pt x="12" y="40"/>
                  </a:cubicBezTo>
                  <a:cubicBezTo>
                    <a:pt x="15" y="40"/>
                    <a:pt x="18" y="43"/>
                    <a:pt x="19" y="45"/>
                  </a:cubicBezTo>
                  <a:cubicBezTo>
                    <a:pt x="19" y="47"/>
                    <a:pt x="21" y="50"/>
                    <a:pt x="22" y="51"/>
                  </a:cubicBezTo>
                  <a:cubicBezTo>
                    <a:pt x="24" y="52"/>
                    <a:pt x="22" y="55"/>
                    <a:pt x="22" y="58"/>
                  </a:cubicBezTo>
                  <a:cubicBezTo>
                    <a:pt x="22" y="61"/>
                    <a:pt x="19" y="61"/>
                    <a:pt x="20" y="64"/>
                  </a:cubicBezTo>
                  <a:cubicBezTo>
                    <a:pt x="22" y="67"/>
                    <a:pt x="34" y="68"/>
                    <a:pt x="37" y="68"/>
                  </a:cubicBezTo>
                  <a:cubicBezTo>
                    <a:pt x="40" y="68"/>
                    <a:pt x="41" y="71"/>
                    <a:pt x="42" y="71"/>
                  </a:cubicBezTo>
                  <a:cubicBezTo>
                    <a:pt x="45" y="72"/>
                    <a:pt x="45" y="74"/>
                    <a:pt x="47" y="75"/>
                  </a:cubicBezTo>
                  <a:cubicBezTo>
                    <a:pt x="50" y="75"/>
                    <a:pt x="52" y="77"/>
                    <a:pt x="53" y="81"/>
                  </a:cubicBezTo>
                  <a:cubicBezTo>
                    <a:pt x="54" y="85"/>
                    <a:pt x="57" y="87"/>
                    <a:pt x="57" y="89"/>
                  </a:cubicBezTo>
                  <a:cubicBezTo>
                    <a:pt x="58" y="91"/>
                    <a:pt x="63" y="89"/>
                    <a:pt x="67" y="90"/>
                  </a:cubicBezTo>
                  <a:cubicBezTo>
                    <a:pt x="70" y="90"/>
                    <a:pt x="81" y="90"/>
                    <a:pt x="84" y="90"/>
                  </a:cubicBezTo>
                  <a:cubicBezTo>
                    <a:pt x="87" y="91"/>
                    <a:pt x="94" y="90"/>
                    <a:pt x="97" y="93"/>
                  </a:cubicBezTo>
                  <a:cubicBezTo>
                    <a:pt x="101" y="96"/>
                    <a:pt x="103" y="93"/>
                    <a:pt x="105" y="95"/>
                  </a:cubicBezTo>
                  <a:cubicBezTo>
                    <a:pt x="108" y="96"/>
                    <a:pt x="110" y="97"/>
                    <a:pt x="113" y="97"/>
                  </a:cubicBezTo>
                  <a:cubicBezTo>
                    <a:pt x="116" y="96"/>
                    <a:pt x="116" y="99"/>
                    <a:pt x="119" y="100"/>
                  </a:cubicBezTo>
                  <a:cubicBezTo>
                    <a:pt x="121" y="100"/>
                    <a:pt x="125" y="96"/>
                    <a:pt x="132" y="93"/>
                  </a:cubicBezTo>
                  <a:cubicBezTo>
                    <a:pt x="138" y="90"/>
                    <a:pt x="145" y="92"/>
                    <a:pt x="148" y="92"/>
                  </a:cubicBezTo>
                  <a:cubicBezTo>
                    <a:pt x="151" y="93"/>
                    <a:pt x="158" y="91"/>
                    <a:pt x="161" y="87"/>
                  </a:cubicBezTo>
                  <a:cubicBezTo>
                    <a:pt x="165" y="82"/>
                    <a:pt x="170" y="83"/>
                    <a:pt x="170" y="80"/>
                  </a:cubicBezTo>
                  <a:cubicBezTo>
                    <a:pt x="171" y="76"/>
                    <a:pt x="167" y="74"/>
                    <a:pt x="169" y="71"/>
                  </a:cubicBezTo>
                  <a:cubicBezTo>
                    <a:pt x="170" y="68"/>
                    <a:pt x="174" y="68"/>
                    <a:pt x="176" y="69"/>
                  </a:cubicBezTo>
                  <a:cubicBezTo>
                    <a:pt x="178" y="70"/>
                    <a:pt x="183" y="71"/>
                    <a:pt x="187" y="68"/>
                  </a:cubicBezTo>
                  <a:cubicBezTo>
                    <a:pt x="192" y="65"/>
                    <a:pt x="194" y="65"/>
                    <a:pt x="198" y="65"/>
                  </a:cubicBezTo>
                  <a:cubicBezTo>
                    <a:pt x="203" y="64"/>
                    <a:pt x="202" y="61"/>
                    <a:pt x="205" y="59"/>
                  </a:cubicBezTo>
                  <a:cubicBezTo>
                    <a:pt x="208" y="56"/>
                    <a:pt x="211" y="55"/>
                    <a:pt x="214" y="55"/>
                  </a:cubicBezTo>
                  <a:cubicBezTo>
                    <a:pt x="217" y="55"/>
                    <a:pt x="221" y="52"/>
                    <a:pt x="224" y="53"/>
                  </a:cubicBezTo>
                  <a:cubicBezTo>
                    <a:pt x="226" y="54"/>
                    <a:pt x="231" y="54"/>
                    <a:pt x="231" y="52"/>
                  </a:cubicBezTo>
                  <a:cubicBezTo>
                    <a:pt x="232" y="50"/>
                    <a:pt x="224" y="45"/>
                    <a:pt x="222" y="4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1" name="Freeform 1503">
              <a:extLst>
                <a:ext uri="{FF2B5EF4-FFF2-40B4-BE49-F238E27FC236}">
                  <a16:creationId xmlns:a16="http://schemas.microsoft.com/office/drawing/2014/main" id="{0745E3D3-353D-2206-4745-A967C6FA1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6755" y="3355807"/>
              <a:ext cx="17461" cy="41273"/>
            </a:xfrm>
            <a:custGeom>
              <a:avLst/>
              <a:gdLst>
                <a:gd name="T0" fmla="*/ 2 w 5"/>
                <a:gd name="T1" fmla="*/ 0 h 11"/>
                <a:gd name="T2" fmla="*/ 0 w 5"/>
                <a:gd name="T3" fmla="*/ 6 h 11"/>
                <a:gd name="T4" fmla="*/ 3 w 5"/>
                <a:gd name="T5" fmla="*/ 11 h 11"/>
                <a:gd name="T6" fmla="*/ 4 w 5"/>
                <a:gd name="T7" fmla="*/ 1 h 11"/>
                <a:gd name="T8" fmla="*/ 5 w 5"/>
                <a:gd name="T9" fmla="*/ 0 h 11"/>
                <a:gd name="T10" fmla="*/ 2 w 5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1">
                  <a:moveTo>
                    <a:pt x="2" y="0"/>
                  </a:moveTo>
                  <a:cubicBezTo>
                    <a:pt x="0" y="0"/>
                    <a:pt x="0" y="5"/>
                    <a:pt x="0" y="6"/>
                  </a:cubicBezTo>
                  <a:cubicBezTo>
                    <a:pt x="0" y="6"/>
                    <a:pt x="1" y="9"/>
                    <a:pt x="3" y="11"/>
                  </a:cubicBezTo>
                  <a:cubicBezTo>
                    <a:pt x="4" y="8"/>
                    <a:pt x="4" y="3"/>
                    <a:pt x="4" y="1"/>
                  </a:cubicBezTo>
                  <a:cubicBezTo>
                    <a:pt x="4" y="1"/>
                    <a:pt x="4" y="1"/>
                    <a:pt x="5" y="0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2" name="Freeform 1504">
              <a:extLst>
                <a:ext uri="{FF2B5EF4-FFF2-40B4-BE49-F238E27FC236}">
                  <a16:creationId xmlns:a16="http://schemas.microsoft.com/office/drawing/2014/main" id="{672E2599-7FF8-ACBA-C127-EEF370C90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6755" y="3355807"/>
              <a:ext cx="17461" cy="41273"/>
            </a:xfrm>
            <a:custGeom>
              <a:avLst/>
              <a:gdLst>
                <a:gd name="T0" fmla="*/ 2 w 5"/>
                <a:gd name="T1" fmla="*/ 0 h 11"/>
                <a:gd name="T2" fmla="*/ 0 w 5"/>
                <a:gd name="T3" fmla="*/ 6 h 11"/>
                <a:gd name="T4" fmla="*/ 3 w 5"/>
                <a:gd name="T5" fmla="*/ 11 h 11"/>
                <a:gd name="T6" fmla="*/ 4 w 5"/>
                <a:gd name="T7" fmla="*/ 1 h 11"/>
                <a:gd name="T8" fmla="*/ 5 w 5"/>
                <a:gd name="T9" fmla="*/ 0 h 11"/>
                <a:gd name="T10" fmla="*/ 2 w 5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1">
                  <a:moveTo>
                    <a:pt x="2" y="0"/>
                  </a:moveTo>
                  <a:cubicBezTo>
                    <a:pt x="0" y="0"/>
                    <a:pt x="0" y="5"/>
                    <a:pt x="0" y="6"/>
                  </a:cubicBezTo>
                  <a:cubicBezTo>
                    <a:pt x="0" y="6"/>
                    <a:pt x="1" y="9"/>
                    <a:pt x="3" y="11"/>
                  </a:cubicBezTo>
                  <a:cubicBezTo>
                    <a:pt x="4" y="8"/>
                    <a:pt x="4" y="3"/>
                    <a:pt x="4" y="1"/>
                  </a:cubicBezTo>
                  <a:cubicBezTo>
                    <a:pt x="4" y="1"/>
                    <a:pt x="4" y="1"/>
                    <a:pt x="5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3" name="Freeform 1505">
              <a:extLst>
                <a:ext uri="{FF2B5EF4-FFF2-40B4-BE49-F238E27FC236}">
                  <a16:creationId xmlns:a16="http://schemas.microsoft.com/office/drawing/2014/main" id="{CA130B92-EF2E-3BC8-6896-8B7368B29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2945" y="3328820"/>
              <a:ext cx="41271" cy="120644"/>
            </a:xfrm>
            <a:custGeom>
              <a:avLst/>
              <a:gdLst>
                <a:gd name="T0" fmla="*/ 5 w 11"/>
                <a:gd name="T1" fmla="*/ 32 h 32"/>
                <a:gd name="T2" fmla="*/ 6 w 11"/>
                <a:gd name="T3" fmla="*/ 32 h 32"/>
                <a:gd name="T4" fmla="*/ 8 w 11"/>
                <a:gd name="T5" fmla="*/ 21 h 32"/>
                <a:gd name="T6" fmla="*/ 9 w 11"/>
                <a:gd name="T7" fmla="*/ 17 h 32"/>
                <a:gd name="T8" fmla="*/ 6 w 11"/>
                <a:gd name="T9" fmla="*/ 12 h 32"/>
                <a:gd name="T10" fmla="*/ 8 w 11"/>
                <a:gd name="T11" fmla="*/ 7 h 32"/>
                <a:gd name="T12" fmla="*/ 10 w 11"/>
                <a:gd name="T13" fmla="*/ 7 h 32"/>
                <a:gd name="T14" fmla="*/ 11 w 11"/>
                <a:gd name="T15" fmla="*/ 2 h 32"/>
                <a:gd name="T16" fmla="*/ 7 w 11"/>
                <a:gd name="T17" fmla="*/ 0 h 32"/>
                <a:gd name="T18" fmla="*/ 6 w 11"/>
                <a:gd name="T19" fmla="*/ 4 h 32"/>
                <a:gd name="T20" fmla="*/ 0 w 11"/>
                <a:gd name="T21" fmla="*/ 17 h 32"/>
                <a:gd name="T22" fmla="*/ 5 w 11"/>
                <a:gd name="T23" fmla="*/ 31 h 32"/>
                <a:gd name="T24" fmla="*/ 5 w 11"/>
                <a:gd name="T2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32">
                  <a:moveTo>
                    <a:pt x="5" y="32"/>
                  </a:moveTo>
                  <a:cubicBezTo>
                    <a:pt x="5" y="32"/>
                    <a:pt x="5" y="32"/>
                    <a:pt x="6" y="32"/>
                  </a:cubicBezTo>
                  <a:cubicBezTo>
                    <a:pt x="6" y="27"/>
                    <a:pt x="7" y="22"/>
                    <a:pt x="8" y="21"/>
                  </a:cubicBezTo>
                  <a:cubicBezTo>
                    <a:pt x="9" y="20"/>
                    <a:pt x="9" y="19"/>
                    <a:pt x="9" y="17"/>
                  </a:cubicBezTo>
                  <a:cubicBezTo>
                    <a:pt x="7" y="15"/>
                    <a:pt x="6" y="13"/>
                    <a:pt x="6" y="12"/>
                  </a:cubicBezTo>
                  <a:cubicBezTo>
                    <a:pt x="6" y="12"/>
                    <a:pt x="7" y="7"/>
                    <a:pt x="8" y="7"/>
                  </a:cubicBezTo>
                  <a:cubicBezTo>
                    <a:pt x="8" y="7"/>
                    <a:pt x="9" y="7"/>
                    <a:pt x="10" y="7"/>
                  </a:cubicBezTo>
                  <a:cubicBezTo>
                    <a:pt x="11" y="6"/>
                    <a:pt x="11" y="4"/>
                    <a:pt x="11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1"/>
                    <a:pt x="6" y="3"/>
                    <a:pt x="6" y="4"/>
                  </a:cubicBezTo>
                  <a:cubicBezTo>
                    <a:pt x="5" y="8"/>
                    <a:pt x="1" y="15"/>
                    <a:pt x="0" y="17"/>
                  </a:cubicBezTo>
                  <a:cubicBezTo>
                    <a:pt x="5" y="31"/>
                    <a:pt x="5" y="31"/>
                    <a:pt x="5" y="31"/>
                  </a:cubicBezTo>
                  <a:lnTo>
                    <a:pt x="5" y="3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4" name="Freeform 1507">
              <a:extLst>
                <a:ext uri="{FF2B5EF4-FFF2-40B4-BE49-F238E27FC236}">
                  <a16:creationId xmlns:a16="http://schemas.microsoft.com/office/drawing/2014/main" id="{BA0AD8D9-7AE4-A4FF-3570-04E76CCF9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1992" y="3328820"/>
              <a:ext cx="120640" cy="131757"/>
            </a:xfrm>
            <a:custGeom>
              <a:avLst/>
              <a:gdLst>
                <a:gd name="T0" fmla="*/ 30 w 32"/>
                <a:gd name="T1" fmla="*/ 0 h 35"/>
                <a:gd name="T2" fmla="*/ 20 w 32"/>
                <a:gd name="T3" fmla="*/ 4 h 35"/>
                <a:gd name="T4" fmla="*/ 13 w 32"/>
                <a:gd name="T5" fmla="*/ 8 h 35"/>
                <a:gd name="T6" fmla="*/ 6 w 32"/>
                <a:gd name="T7" fmla="*/ 5 h 35"/>
                <a:gd name="T8" fmla="*/ 6 w 32"/>
                <a:gd name="T9" fmla="*/ 2 h 35"/>
                <a:gd name="T10" fmla="*/ 5 w 32"/>
                <a:gd name="T11" fmla="*/ 2 h 35"/>
                <a:gd name="T12" fmla="*/ 4 w 32"/>
                <a:gd name="T13" fmla="*/ 8 h 35"/>
                <a:gd name="T14" fmla="*/ 3 w 32"/>
                <a:gd name="T15" fmla="*/ 21 h 35"/>
                <a:gd name="T16" fmla="*/ 0 w 32"/>
                <a:gd name="T17" fmla="*/ 32 h 35"/>
                <a:gd name="T18" fmla="*/ 7 w 32"/>
                <a:gd name="T19" fmla="*/ 35 h 35"/>
                <a:gd name="T20" fmla="*/ 13 w 32"/>
                <a:gd name="T21" fmla="*/ 30 h 35"/>
                <a:gd name="T22" fmla="*/ 18 w 32"/>
                <a:gd name="T23" fmla="*/ 28 h 35"/>
                <a:gd name="T24" fmla="*/ 22 w 32"/>
                <a:gd name="T25" fmla="*/ 24 h 35"/>
                <a:gd name="T26" fmla="*/ 17 w 32"/>
                <a:gd name="T27" fmla="*/ 18 h 35"/>
                <a:gd name="T28" fmla="*/ 24 w 32"/>
                <a:gd name="T29" fmla="*/ 13 h 35"/>
                <a:gd name="T30" fmla="*/ 32 w 32"/>
                <a:gd name="T31" fmla="*/ 11 h 35"/>
                <a:gd name="T32" fmla="*/ 32 w 32"/>
                <a:gd name="T33" fmla="*/ 11 h 35"/>
                <a:gd name="T34" fmla="*/ 30 w 32"/>
                <a:gd name="T35" fmla="*/ 3 h 35"/>
                <a:gd name="T36" fmla="*/ 30 w 32"/>
                <a:gd name="T3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" h="35">
                  <a:moveTo>
                    <a:pt x="30" y="0"/>
                  </a:moveTo>
                  <a:cubicBezTo>
                    <a:pt x="25" y="2"/>
                    <a:pt x="21" y="4"/>
                    <a:pt x="20" y="4"/>
                  </a:cubicBezTo>
                  <a:cubicBezTo>
                    <a:pt x="18" y="5"/>
                    <a:pt x="13" y="8"/>
                    <a:pt x="13" y="8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4"/>
                    <a:pt x="5" y="7"/>
                    <a:pt x="4" y="8"/>
                  </a:cubicBezTo>
                  <a:cubicBezTo>
                    <a:pt x="4" y="10"/>
                    <a:pt x="4" y="19"/>
                    <a:pt x="3" y="21"/>
                  </a:cubicBezTo>
                  <a:cubicBezTo>
                    <a:pt x="2" y="22"/>
                    <a:pt x="1" y="27"/>
                    <a:pt x="0" y="32"/>
                  </a:cubicBezTo>
                  <a:cubicBezTo>
                    <a:pt x="3" y="33"/>
                    <a:pt x="6" y="34"/>
                    <a:pt x="7" y="35"/>
                  </a:cubicBezTo>
                  <a:cubicBezTo>
                    <a:pt x="10" y="35"/>
                    <a:pt x="13" y="32"/>
                    <a:pt x="13" y="30"/>
                  </a:cubicBezTo>
                  <a:cubicBezTo>
                    <a:pt x="13" y="28"/>
                    <a:pt x="15" y="28"/>
                    <a:pt x="18" y="28"/>
                  </a:cubicBezTo>
                  <a:cubicBezTo>
                    <a:pt x="20" y="28"/>
                    <a:pt x="20" y="25"/>
                    <a:pt x="22" y="24"/>
                  </a:cubicBezTo>
                  <a:cubicBezTo>
                    <a:pt x="24" y="24"/>
                    <a:pt x="18" y="19"/>
                    <a:pt x="17" y="18"/>
                  </a:cubicBezTo>
                  <a:cubicBezTo>
                    <a:pt x="15" y="17"/>
                    <a:pt x="18" y="13"/>
                    <a:pt x="24" y="13"/>
                  </a:cubicBezTo>
                  <a:cubicBezTo>
                    <a:pt x="30" y="13"/>
                    <a:pt x="28" y="11"/>
                    <a:pt x="32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8"/>
                    <a:pt x="31" y="5"/>
                    <a:pt x="30" y="3"/>
                  </a:cubicBezTo>
                  <a:cubicBezTo>
                    <a:pt x="30" y="2"/>
                    <a:pt x="30" y="1"/>
                    <a:pt x="30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5" name="Freeform 1509">
              <a:extLst>
                <a:ext uri="{FF2B5EF4-FFF2-40B4-BE49-F238E27FC236}">
                  <a16:creationId xmlns:a16="http://schemas.microsoft.com/office/drawing/2014/main" id="{A0B0DA76-A638-8D70-8E82-265FF15D0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2354" y="3014512"/>
              <a:ext cx="303190" cy="134931"/>
            </a:xfrm>
            <a:custGeom>
              <a:avLst/>
              <a:gdLst>
                <a:gd name="T0" fmla="*/ 75 w 81"/>
                <a:gd name="T1" fmla="*/ 7 h 36"/>
                <a:gd name="T2" fmla="*/ 68 w 81"/>
                <a:gd name="T3" fmla="*/ 5 h 36"/>
                <a:gd name="T4" fmla="*/ 49 w 81"/>
                <a:gd name="T5" fmla="*/ 4 h 36"/>
                <a:gd name="T6" fmla="*/ 39 w 81"/>
                <a:gd name="T7" fmla="*/ 1 h 36"/>
                <a:gd name="T8" fmla="*/ 31 w 81"/>
                <a:gd name="T9" fmla="*/ 4 h 36"/>
                <a:gd name="T10" fmla="*/ 25 w 81"/>
                <a:gd name="T11" fmla="*/ 5 h 36"/>
                <a:gd name="T12" fmla="*/ 15 w 81"/>
                <a:gd name="T13" fmla="*/ 5 h 36"/>
                <a:gd name="T14" fmla="*/ 10 w 81"/>
                <a:gd name="T15" fmla="*/ 11 h 36"/>
                <a:gd name="T16" fmla="*/ 8 w 81"/>
                <a:gd name="T17" fmla="*/ 15 h 36"/>
                <a:gd name="T18" fmla="*/ 11 w 81"/>
                <a:gd name="T19" fmla="*/ 17 h 36"/>
                <a:gd name="T20" fmla="*/ 17 w 81"/>
                <a:gd name="T21" fmla="*/ 17 h 36"/>
                <a:gd name="T22" fmla="*/ 27 w 81"/>
                <a:gd name="T23" fmla="*/ 22 h 36"/>
                <a:gd name="T24" fmla="*/ 24 w 81"/>
                <a:gd name="T25" fmla="*/ 26 h 36"/>
                <a:gd name="T26" fmla="*/ 17 w 81"/>
                <a:gd name="T27" fmla="*/ 27 h 36"/>
                <a:gd name="T28" fmla="*/ 6 w 81"/>
                <a:gd name="T29" fmla="*/ 28 h 36"/>
                <a:gd name="T30" fmla="*/ 1 w 81"/>
                <a:gd name="T31" fmla="*/ 33 h 36"/>
                <a:gd name="T32" fmla="*/ 11 w 81"/>
                <a:gd name="T33" fmla="*/ 34 h 36"/>
                <a:gd name="T34" fmla="*/ 18 w 81"/>
                <a:gd name="T35" fmla="*/ 34 h 36"/>
                <a:gd name="T36" fmla="*/ 24 w 81"/>
                <a:gd name="T37" fmla="*/ 35 h 36"/>
                <a:gd name="T38" fmla="*/ 34 w 81"/>
                <a:gd name="T39" fmla="*/ 34 h 36"/>
                <a:gd name="T40" fmla="*/ 35 w 81"/>
                <a:gd name="T41" fmla="*/ 31 h 36"/>
                <a:gd name="T42" fmla="*/ 38 w 81"/>
                <a:gd name="T43" fmla="*/ 29 h 36"/>
                <a:gd name="T44" fmla="*/ 42 w 81"/>
                <a:gd name="T45" fmla="*/ 26 h 36"/>
                <a:gd name="T46" fmla="*/ 47 w 81"/>
                <a:gd name="T47" fmla="*/ 25 h 36"/>
                <a:gd name="T48" fmla="*/ 51 w 81"/>
                <a:gd name="T49" fmla="*/ 26 h 36"/>
                <a:gd name="T50" fmla="*/ 56 w 81"/>
                <a:gd name="T51" fmla="*/ 23 h 36"/>
                <a:gd name="T52" fmla="*/ 62 w 81"/>
                <a:gd name="T53" fmla="*/ 21 h 36"/>
                <a:gd name="T54" fmla="*/ 68 w 81"/>
                <a:gd name="T55" fmla="*/ 18 h 36"/>
                <a:gd name="T56" fmla="*/ 74 w 81"/>
                <a:gd name="T57" fmla="*/ 14 h 36"/>
                <a:gd name="T58" fmla="*/ 81 w 81"/>
                <a:gd name="T59" fmla="*/ 11 h 36"/>
                <a:gd name="T60" fmla="*/ 81 w 81"/>
                <a:gd name="T61" fmla="*/ 9 h 36"/>
                <a:gd name="T62" fmla="*/ 75 w 81"/>
                <a:gd name="T63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1" h="36">
                  <a:moveTo>
                    <a:pt x="75" y="7"/>
                  </a:moveTo>
                  <a:cubicBezTo>
                    <a:pt x="72" y="4"/>
                    <a:pt x="71" y="6"/>
                    <a:pt x="68" y="5"/>
                  </a:cubicBezTo>
                  <a:cubicBezTo>
                    <a:pt x="65" y="4"/>
                    <a:pt x="52" y="3"/>
                    <a:pt x="49" y="4"/>
                  </a:cubicBezTo>
                  <a:cubicBezTo>
                    <a:pt x="46" y="5"/>
                    <a:pt x="41" y="2"/>
                    <a:pt x="39" y="1"/>
                  </a:cubicBezTo>
                  <a:cubicBezTo>
                    <a:pt x="37" y="0"/>
                    <a:pt x="32" y="1"/>
                    <a:pt x="31" y="4"/>
                  </a:cubicBezTo>
                  <a:cubicBezTo>
                    <a:pt x="31" y="7"/>
                    <a:pt x="29" y="7"/>
                    <a:pt x="25" y="5"/>
                  </a:cubicBezTo>
                  <a:cubicBezTo>
                    <a:pt x="21" y="3"/>
                    <a:pt x="15" y="3"/>
                    <a:pt x="15" y="5"/>
                  </a:cubicBezTo>
                  <a:cubicBezTo>
                    <a:pt x="15" y="8"/>
                    <a:pt x="12" y="10"/>
                    <a:pt x="10" y="11"/>
                  </a:cubicBezTo>
                  <a:cubicBezTo>
                    <a:pt x="10" y="11"/>
                    <a:pt x="9" y="13"/>
                    <a:pt x="8" y="15"/>
                  </a:cubicBezTo>
                  <a:cubicBezTo>
                    <a:pt x="9" y="15"/>
                    <a:pt x="10" y="16"/>
                    <a:pt x="11" y="17"/>
                  </a:cubicBezTo>
                  <a:cubicBezTo>
                    <a:pt x="12" y="19"/>
                    <a:pt x="16" y="19"/>
                    <a:pt x="17" y="17"/>
                  </a:cubicBezTo>
                  <a:cubicBezTo>
                    <a:pt x="17" y="15"/>
                    <a:pt x="23" y="19"/>
                    <a:pt x="27" y="22"/>
                  </a:cubicBezTo>
                  <a:cubicBezTo>
                    <a:pt x="30" y="25"/>
                    <a:pt x="25" y="23"/>
                    <a:pt x="24" y="26"/>
                  </a:cubicBezTo>
                  <a:cubicBezTo>
                    <a:pt x="22" y="28"/>
                    <a:pt x="18" y="26"/>
                    <a:pt x="17" y="27"/>
                  </a:cubicBezTo>
                  <a:cubicBezTo>
                    <a:pt x="15" y="28"/>
                    <a:pt x="8" y="28"/>
                    <a:pt x="6" y="28"/>
                  </a:cubicBezTo>
                  <a:cubicBezTo>
                    <a:pt x="4" y="28"/>
                    <a:pt x="0" y="31"/>
                    <a:pt x="1" y="33"/>
                  </a:cubicBezTo>
                  <a:cubicBezTo>
                    <a:pt x="1" y="34"/>
                    <a:pt x="8" y="32"/>
                    <a:pt x="11" y="34"/>
                  </a:cubicBezTo>
                  <a:cubicBezTo>
                    <a:pt x="14" y="35"/>
                    <a:pt x="16" y="32"/>
                    <a:pt x="18" y="34"/>
                  </a:cubicBezTo>
                  <a:cubicBezTo>
                    <a:pt x="19" y="36"/>
                    <a:pt x="22" y="34"/>
                    <a:pt x="24" y="35"/>
                  </a:cubicBezTo>
                  <a:cubicBezTo>
                    <a:pt x="25" y="36"/>
                    <a:pt x="33" y="34"/>
                    <a:pt x="34" y="34"/>
                  </a:cubicBezTo>
                  <a:cubicBezTo>
                    <a:pt x="34" y="33"/>
                    <a:pt x="35" y="32"/>
                    <a:pt x="35" y="31"/>
                  </a:cubicBezTo>
                  <a:cubicBezTo>
                    <a:pt x="35" y="29"/>
                    <a:pt x="36" y="29"/>
                    <a:pt x="38" y="29"/>
                  </a:cubicBezTo>
                  <a:cubicBezTo>
                    <a:pt x="40" y="28"/>
                    <a:pt x="41" y="26"/>
                    <a:pt x="42" y="26"/>
                  </a:cubicBezTo>
                  <a:cubicBezTo>
                    <a:pt x="43" y="26"/>
                    <a:pt x="45" y="24"/>
                    <a:pt x="47" y="25"/>
                  </a:cubicBezTo>
                  <a:cubicBezTo>
                    <a:pt x="48" y="25"/>
                    <a:pt x="50" y="27"/>
                    <a:pt x="51" y="26"/>
                  </a:cubicBezTo>
                  <a:cubicBezTo>
                    <a:pt x="53" y="25"/>
                    <a:pt x="53" y="26"/>
                    <a:pt x="56" y="23"/>
                  </a:cubicBezTo>
                  <a:cubicBezTo>
                    <a:pt x="58" y="20"/>
                    <a:pt x="59" y="21"/>
                    <a:pt x="62" y="21"/>
                  </a:cubicBezTo>
                  <a:cubicBezTo>
                    <a:pt x="66" y="21"/>
                    <a:pt x="67" y="20"/>
                    <a:pt x="68" y="18"/>
                  </a:cubicBezTo>
                  <a:cubicBezTo>
                    <a:pt x="69" y="16"/>
                    <a:pt x="72" y="16"/>
                    <a:pt x="74" y="14"/>
                  </a:cubicBezTo>
                  <a:cubicBezTo>
                    <a:pt x="76" y="13"/>
                    <a:pt x="79" y="12"/>
                    <a:pt x="81" y="11"/>
                  </a:cubicBezTo>
                  <a:cubicBezTo>
                    <a:pt x="81" y="11"/>
                    <a:pt x="81" y="10"/>
                    <a:pt x="81" y="9"/>
                  </a:cubicBezTo>
                  <a:cubicBezTo>
                    <a:pt x="79" y="7"/>
                    <a:pt x="77" y="10"/>
                    <a:pt x="75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6" name="Freeform 1511">
              <a:extLst>
                <a:ext uri="{FF2B5EF4-FFF2-40B4-BE49-F238E27FC236}">
                  <a16:creationId xmlns:a16="http://schemas.microsoft.com/office/drawing/2014/main" id="{97DFA8B1-108C-C435-2B9B-F2FB02BAC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6919" y="3000225"/>
              <a:ext cx="195246" cy="88896"/>
            </a:xfrm>
            <a:custGeom>
              <a:avLst/>
              <a:gdLst>
                <a:gd name="T0" fmla="*/ 21 w 52"/>
                <a:gd name="T1" fmla="*/ 18 h 24"/>
                <a:gd name="T2" fmla="*/ 26 w 52"/>
                <a:gd name="T3" fmla="*/ 23 h 24"/>
                <a:gd name="T4" fmla="*/ 27 w 52"/>
                <a:gd name="T5" fmla="*/ 23 h 24"/>
                <a:gd name="T6" fmla="*/ 34 w 52"/>
                <a:gd name="T7" fmla="*/ 22 h 24"/>
                <a:gd name="T8" fmla="*/ 41 w 52"/>
                <a:gd name="T9" fmla="*/ 22 h 24"/>
                <a:gd name="T10" fmla="*/ 40 w 52"/>
                <a:gd name="T11" fmla="*/ 21 h 24"/>
                <a:gd name="T12" fmla="*/ 46 w 52"/>
                <a:gd name="T13" fmla="*/ 22 h 24"/>
                <a:gd name="T14" fmla="*/ 51 w 52"/>
                <a:gd name="T15" fmla="*/ 23 h 24"/>
                <a:gd name="T16" fmla="*/ 49 w 52"/>
                <a:gd name="T17" fmla="*/ 19 h 24"/>
                <a:gd name="T18" fmla="*/ 50 w 52"/>
                <a:gd name="T19" fmla="*/ 17 h 24"/>
                <a:gd name="T20" fmla="*/ 46 w 52"/>
                <a:gd name="T21" fmla="*/ 14 h 24"/>
                <a:gd name="T22" fmla="*/ 43 w 52"/>
                <a:gd name="T23" fmla="*/ 9 h 24"/>
                <a:gd name="T24" fmla="*/ 41 w 52"/>
                <a:gd name="T25" fmla="*/ 8 h 24"/>
                <a:gd name="T26" fmla="*/ 33 w 52"/>
                <a:gd name="T27" fmla="*/ 9 h 24"/>
                <a:gd name="T28" fmla="*/ 28 w 52"/>
                <a:gd name="T29" fmla="*/ 7 h 24"/>
                <a:gd name="T30" fmla="*/ 24 w 52"/>
                <a:gd name="T31" fmla="*/ 4 h 24"/>
                <a:gd name="T32" fmla="*/ 12 w 52"/>
                <a:gd name="T33" fmla="*/ 3 h 24"/>
                <a:gd name="T34" fmla="*/ 3 w 52"/>
                <a:gd name="T35" fmla="*/ 0 h 24"/>
                <a:gd name="T36" fmla="*/ 0 w 52"/>
                <a:gd name="T37" fmla="*/ 2 h 24"/>
                <a:gd name="T38" fmla="*/ 12 w 52"/>
                <a:gd name="T39" fmla="*/ 8 h 24"/>
                <a:gd name="T40" fmla="*/ 15 w 52"/>
                <a:gd name="T41" fmla="*/ 16 h 24"/>
                <a:gd name="T42" fmla="*/ 13 w 52"/>
                <a:gd name="T43" fmla="*/ 19 h 24"/>
                <a:gd name="T44" fmla="*/ 21 w 52"/>
                <a:gd name="T4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" h="24">
                  <a:moveTo>
                    <a:pt x="21" y="18"/>
                  </a:moveTo>
                  <a:cubicBezTo>
                    <a:pt x="23" y="17"/>
                    <a:pt x="24" y="20"/>
                    <a:pt x="26" y="23"/>
                  </a:cubicBezTo>
                  <a:cubicBezTo>
                    <a:pt x="26" y="23"/>
                    <a:pt x="26" y="23"/>
                    <a:pt x="27" y="23"/>
                  </a:cubicBezTo>
                  <a:cubicBezTo>
                    <a:pt x="29" y="23"/>
                    <a:pt x="31" y="22"/>
                    <a:pt x="34" y="22"/>
                  </a:cubicBezTo>
                  <a:cubicBezTo>
                    <a:pt x="36" y="21"/>
                    <a:pt x="39" y="22"/>
                    <a:pt x="41" y="22"/>
                  </a:cubicBezTo>
                  <a:cubicBezTo>
                    <a:pt x="40" y="22"/>
                    <a:pt x="40" y="21"/>
                    <a:pt x="40" y="21"/>
                  </a:cubicBezTo>
                  <a:cubicBezTo>
                    <a:pt x="41" y="19"/>
                    <a:pt x="44" y="21"/>
                    <a:pt x="46" y="22"/>
                  </a:cubicBezTo>
                  <a:cubicBezTo>
                    <a:pt x="47" y="23"/>
                    <a:pt x="50" y="24"/>
                    <a:pt x="51" y="23"/>
                  </a:cubicBezTo>
                  <a:cubicBezTo>
                    <a:pt x="52" y="22"/>
                    <a:pt x="50" y="20"/>
                    <a:pt x="49" y="19"/>
                  </a:cubicBezTo>
                  <a:cubicBezTo>
                    <a:pt x="49" y="19"/>
                    <a:pt x="49" y="18"/>
                    <a:pt x="50" y="17"/>
                  </a:cubicBezTo>
                  <a:cubicBezTo>
                    <a:pt x="48" y="15"/>
                    <a:pt x="46" y="14"/>
                    <a:pt x="46" y="14"/>
                  </a:cubicBezTo>
                  <a:cubicBezTo>
                    <a:pt x="45" y="15"/>
                    <a:pt x="45" y="9"/>
                    <a:pt x="43" y="9"/>
                  </a:cubicBezTo>
                  <a:cubicBezTo>
                    <a:pt x="42" y="9"/>
                    <a:pt x="42" y="8"/>
                    <a:pt x="41" y="8"/>
                  </a:cubicBezTo>
                  <a:cubicBezTo>
                    <a:pt x="39" y="8"/>
                    <a:pt x="34" y="8"/>
                    <a:pt x="33" y="9"/>
                  </a:cubicBezTo>
                  <a:cubicBezTo>
                    <a:pt x="32" y="10"/>
                    <a:pt x="30" y="7"/>
                    <a:pt x="28" y="7"/>
                  </a:cubicBezTo>
                  <a:cubicBezTo>
                    <a:pt x="27" y="7"/>
                    <a:pt x="25" y="5"/>
                    <a:pt x="24" y="4"/>
                  </a:cubicBezTo>
                  <a:cubicBezTo>
                    <a:pt x="23" y="3"/>
                    <a:pt x="14" y="5"/>
                    <a:pt x="12" y="3"/>
                  </a:cubicBezTo>
                  <a:cubicBezTo>
                    <a:pt x="10" y="1"/>
                    <a:pt x="5" y="0"/>
                    <a:pt x="3" y="0"/>
                  </a:cubicBezTo>
                  <a:cubicBezTo>
                    <a:pt x="3" y="0"/>
                    <a:pt x="2" y="1"/>
                    <a:pt x="0" y="2"/>
                  </a:cubicBezTo>
                  <a:cubicBezTo>
                    <a:pt x="5" y="4"/>
                    <a:pt x="11" y="4"/>
                    <a:pt x="12" y="8"/>
                  </a:cubicBezTo>
                  <a:cubicBezTo>
                    <a:pt x="13" y="14"/>
                    <a:pt x="16" y="11"/>
                    <a:pt x="15" y="16"/>
                  </a:cubicBezTo>
                  <a:cubicBezTo>
                    <a:pt x="15" y="17"/>
                    <a:pt x="14" y="18"/>
                    <a:pt x="13" y="19"/>
                  </a:cubicBezTo>
                  <a:cubicBezTo>
                    <a:pt x="17" y="19"/>
                    <a:pt x="20" y="19"/>
                    <a:pt x="21" y="1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7" name="Freeform 1513">
              <a:extLst>
                <a:ext uri="{FF2B5EF4-FFF2-40B4-BE49-F238E27FC236}">
                  <a16:creationId xmlns:a16="http://schemas.microsoft.com/office/drawing/2014/main" id="{DE563354-7F77-45E9-BB51-4F8EE6544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2049" y="3238900"/>
              <a:ext cx="68258" cy="63496"/>
            </a:xfrm>
            <a:custGeom>
              <a:avLst/>
              <a:gdLst>
                <a:gd name="T0" fmla="*/ 8 w 18"/>
                <a:gd name="T1" fmla="*/ 0 h 17"/>
                <a:gd name="T2" fmla="*/ 0 w 18"/>
                <a:gd name="T3" fmla="*/ 5 h 17"/>
                <a:gd name="T4" fmla="*/ 1 w 18"/>
                <a:gd name="T5" fmla="*/ 7 h 17"/>
                <a:gd name="T6" fmla="*/ 6 w 18"/>
                <a:gd name="T7" fmla="*/ 12 h 17"/>
                <a:gd name="T8" fmla="*/ 6 w 18"/>
                <a:gd name="T9" fmla="*/ 17 h 17"/>
                <a:gd name="T10" fmla="*/ 10 w 18"/>
                <a:gd name="T11" fmla="*/ 17 h 17"/>
                <a:gd name="T12" fmla="*/ 17 w 18"/>
                <a:gd name="T13" fmla="*/ 7 h 17"/>
                <a:gd name="T14" fmla="*/ 8 w 18"/>
                <a:gd name="T1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7">
                  <a:moveTo>
                    <a:pt x="8" y="0"/>
                  </a:moveTo>
                  <a:cubicBezTo>
                    <a:pt x="6" y="0"/>
                    <a:pt x="1" y="3"/>
                    <a:pt x="0" y="5"/>
                  </a:cubicBezTo>
                  <a:cubicBezTo>
                    <a:pt x="0" y="6"/>
                    <a:pt x="1" y="6"/>
                    <a:pt x="1" y="7"/>
                  </a:cubicBezTo>
                  <a:cubicBezTo>
                    <a:pt x="2" y="9"/>
                    <a:pt x="4" y="11"/>
                    <a:pt x="6" y="12"/>
                  </a:cubicBezTo>
                  <a:cubicBezTo>
                    <a:pt x="7" y="13"/>
                    <a:pt x="7" y="15"/>
                    <a:pt x="6" y="17"/>
                  </a:cubicBezTo>
                  <a:cubicBezTo>
                    <a:pt x="8" y="17"/>
                    <a:pt x="9" y="17"/>
                    <a:pt x="10" y="17"/>
                  </a:cubicBezTo>
                  <a:cubicBezTo>
                    <a:pt x="12" y="16"/>
                    <a:pt x="17" y="9"/>
                    <a:pt x="17" y="7"/>
                  </a:cubicBezTo>
                  <a:cubicBezTo>
                    <a:pt x="18" y="6"/>
                    <a:pt x="11" y="0"/>
                    <a:pt x="8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8" name="Freeform 1515">
              <a:extLst>
                <a:ext uri="{FF2B5EF4-FFF2-40B4-BE49-F238E27FC236}">
                  <a16:creationId xmlns:a16="http://schemas.microsoft.com/office/drawing/2014/main" id="{B0C2D2A4-2C07-FAC0-BC3E-4565782BB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3376" y="3025622"/>
              <a:ext cx="190485" cy="184141"/>
            </a:xfrm>
            <a:custGeom>
              <a:avLst/>
              <a:gdLst>
                <a:gd name="T0" fmla="*/ 49 w 51"/>
                <a:gd name="T1" fmla="*/ 2 h 49"/>
                <a:gd name="T2" fmla="*/ 43 w 51"/>
                <a:gd name="T3" fmla="*/ 0 h 49"/>
                <a:gd name="T4" fmla="*/ 39 w 51"/>
                <a:gd name="T5" fmla="*/ 6 h 49"/>
                <a:gd name="T6" fmla="*/ 33 w 51"/>
                <a:gd name="T7" fmla="*/ 10 h 49"/>
                <a:gd name="T8" fmla="*/ 30 w 51"/>
                <a:gd name="T9" fmla="*/ 13 h 49"/>
                <a:gd name="T10" fmla="*/ 25 w 51"/>
                <a:gd name="T11" fmla="*/ 14 h 49"/>
                <a:gd name="T12" fmla="*/ 21 w 51"/>
                <a:gd name="T13" fmla="*/ 12 h 49"/>
                <a:gd name="T14" fmla="*/ 16 w 51"/>
                <a:gd name="T15" fmla="*/ 17 h 49"/>
                <a:gd name="T16" fmla="*/ 2 w 51"/>
                <a:gd name="T17" fmla="*/ 25 h 49"/>
                <a:gd name="T18" fmla="*/ 0 w 51"/>
                <a:gd name="T19" fmla="*/ 28 h 49"/>
                <a:gd name="T20" fmla="*/ 8 w 51"/>
                <a:gd name="T21" fmla="*/ 32 h 49"/>
                <a:gd name="T22" fmla="*/ 4 w 51"/>
                <a:gd name="T23" fmla="*/ 41 h 49"/>
                <a:gd name="T24" fmla="*/ 5 w 51"/>
                <a:gd name="T25" fmla="*/ 45 h 49"/>
                <a:gd name="T26" fmla="*/ 9 w 51"/>
                <a:gd name="T27" fmla="*/ 47 h 49"/>
                <a:gd name="T28" fmla="*/ 15 w 51"/>
                <a:gd name="T29" fmla="*/ 46 h 49"/>
                <a:gd name="T30" fmla="*/ 16 w 51"/>
                <a:gd name="T31" fmla="*/ 47 h 49"/>
                <a:gd name="T32" fmla="*/ 21 w 51"/>
                <a:gd name="T33" fmla="*/ 44 h 49"/>
                <a:gd name="T34" fmla="*/ 28 w 51"/>
                <a:gd name="T35" fmla="*/ 42 h 49"/>
                <a:gd name="T36" fmla="*/ 32 w 51"/>
                <a:gd name="T37" fmla="*/ 41 h 49"/>
                <a:gd name="T38" fmla="*/ 25 w 51"/>
                <a:gd name="T39" fmla="*/ 34 h 49"/>
                <a:gd name="T40" fmla="*/ 27 w 51"/>
                <a:gd name="T41" fmla="*/ 28 h 49"/>
                <a:gd name="T42" fmla="*/ 40 w 51"/>
                <a:gd name="T43" fmla="*/ 20 h 49"/>
                <a:gd name="T44" fmla="*/ 43 w 51"/>
                <a:gd name="T45" fmla="*/ 11 h 49"/>
                <a:gd name="T46" fmla="*/ 51 w 51"/>
                <a:gd name="T47" fmla="*/ 3 h 49"/>
                <a:gd name="T48" fmla="*/ 49 w 51"/>
                <a:gd name="T49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1" h="49">
                  <a:moveTo>
                    <a:pt x="49" y="2"/>
                  </a:moveTo>
                  <a:cubicBezTo>
                    <a:pt x="46" y="3"/>
                    <a:pt x="45" y="0"/>
                    <a:pt x="43" y="0"/>
                  </a:cubicBezTo>
                  <a:cubicBezTo>
                    <a:pt x="40" y="0"/>
                    <a:pt x="41" y="6"/>
                    <a:pt x="39" y="6"/>
                  </a:cubicBezTo>
                  <a:cubicBezTo>
                    <a:pt x="36" y="6"/>
                    <a:pt x="37" y="9"/>
                    <a:pt x="33" y="10"/>
                  </a:cubicBezTo>
                  <a:cubicBezTo>
                    <a:pt x="30" y="10"/>
                    <a:pt x="29" y="10"/>
                    <a:pt x="30" y="13"/>
                  </a:cubicBezTo>
                  <a:cubicBezTo>
                    <a:pt x="32" y="15"/>
                    <a:pt x="28" y="14"/>
                    <a:pt x="25" y="14"/>
                  </a:cubicBezTo>
                  <a:cubicBezTo>
                    <a:pt x="23" y="14"/>
                    <a:pt x="23" y="12"/>
                    <a:pt x="21" y="12"/>
                  </a:cubicBezTo>
                  <a:cubicBezTo>
                    <a:pt x="19" y="12"/>
                    <a:pt x="17" y="15"/>
                    <a:pt x="16" y="17"/>
                  </a:cubicBezTo>
                  <a:cubicBezTo>
                    <a:pt x="14" y="19"/>
                    <a:pt x="5" y="24"/>
                    <a:pt x="2" y="25"/>
                  </a:cubicBezTo>
                  <a:cubicBezTo>
                    <a:pt x="1" y="25"/>
                    <a:pt x="0" y="27"/>
                    <a:pt x="0" y="28"/>
                  </a:cubicBezTo>
                  <a:cubicBezTo>
                    <a:pt x="3" y="29"/>
                    <a:pt x="7" y="31"/>
                    <a:pt x="8" y="32"/>
                  </a:cubicBezTo>
                  <a:cubicBezTo>
                    <a:pt x="10" y="35"/>
                    <a:pt x="6" y="38"/>
                    <a:pt x="4" y="41"/>
                  </a:cubicBezTo>
                  <a:cubicBezTo>
                    <a:pt x="2" y="43"/>
                    <a:pt x="5" y="43"/>
                    <a:pt x="5" y="45"/>
                  </a:cubicBezTo>
                  <a:cubicBezTo>
                    <a:pt x="5" y="47"/>
                    <a:pt x="8" y="49"/>
                    <a:pt x="9" y="47"/>
                  </a:cubicBezTo>
                  <a:cubicBezTo>
                    <a:pt x="10" y="45"/>
                    <a:pt x="12" y="46"/>
                    <a:pt x="15" y="46"/>
                  </a:cubicBezTo>
                  <a:cubicBezTo>
                    <a:pt x="16" y="46"/>
                    <a:pt x="16" y="46"/>
                    <a:pt x="16" y="47"/>
                  </a:cubicBezTo>
                  <a:cubicBezTo>
                    <a:pt x="18" y="45"/>
                    <a:pt x="20" y="44"/>
                    <a:pt x="21" y="44"/>
                  </a:cubicBezTo>
                  <a:cubicBezTo>
                    <a:pt x="22" y="42"/>
                    <a:pt x="25" y="42"/>
                    <a:pt x="28" y="42"/>
                  </a:cubicBezTo>
                  <a:cubicBezTo>
                    <a:pt x="29" y="42"/>
                    <a:pt x="30" y="42"/>
                    <a:pt x="32" y="41"/>
                  </a:cubicBezTo>
                  <a:cubicBezTo>
                    <a:pt x="29" y="38"/>
                    <a:pt x="26" y="35"/>
                    <a:pt x="25" y="34"/>
                  </a:cubicBezTo>
                  <a:cubicBezTo>
                    <a:pt x="22" y="33"/>
                    <a:pt x="24" y="29"/>
                    <a:pt x="27" y="28"/>
                  </a:cubicBezTo>
                  <a:cubicBezTo>
                    <a:pt x="30" y="27"/>
                    <a:pt x="38" y="21"/>
                    <a:pt x="40" y="20"/>
                  </a:cubicBezTo>
                  <a:cubicBezTo>
                    <a:pt x="43" y="18"/>
                    <a:pt x="41" y="14"/>
                    <a:pt x="43" y="11"/>
                  </a:cubicBezTo>
                  <a:cubicBezTo>
                    <a:pt x="44" y="9"/>
                    <a:pt x="48" y="6"/>
                    <a:pt x="51" y="3"/>
                  </a:cubicBezTo>
                  <a:cubicBezTo>
                    <a:pt x="50" y="2"/>
                    <a:pt x="50" y="2"/>
                    <a:pt x="49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9" name="Freeform 1517">
              <a:extLst>
                <a:ext uri="{FF2B5EF4-FFF2-40B4-BE49-F238E27FC236}">
                  <a16:creationId xmlns:a16="http://schemas.microsoft.com/office/drawing/2014/main" id="{96B1DF2D-C11F-110B-7DC0-811230DA4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9193" y="3427240"/>
              <a:ext cx="217470" cy="123819"/>
            </a:xfrm>
            <a:custGeom>
              <a:avLst/>
              <a:gdLst>
                <a:gd name="T0" fmla="*/ 57 w 58"/>
                <a:gd name="T1" fmla="*/ 21 h 33"/>
                <a:gd name="T2" fmla="*/ 55 w 58"/>
                <a:gd name="T3" fmla="*/ 21 h 33"/>
                <a:gd name="T4" fmla="*/ 45 w 58"/>
                <a:gd name="T5" fmla="*/ 19 h 33"/>
                <a:gd name="T6" fmla="*/ 31 w 58"/>
                <a:gd name="T7" fmla="*/ 13 h 33"/>
                <a:gd name="T8" fmla="*/ 15 w 58"/>
                <a:gd name="T9" fmla="*/ 2 h 33"/>
                <a:gd name="T10" fmla="*/ 9 w 58"/>
                <a:gd name="T11" fmla="*/ 1 h 33"/>
                <a:gd name="T12" fmla="*/ 5 w 58"/>
                <a:gd name="T13" fmla="*/ 3 h 33"/>
                <a:gd name="T14" fmla="*/ 1 w 58"/>
                <a:gd name="T15" fmla="*/ 7 h 33"/>
                <a:gd name="T16" fmla="*/ 0 w 58"/>
                <a:gd name="T17" fmla="*/ 12 h 33"/>
                <a:gd name="T18" fmla="*/ 4 w 58"/>
                <a:gd name="T19" fmla="*/ 15 h 33"/>
                <a:gd name="T20" fmla="*/ 10 w 58"/>
                <a:gd name="T21" fmla="*/ 18 h 33"/>
                <a:gd name="T22" fmla="*/ 16 w 58"/>
                <a:gd name="T23" fmla="*/ 21 h 33"/>
                <a:gd name="T24" fmla="*/ 22 w 58"/>
                <a:gd name="T25" fmla="*/ 25 h 33"/>
                <a:gd name="T26" fmla="*/ 29 w 58"/>
                <a:gd name="T27" fmla="*/ 24 h 33"/>
                <a:gd name="T28" fmla="*/ 33 w 58"/>
                <a:gd name="T29" fmla="*/ 28 h 33"/>
                <a:gd name="T30" fmla="*/ 43 w 58"/>
                <a:gd name="T31" fmla="*/ 32 h 33"/>
                <a:gd name="T32" fmla="*/ 56 w 58"/>
                <a:gd name="T33" fmla="*/ 31 h 33"/>
                <a:gd name="T34" fmla="*/ 56 w 58"/>
                <a:gd name="T35" fmla="*/ 23 h 33"/>
                <a:gd name="T36" fmla="*/ 57 w 58"/>
                <a:gd name="T37" fmla="*/ 2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" h="33">
                  <a:moveTo>
                    <a:pt x="57" y="21"/>
                  </a:moveTo>
                  <a:cubicBezTo>
                    <a:pt x="56" y="21"/>
                    <a:pt x="56" y="21"/>
                    <a:pt x="55" y="21"/>
                  </a:cubicBezTo>
                  <a:cubicBezTo>
                    <a:pt x="51" y="21"/>
                    <a:pt x="48" y="19"/>
                    <a:pt x="45" y="19"/>
                  </a:cubicBezTo>
                  <a:cubicBezTo>
                    <a:pt x="42" y="19"/>
                    <a:pt x="34" y="16"/>
                    <a:pt x="31" y="13"/>
                  </a:cubicBezTo>
                  <a:cubicBezTo>
                    <a:pt x="27" y="11"/>
                    <a:pt x="18" y="5"/>
                    <a:pt x="15" y="2"/>
                  </a:cubicBezTo>
                  <a:cubicBezTo>
                    <a:pt x="13" y="0"/>
                    <a:pt x="10" y="0"/>
                    <a:pt x="9" y="1"/>
                  </a:cubicBezTo>
                  <a:cubicBezTo>
                    <a:pt x="9" y="2"/>
                    <a:pt x="7" y="2"/>
                    <a:pt x="5" y="3"/>
                  </a:cubicBezTo>
                  <a:cubicBezTo>
                    <a:pt x="4" y="4"/>
                    <a:pt x="1" y="5"/>
                    <a:pt x="1" y="7"/>
                  </a:cubicBezTo>
                  <a:cubicBezTo>
                    <a:pt x="1" y="9"/>
                    <a:pt x="0" y="11"/>
                    <a:pt x="0" y="12"/>
                  </a:cubicBezTo>
                  <a:cubicBezTo>
                    <a:pt x="0" y="14"/>
                    <a:pt x="3" y="14"/>
                    <a:pt x="4" y="15"/>
                  </a:cubicBezTo>
                  <a:cubicBezTo>
                    <a:pt x="5" y="17"/>
                    <a:pt x="10" y="17"/>
                    <a:pt x="10" y="18"/>
                  </a:cubicBezTo>
                  <a:cubicBezTo>
                    <a:pt x="10" y="20"/>
                    <a:pt x="14" y="21"/>
                    <a:pt x="16" y="21"/>
                  </a:cubicBezTo>
                  <a:cubicBezTo>
                    <a:pt x="18" y="22"/>
                    <a:pt x="21" y="24"/>
                    <a:pt x="22" y="25"/>
                  </a:cubicBezTo>
                  <a:cubicBezTo>
                    <a:pt x="23" y="26"/>
                    <a:pt x="27" y="24"/>
                    <a:pt x="29" y="24"/>
                  </a:cubicBezTo>
                  <a:cubicBezTo>
                    <a:pt x="30" y="24"/>
                    <a:pt x="33" y="26"/>
                    <a:pt x="33" y="28"/>
                  </a:cubicBezTo>
                  <a:cubicBezTo>
                    <a:pt x="33" y="29"/>
                    <a:pt x="41" y="30"/>
                    <a:pt x="43" y="32"/>
                  </a:cubicBezTo>
                  <a:cubicBezTo>
                    <a:pt x="45" y="33"/>
                    <a:pt x="54" y="32"/>
                    <a:pt x="56" y="31"/>
                  </a:cubicBezTo>
                  <a:cubicBezTo>
                    <a:pt x="58" y="29"/>
                    <a:pt x="56" y="26"/>
                    <a:pt x="56" y="23"/>
                  </a:cubicBezTo>
                  <a:cubicBezTo>
                    <a:pt x="56" y="22"/>
                    <a:pt x="56" y="21"/>
                    <a:pt x="57" y="2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0" name="Freeform 1519">
              <a:extLst>
                <a:ext uri="{FF2B5EF4-FFF2-40B4-BE49-F238E27FC236}">
                  <a16:creationId xmlns:a16="http://schemas.microsoft.com/office/drawing/2014/main" id="{EA837744-E45E-2E42-49A7-E9773309C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5556" y="3482800"/>
              <a:ext cx="239693" cy="522261"/>
            </a:xfrm>
            <a:custGeom>
              <a:avLst/>
              <a:gdLst>
                <a:gd name="T0" fmla="*/ 51 w 64"/>
                <a:gd name="T1" fmla="*/ 126 h 139"/>
                <a:gd name="T2" fmla="*/ 49 w 64"/>
                <a:gd name="T3" fmla="*/ 121 h 139"/>
                <a:gd name="T4" fmla="*/ 46 w 64"/>
                <a:gd name="T5" fmla="*/ 112 h 139"/>
                <a:gd name="T6" fmla="*/ 43 w 64"/>
                <a:gd name="T7" fmla="*/ 104 h 139"/>
                <a:gd name="T8" fmla="*/ 45 w 64"/>
                <a:gd name="T9" fmla="*/ 99 h 139"/>
                <a:gd name="T10" fmla="*/ 45 w 64"/>
                <a:gd name="T11" fmla="*/ 95 h 139"/>
                <a:gd name="T12" fmla="*/ 43 w 64"/>
                <a:gd name="T13" fmla="*/ 90 h 139"/>
                <a:gd name="T14" fmla="*/ 38 w 64"/>
                <a:gd name="T15" fmla="*/ 84 h 139"/>
                <a:gd name="T16" fmla="*/ 39 w 64"/>
                <a:gd name="T17" fmla="*/ 72 h 139"/>
                <a:gd name="T18" fmla="*/ 43 w 64"/>
                <a:gd name="T19" fmla="*/ 70 h 139"/>
                <a:gd name="T20" fmla="*/ 49 w 64"/>
                <a:gd name="T21" fmla="*/ 68 h 139"/>
                <a:gd name="T22" fmla="*/ 56 w 64"/>
                <a:gd name="T23" fmla="*/ 64 h 139"/>
                <a:gd name="T24" fmla="*/ 60 w 64"/>
                <a:gd name="T25" fmla="*/ 61 h 139"/>
                <a:gd name="T26" fmla="*/ 63 w 64"/>
                <a:gd name="T27" fmla="*/ 55 h 139"/>
                <a:gd name="T28" fmla="*/ 64 w 64"/>
                <a:gd name="T29" fmla="*/ 55 h 139"/>
                <a:gd name="T30" fmla="*/ 60 w 64"/>
                <a:gd name="T31" fmla="*/ 55 h 139"/>
                <a:gd name="T32" fmla="*/ 56 w 64"/>
                <a:gd name="T33" fmla="*/ 53 h 139"/>
                <a:gd name="T34" fmla="*/ 51 w 64"/>
                <a:gd name="T35" fmla="*/ 51 h 139"/>
                <a:gd name="T36" fmla="*/ 51 w 64"/>
                <a:gd name="T37" fmla="*/ 46 h 139"/>
                <a:gd name="T38" fmla="*/ 49 w 64"/>
                <a:gd name="T39" fmla="*/ 43 h 139"/>
                <a:gd name="T40" fmla="*/ 46 w 64"/>
                <a:gd name="T41" fmla="*/ 37 h 139"/>
                <a:gd name="T42" fmla="*/ 40 w 64"/>
                <a:gd name="T43" fmla="*/ 36 h 139"/>
                <a:gd name="T44" fmla="*/ 38 w 64"/>
                <a:gd name="T45" fmla="*/ 32 h 139"/>
                <a:gd name="T46" fmla="*/ 44 w 64"/>
                <a:gd name="T47" fmla="*/ 22 h 139"/>
                <a:gd name="T48" fmla="*/ 46 w 64"/>
                <a:gd name="T49" fmla="*/ 11 h 139"/>
                <a:gd name="T50" fmla="*/ 43 w 64"/>
                <a:gd name="T51" fmla="*/ 7 h 139"/>
                <a:gd name="T52" fmla="*/ 41 w 64"/>
                <a:gd name="T53" fmla="*/ 3 h 139"/>
                <a:gd name="T54" fmla="*/ 37 w 64"/>
                <a:gd name="T55" fmla="*/ 1 h 139"/>
                <a:gd name="T56" fmla="*/ 35 w 64"/>
                <a:gd name="T57" fmla="*/ 2 h 139"/>
                <a:gd name="T58" fmla="*/ 35 w 64"/>
                <a:gd name="T59" fmla="*/ 2 h 139"/>
                <a:gd name="T60" fmla="*/ 34 w 64"/>
                <a:gd name="T61" fmla="*/ 5 h 139"/>
                <a:gd name="T62" fmla="*/ 34 w 64"/>
                <a:gd name="T63" fmla="*/ 10 h 139"/>
                <a:gd name="T64" fmla="*/ 31 w 64"/>
                <a:gd name="T65" fmla="*/ 10 h 139"/>
                <a:gd name="T66" fmla="*/ 25 w 64"/>
                <a:gd name="T67" fmla="*/ 13 h 139"/>
                <a:gd name="T68" fmla="*/ 20 w 64"/>
                <a:gd name="T69" fmla="*/ 19 h 139"/>
                <a:gd name="T70" fmla="*/ 18 w 64"/>
                <a:gd name="T71" fmla="*/ 28 h 139"/>
                <a:gd name="T72" fmla="*/ 15 w 64"/>
                <a:gd name="T73" fmla="*/ 37 h 139"/>
                <a:gd name="T74" fmla="*/ 9 w 64"/>
                <a:gd name="T75" fmla="*/ 36 h 139"/>
                <a:gd name="T76" fmla="*/ 8 w 64"/>
                <a:gd name="T77" fmla="*/ 44 h 139"/>
                <a:gd name="T78" fmla="*/ 6 w 64"/>
                <a:gd name="T79" fmla="*/ 52 h 139"/>
                <a:gd name="T80" fmla="*/ 2 w 64"/>
                <a:gd name="T81" fmla="*/ 57 h 139"/>
                <a:gd name="T82" fmla="*/ 0 w 64"/>
                <a:gd name="T83" fmla="*/ 59 h 139"/>
                <a:gd name="T84" fmla="*/ 7 w 64"/>
                <a:gd name="T85" fmla="*/ 67 h 139"/>
                <a:gd name="T86" fmla="*/ 15 w 64"/>
                <a:gd name="T87" fmla="*/ 81 h 139"/>
                <a:gd name="T88" fmla="*/ 14 w 64"/>
                <a:gd name="T89" fmla="*/ 93 h 139"/>
                <a:gd name="T90" fmla="*/ 17 w 64"/>
                <a:gd name="T91" fmla="*/ 97 h 139"/>
                <a:gd name="T92" fmla="*/ 25 w 64"/>
                <a:gd name="T93" fmla="*/ 97 h 139"/>
                <a:gd name="T94" fmla="*/ 31 w 64"/>
                <a:gd name="T95" fmla="*/ 89 h 139"/>
                <a:gd name="T96" fmla="*/ 35 w 64"/>
                <a:gd name="T97" fmla="*/ 92 h 139"/>
                <a:gd name="T98" fmla="*/ 38 w 64"/>
                <a:gd name="T99" fmla="*/ 100 h 139"/>
                <a:gd name="T100" fmla="*/ 41 w 64"/>
                <a:gd name="T101" fmla="*/ 116 h 139"/>
                <a:gd name="T102" fmla="*/ 44 w 64"/>
                <a:gd name="T103" fmla="*/ 128 h 139"/>
                <a:gd name="T104" fmla="*/ 45 w 64"/>
                <a:gd name="T105" fmla="*/ 137 h 139"/>
                <a:gd name="T106" fmla="*/ 45 w 64"/>
                <a:gd name="T107" fmla="*/ 139 h 139"/>
                <a:gd name="T108" fmla="*/ 51 w 64"/>
                <a:gd name="T109" fmla="*/ 126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" h="139">
                  <a:moveTo>
                    <a:pt x="51" y="126"/>
                  </a:moveTo>
                  <a:cubicBezTo>
                    <a:pt x="51" y="123"/>
                    <a:pt x="49" y="123"/>
                    <a:pt x="49" y="121"/>
                  </a:cubicBezTo>
                  <a:cubicBezTo>
                    <a:pt x="49" y="119"/>
                    <a:pt x="49" y="114"/>
                    <a:pt x="46" y="112"/>
                  </a:cubicBezTo>
                  <a:cubicBezTo>
                    <a:pt x="43" y="109"/>
                    <a:pt x="42" y="105"/>
                    <a:pt x="43" y="104"/>
                  </a:cubicBezTo>
                  <a:cubicBezTo>
                    <a:pt x="45" y="103"/>
                    <a:pt x="44" y="98"/>
                    <a:pt x="45" y="99"/>
                  </a:cubicBezTo>
                  <a:cubicBezTo>
                    <a:pt x="45" y="99"/>
                    <a:pt x="47" y="96"/>
                    <a:pt x="45" y="95"/>
                  </a:cubicBezTo>
                  <a:cubicBezTo>
                    <a:pt x="43" y="94"/>
                    <a:pt x="45" y="91"/>
                    <a:pt x="43" y="90"/>
                  </a:cubicBezTo>
                  <a:cubicBezTo>
                    <a:pt x="42" y="90"/>
                    <a:pt x="38" y="85"/>
                    <a:pt x="38" y="84"/>
                  </a:cubicBezTo>
                  <a:cubicBezTo>
                    <a:pt x="38" y="82"/>
                    <a:pt x="39" y="74"/>
                    <a:pt x="39" y="72"/>
                  </a:cubicBezTo>
                  <a:cubicBezTo>
                    <a:pt x="40" y="70"/>
                    <a:pt x="42" y="70"/>
                    <a:pt x="43" y="70"/>
                  </a:cubicBezTo>
                  <a:cubicBezTo>
                    <a:pt x="44" y="70"/>
                    <a:pt x="48" y="70"/>
                    <a:pt x="49" y="68"/>
                  </a:cubicBezTo>
                  <a:cubicBezTo>
                    <a:pt x="50" y="66"/>
                    <a:pt x="55" y="66"/>
                    <a:pt x="56" y="64"/>
                  </a:cubicBezTo>
                  <a:cubicBezTo>
                    <a:pt x="56" y="63"/>
                    <a:pt x="60" y="63"/>
                    <a:pt x="60" y="61"/>
                  </a:cubicBezTo>
                  <a:cubicBezTo>
                    <a:pt x="60" y="59"/>
                    <a:pt x="63" y="55"/>
                    <a:pt x="63" y="55"/>
                  </a:cubicBezTo>
                  <a:cubicBezTo>
                    <a:pt x="63" y="55"/>
                    <a:pt x="64" y="55"/>
                    <a:pt x="64" y="55"/>
                  </a:cubicBezTo>
                  <a:cubicBezTo>
                    <a:pt x="63" y="54"/>
                    <a:pt x="62" y="55"/>
                    <a:pt x="60" y="55"/>
                  </a:cubicBezTo>
                  <a:cubicBezTo>
                    <a:pt x="57" y="57"/>
                    <a:pt x="55" y="55"/>
                    <a:pt x="56" y="53"/>
                  </a:cubicBezTo>
                  <a:cubicBezTo>
                    <a:pt x="56" y="51"/>
                    <a:pt x="53" y="51"/>
                    <a:pt x="51" y="51"/>
                  </a:cubicBezTo>
                  <a:cubicBezTo>
                    <a:pt x="50" y="51"/>
                    <a:pt x="51" y="48"/>
                    <a:pt x="51" y="46"/>
                  </a:cubicBezTo>
                  <a:cubicBezTo>
                    <a:pt x="52" y="44"/>
                    <a:pt x="51" y="43"/>
                    <a:pt x="49" y="43"/>
                  </a:cubicBezTo>
                  <a:cubicBezTo>
                    <a:pt x="46" y="43"/>
                    <a:pt x="45" y="38"/>
                    <a:pt x="46" y="37"/>
                  </a:cubicBezTo>
                  <a:cubicBezTo>
                    <a:pt x="47" y="36"/>
                    <a:pt x="42" y="34"/>
                    <a:pt x="40" y="36"/>
                  </a:cubicBezTo>
                  <a:cubicBezTo>
                    <a:pt x="37" y="37"/>
                    <a:pt x="39" y="34"/>
                    <a:pt x="38" y="32"/>
                  </a:cubicBezTo>
                  <a:cubicBezTo>
                    <a:pt x="38" y="30"/>
                    <a:pt x="41" y="25"/>
                    <a:pt x="44" y="22"/>
                  </a:cubicBezTo>
                  <a:cubicBezTo>
                    <a:pt x="47" y="19"/>
                    <a:pt x="46" y="14"/>
                    <a:pt x="46" y="11"/>
                  </a:cubicBezTo>
                  <a:cubicBezTo>
                    <a:pt x="46" y="7"/>
                    <a:pt x="45" y="7"/>
                    <a:pt x="43" y="7"/>
                  </a:cubicBezTo>
                  <a:cubicBezTo>
                    <a:pt x="42" y="7"/>
                    <a:pt x="41" y="5"/>
                    <a:pt x="41" y="3"/>
                  </a:cubicBezTo>
                  <a:cubicBezTo>
                    <a:pt x="41" y="1"/>
                    <a:pt x="38" y="0"/>
                    <a:pt x="37" y="1"/>
                  </a:cubicBezTo>
                  <a:cubicBezTo>
                    <a:pt x="36" y="1"/>
                    <a:pt x="36" y="1"/>
                    <a:pt x="35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5" y="2"/>
                    <a:pt x="35" y="5"/>
                    <a:pt x="34" y="5"/>
                  </a:cubicBezTo>
                  <a:cubicBezTo>
                    <a:pt x="32" y="6"/>
                    <a:pt x="32" y="8"/>
                    <a:pt x="34" y="10"/>
                  </a:cubicBezTo>
                  <a:cubicBezTo>
                    <a:pt x="36" y="13"/>
                    <a:pt x="32" y="12"/>
                    <a:pt x="31" y="10"/>
                  </a:cubicBezTo>
                  <a:cubicBezTo>
                    <a:pt x="30" y="9"/>
                    <a:pt x="27" y="11"/>
                    <a:pt x="25" y="13"/>
                  </a:cubicBezTo>
                  <a:cubicBezTo>
                    <a:pt x="23" y="15"/>
                    <a:pt x="20" y="15"/>
                    <a:pt x="20" y="19"/>
                  </a:cubicBezTo>
                  <a:cubicBezTo>
                    <a:pt x="20" y="22"/>
                    <a:pt x="17" y="25"/>
                    <a:pt x="18" y="28"/>
                  </a:cubicBezTo>
                  <a:cubicBezTo>
                    <a:pt x="18" y="30"/>
                    <a:pt x="15" y="35"/>
                    <a:pt x="15" y="37"/>
                  </a:cubicBezTo>
                  <a:cubicBezTo>
                    <a:pt x="15" y="38"/>
                    <a:pt x="10" y="36"/>
                    <a:pt x="9" y="36"/>
                  </a:cubicBezTo>
                  <a:cubicBezTo>
                    <a:pt x="8" y="36"/>
                    <a:pt x="9" y="42"/>
                    <a:pt x="8" y="44"/>
                  </a:cubicBezTo>
                  <a:cubicBezTo>
                    <a:pt x="7" y="45"/>
                    <a:pt x="7" y="52"/>
                    <a:pt x="6" y="52"/>
                  </a:cubicBezTo>
                  <a:cubicBezTo>
                    <a:pt x="4" y="52"/>
                    <a:pt x="2" y="57"/>
                    <a:pt x="2" y="57"/>
                  </a:cubicBezTo>
                  <a:cubicBezTo>
                    <a:pt x="2" y="57"/>
                    <a:pt x="1" y="58"/>
                    <a:pt x="0" y="59"/>
                  </a:cubicBezTo>
                  <a:cubicBezTo>
                    <a:pt x="1" y="62"/>
                    <a:pt x="4" y="65"/>
                    <a:pt x="7" y="67"/>
                  </a:cubicBezTo>
                  <a:cubicBezTo>
                    <a:pt x="11" y="68"/>
                    <a:pt x="14" y="77"/>
                    <a:pt x="15" y="81"/>
                  </a:cubicBezTo>
                  <a:cubicBezTo>
                    <a:pt x="17" y="86"/>
                    <a:pt x="16" y="91"/>
                    <a:pt x="14" y="93"/>
                  </a:cubicBezTo>
                  <a:cubicBezTo>
                    <a:pt x="13" y="96"/>
                    <a:pt x="15" y="96"/>
                    <a:pt x="17" y="97"/>
                  </a:cubicBezTo>
                  <a:cubicBezTo>
                    <a:pt x="20" y="99"/>
                    <a:pt x="23" y="99"/>
                    <a:pt x="25" y="97"/>
                  </a:cubicBezTo>
                  <a:cubicBezTo>
                    <a:pt x="26" y="94"/>
                    <a:pt x="30" y="92"/>
                    <a:pt x="31" y="89"/>
                  </a:cubicBezTo>
                  <a:cubicBezTo>
                    <a:pt x="31" y="86"/>
                    <a:pt x="33" y="91"/>
                    <a:pt x="35" y="92"/>
                  </a:cubicBezTo>
                  <a:cubicBezTo>
                    <a:pt x="36" y="94"/>
                    <a:pt x="37" y="97"/>
                    <a:pt x="38" y="100"/>
                  </a:cubicBezTo>
                  <a:cubicBezTo>
                    <a:pt x="38" y="104"/>
                    <a:pt x="38" y="113"/>
                    <a:pt x="41" y="116"/>
                  </a:cubicBezTo>
                  <a:cubicBezTo>
                    <a:pt x="45" y="119"/>
                    <a:pt x="45" y="126"/>
                    <a:pt x="44" y="128"/>
                  </a:cubicBezTo>
                  <a:cubicBezTo>
                    <a:pt x="43" y="130"/>
                    <a:pt x="46" y="134"/>
                    <a:pt x="45" y="137"/>
                  </a:cubicBezTo>
                  <a:cubicBezTo>
                    <a:pt x="45" y="137"/>
                    <a:pt x="45" y="138"/>
                    <a:pt x="45" y="139"/>
                  </a:cubicBezTo>
                  <a:cubicBezTo>
                    <a:pt x="48" y="139"/>
                    <a:pt x="51" y="126"/>
                    <a:pt x="51" y="12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1" name="Freeform 1521">
              <a:extLst>
                <a:ext uri="{FF2B5EF4-FFF2-40B4-BE49-F238E27FC236}">
                  <a16:creationId xmlns:a16="http://schemas.microsoft.com/office/drawing/2014/main" id="{B7EA189A-A8EA-64EA-1362-7F1909033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3014" y="3490737"/>
              <a:ext cx="90481" cy="52386"/>
            </a:xfrm>
            <a:custGeom>
              <a:avLst/>
              <a:gdLst>
                <a:gd name="T0" fmla="*/ 23 w 24"/>
                <a:gd name="T1" fmla="*/ 5 h 14"/>
                <a:gd name="T2" fmla="*/ 14 w 24"/>
                <a:gd name="T3" fmla="*/ 2 h 14"/>
                <a:gd name="T4" fmla="*/ 8 w 24"/>
                <a:gd name="T5" fmla="*/ 1 h 14"/>
                <a:gd name="T6" fmla="*/ 2 w 24"/>
                <a:gd name="T7" fmla="*/ 6 h 14"/>
                <a:gd name="T8" fmla="*/ 0 w 24"/>
                <a:gd name="T9" fmla="*/ 9 h 14"/>
                <a:gd name="T10" fmla="*/ 2 w 24"/>
                <a:gd name="T11" fmla="*/ 11 h 14"/>
                <a:gd name="T12" fmla="*/ 8 w 24"/>
                <a:gd name="T13" fmla="*/ 12 h 14"/>
                <a:gd name="T14" fmla="*/ 15 w 24"/>
                <a:gd name="T15" fmla="*/ 13 h 14"/>
                <a:gd name="T16" fmla="*/ 23 w 24"/>
                <a:gd name="T17" fmla="*/ 12 h 14"/>
                <a:gd name="T18" fmla="*/ 22 w 24"/>
                <a:gd name="T19" fmla="*/ 5 h 14"/>
                <a:gd name="T20" fmla="*/ 23 w 24"/>
                <a:gd name="T21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4">
                  <a:moveTo>
                    <a:pt x="23" y="5"/>
                  </a:moveTo>
                  <a:cubicBezTo>
                    <a:pt x="18" y="0"/>
                    <a:pt x="17" y="4"/>
                    <a:pt x="14" y="2"/>
                  </a:cubicBezTo>
                  <a:cubicBezTo>
                    <a:pt x="11" y="1"/>
                    <a:pt x="9" y="0"/>
                    <a:pt x="8" y="1"/>
                  </a:cubicBezTo>
                  <a:cubicBezTo>
                    <a:pt x="6" y="2"/>
                    <a:pt x="4" y="2"/>
                    <a:pt x="2" y="6"/>
                  </a:cubicBezTo>
                  <a:cubicBezTo>
                    <a:pt x="2" y="7"/>
                    <a:pt x="1" y="8"/>
                    <a:pt x="0" y="9"/>
                  </a:cubicBezTo>
                  <a:cubicBezTo>
                    <a:pt x="1" y="11"/>
                    <a:pt x="2" y="11"/>
                    <a:pt x="2" y="11"/>
                  </a:cubicBezTo>
                  <a:cubicBezTo>
                    <a:pt x="4" y="11"/>
                    <a:pt x="5" y="13"/>
                    <a:pt x="8" y="12"/>
                  </a:cubicBezTo>
                  <a:cubicBezTo>
                    <a:pt x="10" y="12"/>
                    <a:pt x="12" y="14"/>
                    <a:pt x="15" y="13"/>
                  </a:cubicBezTo>
                  <a:cubicBezTo>
                    <a:pt x="18" y="12"/>
                    <a:pt x="21" y="14"/>
                    <a:pt x="23" y="12"/>
                  </a:cubicBezTo>
                  <a:cubicBezTo>
                    <a:pt x="24" y="10"/>
                    <a:pt x="22" y="5"/>
                    <a:pt x="22" y="5"/>
                  </a:cubicBezTo>
                  <a:cubicBezTo>
                    <a:pt x="22" y="5"/>
                    <a:pt x="22" y="5"/>
                    <a:pt x="23" y="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2" name="Freeform 1523">
              <a:extLst>
                <a:ext uri="{FF2B5EF4-FFF2-40B4-BE49-F238E27FC236}">
                  <a16:creationId xmlns:a16="http://schemas.microsoft.com/office/drawing/2014/main" id="{4294FA56-669E-4DDE-2BF8-439B3E3F1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9062" y="3636780"/>
              <a:ext cx="206359" cy="423841"/>
            </a:xfrm>
            <a:custGeom>
              <a:avLst/>
              <a:gdLst>
                <a:gd name="T0" fmla="*/ 41 w 55"/>
                <a:gd name="T1" fmla="*/ 14 h 113"/>
                <a:gd name="T2" fmla="*/ 34 w 55"/>
                <a:gd name="T3" fmla="*/ 8 h 113"/>
                <a:gd name="T4" fmla="*/ 31 w 55"/>
                <a:gd name="T5" fmla="*/ 4 h 113"/>
                <a:gd name="T6" fmla="*/ 25 w 55"/>
                <a:gd name="T7" fmla="*/ 0 h 113"/>
                <a:gd name="T8" fmla="*/ 19 w 55"/>
                <a:gd name="T9" fmla="*/ 4 h 113"/>
                <a:gd name="T10" fmla="*/ 14 w 55"/>
                <a:gd name="T11" fmla="*/ 5 h 113"/>
                <a:gd name="T12" fmla="*/ 8 w 55"/>
                <a:gd name="T13" fmla="*/ 5 h 113"/>
                <a:gd name="T14" fmla="*/ 2 w 55"/>
                <a:gd name="T15" fmla="*/ 6 h 113"/>
                <a:gd name="T16" fmla="*/ 0 w 55"/>
                <a:gd name="T17" fmla="*/ 7 h 113"/>
                <a:gd name="T18" fmla="*/ 3 w 55"/>
                <a:gd name="T19" fmla="*/ 11 h 113"/>
                <a:gd name="T20" fmla="*/ 7 w 55"/>
                <a:gd name="T21" fmla="*/ 17 h 113"/>
                <a:gd name="T22" fmla="*/ 13 w 55"/>
                <a:gd name="T23" fmla="*/ 20 h 113"/>
                <a:gd name="T24" fmla="*/ 18 w 55"/>
                <a:gd name="T25" fmla="*/ 21 h 113"/>
                <a:gd name="T26" fmla="*/ 20 w 55"/>
                <a:gd name="T27" fmla="*/ 27 h 113"/>
                <a:gd name="T28" fmla="*/ 15 w 55"/>
                <a:gd name="T29" fmla="*/ 30 h 113"/>
                <a:gd name="T30" fmla="*/ 23 w 55"/>
                <a:gd name="T31" fmla="*/ 37 h 113"/>
                <a:gd name="T32" fmla="*/ 27 w 55"/>
                <a:gd name="T33" fmla="*/ 44 h 113"/>
                <a:gd name="T34" fmla="*/ 33 w 55"/>
                <a:gd name="T35" fmla="*/ 52 h 113"/>
                <a:gd name="T36" fmla="*/ 39 w 55"/>
                <a:gd name="T37" fmla="*/ 57 h 113"/>
                <a:gd name="T38" fmla="*/ 40 w 55"/>
                <a:gd name="T39" fmla="*/ 65 h 113"/>
                <a:gd name="T40" fmla="*/ 43 w 55"/>
                <a:gd name="T41" fmla="*/ 77 h 113"/>
                <a:gd name="T42" fmla="*/ 37 w 55"/>
                <a:gd name="T43" fmla="*/ 85 h 113"/>
                <a:gd name="T44" fmla="*/ 31 w 55"/>
                <a:gd name="T45" fmla="*/ 90 h 113"/>
                <a:gd name="T46" fmla="*/ 31 w 55"/>
                <a:gd name="T47" fmla="*/ 96 h 113"/>
                <a:gd name="T48" fmla="*/ 22 w 55"/>
                <a:gd name="T49" fmla="*/ 96 h 113"/>
                <a:gd name="T50" fmla="*/ 18 w 55"/>
                <a:gd name="T51" fmla="*/ 100 h 113"/>
                <a:gd name="T52" fmla="*/ 21 w 55"/>
                <a:gd name="T53" fmla="*/ 102 h 113"/>
                <a:gd name="T54" fmla="*/ 19 w 55"/>
                <a:gd name="T55" fmla="*/ 109 h 113"/>
                <a:gd name="T56" fmla="*/ 23 w 55"/>
                <a:gd name="T57" fmla="*/ 112 h 113"/>
                <a:gd name="T58" fmla="*/ 29 w 55"/>
                <a:gd name="T59" fmla="*/ 107 h 113"/>
                <a:gd name="T60" fmla="*/ 31 w 55"/>
                <a:gd name="T61" fmla="*/ 104 h 113"/>
                <a:gd name="T62" fmla="*/ 33 w 55"/>
                <a:gd name="T63" fmla="*/ 100 h 113"/>
                <a:gd name="T64" fmla="*/ 38 w 55"/>
                <a:gd name="T65" fmla="*/ 99 h 113"/>
                <a:gd name="T66" fmla="*/ 48 w 55"/>
                <a:gd name="T67" fmla="*/ 94 h 113"/>
                <a:gd name="T68" fmla="*/ 54 w 55"/>
                <a:gd name="T69" fmla="*/ 84 h 113"/>
                <a:gd name="T70" fmla="*/ 52 w 55"/>
                <a:gd name="T71" fmla="*/ 67 h 113"/>
                <a:gd name="T72" fmla="*/ 45 w 55"/>
                <a:gd name="T73" fmla="*/ 56 h 113"/>
                <a:gd name="T74" fmla="*/ 33 w 55"/>
                <a:gd name="T75" fmla="*/ 46 h 113"/>
                <a:gd name="T76" fmla="*/ 30 w 55"/>
                <a:gd name="T77" fmla="*/ 40 h 113"/>
                <a:gd name="T78" fmla="*/ 28 w 55"/>
                <a:gd name="T79" fmla="*/ 30 h 113"/>
                <a:gd name="T80" fmla="*/ 33 w 55"/>
                <a:gd name="T81" fmla="*/ 23 h 113"/>
                <a:gd name="T82" fmla="*/ 36 w 55"/>
                <a:gd name="T83" fmla="*/ 19 h 113"/>
                <a:gd name="T84" fmla="*/ 42 w 55"/>
                <a:gd name="T85" fmla="*/ 15 h 113"/>
                <a:gd name="T86" fmla="*/ 42 w 55"/>
                <a:gd name="T87" fmla="*/ 15 h 113"/>
                <a:gd name="T88" fmla="*/ 41 w 55"/>
                <a:gd name="T89" fmla="*/ 1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113">
                  <a:moveTo>
                    <a:pt x="41" y="14"/>
                  </a:moveTo>
                  <a:cubicBezTo>
                    <a:pt x="39" y="13"/>
                    <a:pt x="34" y="9"/>
                    <a:pt x="34" y="8"/>
                  </a:cubicBezTo>
                  <a:cubicBezTo>
                    <a:pt x="34" y="7"/>
                    <a:pt x="36" y="4"/>
                    <a:pt x="31" y="4"/>
                  </a:cubicBezTo>
                  <a:cubicBezTo>
                    <a:pt x="27" y="3"/>
                    <a:pt x="26" y="1"/>
                    <a:pt x="25" y="0"/>
                  </a:cubicBezTo>
                  <a:cubicBezTo>
                    <a:pt x="24" y="0"/>
                    <a:pt x="21" y="2"/>
                    <a:pt x="19" y="4"/>
                  </a:cubicBezTo>
                  <a:cubicBezTo>
                    <a:pt x="18" y="6"/>
                    <a:pt x="17" y="4"/>
                    <a:pt x="14" y="5"/>
                  </a:cubicBezTo>
                  <a:cubicBezTo>
                    <a:pt x="12" y="7"/>
                    <a:pt x="9" y="3"/>
                    <a:pt x="8" y="5"/>
                  </a:cubicBezTo>
                  <a:cubicBezTo>
                    <a:pt x="7" y="7"/>
                    <a:pt x="4" y="4"/>
                    <a:pt x="2" y="6"/>
                  </a:cubicBezTo>
                  <a:cubicBezTo>
                    <a:pt x="2" y="6"/>
                    <a:pt x="1" y="7"/>
                    <a:pt x="0" y="7"/>
                  </a:cubicBezTo>
                  <a:cubicBezTo>
                    <a:pt x="2" y="9"/>
                    <a:pt x="3" y="10"/>
                    <a:pt x="3" y="11"/>
                  </a:cubicBezTo>
                  <a:cubicBezTo>
                    <a:pt x="3" y="13"/>
                    <a:pt x="7" y="14"/>
                    <a:pt x="7" y="17"/>
                  </a:cubicBezTo>
                  <a:cubicBezTo>
                    <a:pt x="7" y="19"/>
                    <a:pt x="11" y="21"/>
                    <a:pt x="13" y="20"/>
                  </a:cubicBezTo>
                  <a:cubicBezTo>
                    <a:pt x="14" y="19"/>
                    <a:pt x="18" y="18"/>
                    <a:pt x="18" y="21"/>
                  </a:cubicBezTo>
                  <a:cubicBezTo>
                    <a:pt x="19" y="25"/>
                    <a:pt x="20" y="25"/>
                    <a:pt x="20" y="27"/>
                  </a:cubicBezTo>
                  <a:cubicBezTo>
                    <a:pt x="20" y="29"/>
                    <a:pt x="16" y="28"/>
                    <a:pt x="15" y="30"/>
                  </a:cubicBezTo>
                  <a:cubicBezTo>
                    <a:pt x="14" y="33"/>
                    <a:pt x="23" y="35"/>
                    <a:pt x="23" y="37"/>
                  </a:cubicBezTo>
                  <a:cubicBezTo>
                    <a:pt x="23" y="39"/>
                    <a:pt x="26" y="42"/>
                    <a:pt x="27" y="44"/>
                  </a:cubicBezTo>
                  <a:cubicBezTo>
                    <a:pt x="28" y="46"/>
                    <a:pt x="32" y="49"/>
                    <a:pt x="33" y="52"/>
                  </a:cubicBezTo>
                  <a:cubicBezTo>
                    <a:pt x="34" y="55"/>
                    <a:pt x="37" y="56"/>
                    <a:pt x="39" y="57"/>
                  </a:cubicBezTo>
                  <a:cubicBezTo>
                    <a:pt x="40" y="59"/>
                    <a:pt x="41" y="62"/>
                    <a:pt x="40" y="65"/>
                  </a:cubicBezTo>
                  <a:cubicBezTo>
                    <a:pt x="40" y="68"/>
                    <a:pt x="40" y="73"/>
                    <a:pt x="43" y="77"/>
                  </a:cubicBezTo>
                  <a:cubicBezTo>
                    <a:pt x="46" y="81"/>
                    <a:pt x="39" y="83"/>
                    <a:pt x="37" y="85"/>
                  </a:cubicBezTo>
                  <a:cubicBezTo>
                    <a:pt x="36" y="88"/>
                    <a:pt x="37" y="91"/>
                    <a:pt x="31" y="90"/>
                  </a:cubicBezTo>
                  <a:cubicBezTo>
                    <a:pt x="25" y="88"/>
                    <a:pt x="32" y="94"/>
                    <a:pt x="31" y="96"/>
                  </a:cubicBezTo>
                  <a:cubicBezTo>
                    <a:pt x="30" y="98"/>
                    <a:pt x="22" y="94"/>
                    <a:pt x="22" y="96"/>
                  </a:cubicBezTo>
                  <a:cubicBezTo>
                    <a:pt x="22" y="97"/>
                    <a:pt x="20" y="99"/>
                    <a:pt x="18" y="100"/>
                  </a:cubicBezTo>
                  <a:cubicBezTo>
                    <a:pt x="19" y="101"/>
                    <a:pt x="20" y="101"/>
                    <a:pt x="21" y="102"/>
                  </a:cubicBezTo>
                  <a:cubicBezTo>
                    <a:pt x="23" y="103"/>
                    <a:pt x="19" y="105"/>
                    <a:pt x="19" y="109"/>
                  </a:cubicBezTo>
                  <a:cubicBezTo>
                    <a:pt x="19" y="112"/>
                    <a:pt x="22" y="113"/>
                    <a:pt x="23" y="112"/>
                  </a:cubicBezTo>
                  <a:cubicBezTo>
                    <a:pt x="24" y="110"/>
                    <a:pt x="28" y="107"/>
                    <a:pt x="29" y="107"/>
                  </a:cubicBezTo>
                  <a:cubicBezTo>
                    <a:pt x="31" y="106"/>
                    <a:pt x="29" y="104"/>
                    <a:pt x="31" y="104"/>
                  </a:cubicBezTo>
                  <a:cubicBezTo>
                    <a:pt x="33" y="104"/>
                    <a:pt x="32" y="101"/>
                    <a:pt x="33" y="100"/>
                  </a:cubicBezTo>
                  <a:cubicBezTo>
                    <a:pt x="34" y="98"/>
                    <a:pt x="35" y="99"/>
                    <a:pt x="38" y="99"/>
                  </a:cubicBezTo>
                  <a:cubicBezTo>
                    <a:pt x="40" y="99"/>
                    <a:pt x="44" y="97"/>
                    <a:pt x="48" y="94"/>
                  </a:cubicBezTo>
                  <a:cubicBezTo>
                    <a:pt x="52" y="92"/>
                    <a:pt x="52" y="91"/>
                    <a:pt x="54" y="84"/>
                  </a:cubicBezTo>
                  <a:cubicBezTo>
                    <a:pt x="55" y="78"/>
                    <a:pt x="52" y="69"/>
                    <a:pt x="52" y="67"/>
                  </a:cubicBezTo>
                  <a:cubicBezTo>
                    <a:pt x="52" y="65"/>
                    <a:pt x="47" y="56"/>
                    <a:pt x="45" y="56"/>
                  </a:cubicBezTo>
                  <a:cubicBezTo>
                    <a:pt x="43" y="56"/>
                    <a:pt x="35" y="47"/>
                    <a:pt x="33" y="46"/>
                  </a:cubicBezTo>
                  <a:cubicBezTo>
                    <a:pt x="31" y="44"/>
                    <a:pt x="32" y="42"/>
                    <a:pt x="30" y="40"/>
                  </a:cubicBezTo>
                  <a:cubicBezTo>
                    <a:pt x="27" y="38"/>
                    <a:pt x="27" y="33"/>
                    <a:pt x="28" y="30"/>
                  </a:cubicBezTo>
                  <a:cubicBezTo>
                    <a:pt x="28" y="27"/>
                    <a:pt x="33" y="26"/>
                    <a:pt x="33" y="23"/>
                  </a:cubicBezTo>
                  <a:cubicBezTo>
                    <a:pt x="33" y="21"/>
                    <a:pt x="34" y="19"/>
                    <a:pt x="36" y="19"/>
                  </a:cubicBezTo>
                  <a:cubicBezTo>
                    <a:pt x="38" y="19"/>
                    <a:pt x="41" y="17"/>
                    <a:pt x="42" y="15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4"/>
                    <a:pt x="41" y="14"/>
                    <a:pt x="41" y="1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3" name="Freeform 1525">
              <a:extLst>
                <a:ext uri="{FF2B5EF4-FFF2-40B4-BE49-F238E27FC236}">
                  <a16:creationId xmlns:a16="http://schemas.microsoft.com/office/drawing/2014/main" id="{8AC5925A-79D5-7EC0-6788-72FDBA414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9062" y="3887592"/>
              <a:ext cx="171438" cy="123819"/>
            </a:xfrm>
            <a:custGeom>
              <a:avLst/>
              <a:gdLst>
                <a:gd name="T0" fmla="*/ 23 w 46"/>
                <a:gd name="T1" fmla="*/ 29 h 33"/>
                <a:gd name="T2" fmla="*/ 31 w 46"/>
                <a:gd name="T3" fmla="*/ 29 h 33"/>
                <a:gd name="T4" fmla="*/ 31 w 46"/>
                <a:gd name="T5" fmla="*/ 23 h 33"/>
                <a:gd name="T6" fmla="*/ 38 w 46"/>
                <a:gd name="T7" fmla="*/ 18 h 33"/>
                <a:gd name="T8" fmla="*/ 43 w 46"/>
                <a:gd name="T9" fmla="*/ 9 h 33"/>
                <a:gd name="T10" fmla="*/ 40 w 46"/>
                <a:gd name="T11" fmla="*/ 0 h 33"/>
                <a:gd name="T12" fmla="*/ 35 w 46"/>
                <a:gd name="T13" fmla="*/ 1 h 33"/>
                <a:gd name="T14" fmla="*/ 30 w 46"/>
                <a:gd name="T15" fmla="*/ 3 h 33"/>
                <a:gd name="T16" fmla="*/ 28 w 46"/>
                <a:gd name="T17" fmla="*/ 5 h 33"/>
                <a:gd name="T18" fmla="*/ 24 w 46"/>
                <a:gd name="T19" fmla="*/ 2 h 33"/>
                <a:gd name="T20" fmla="*/ 13 w 46"/>
                <a:gd name="T21" fmla="*/ 1 h 33"/>
                <a:gd name="T22" fmla="*/ 3 w 46"/>
                <a:gd name="T23" fmla="*/ 7 h 33"/>
                <a:gd name="T24" fmla="*/ 3 w 46"/>
                <a:gd name="T25" fmla="*/ 13 h 33"/>
                <a:gd name="T26" fmla="*/ 4 w 46"/>
                <a:gd name="T27" fmla="*/ 19 h 33"/>
                <a:gd name="T28" fmla="*/ 4 w 46"/>
                <a:gd name="T29" fmla="*/ 20 h 33"/>
                <a:gd name="T30" fmla="*/ 6 w 46"/>
                <a:gd name="T31" fmla="*/ 26 h 33"/>
                <a:gd name="T32" fmla="*/ 11 w 46"/>
                <a:gd name="T33" fmla="*/ 27 h 33"/>
                <a:gd name="T34" fmla="*/ 11 w 46"/>
                <a:gd name="T35" fmla="*/ 31 h 33"/>
                <a:gd name="T36" fmla="*/ 17 w 46"/>
                <a:gd name="T37" fmla="*/ 32 h 33"/>
                <a:gd name="T38" fmla="*/ 18 w 46"/>
                <a:gd name="T39" fmla="*/ 33 h 33"/>
                <a:gd name="T40" fmla="*/ 23 w 46"/>
                <a:gd name="T41" fmla="*/ 2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6" h="33">
                  <a:moveTo>
                    <a:pt x="23" y="29"/>
                  </a:moveTo>
                  <a:cubicBezTo>
                    <a:pt x="23" y="27"/>
                    <a:pt x="30" y="31"/>
                    <a:pt x="31" y="29"/>
                  </a:cubicBezTo>
                  <a:cubicBezTo>
                    <a:pt x="32" y="27"/>
                    <a:pt x="25" y="21"/>
                    <a:pt x="31" y="23"/>
                  </a:cubicBezTo>
                  <a:cubicBezTo>
                    <a:pt x="37" y="24"/>
                    <a:pt x="36" y="21"/>
                    <a:pt x="38" y="18"/>
                  </a:cubicBezTo>
                  <a:cubicBezTo>
                    <a:pt x="40" y="16"/>
                    <a:pt x="46" y="14"/>
                    <a:pt x="43" y="9"/>
                  </a:cubicBezTo>
                  <a:cubicBezTo>
                    <a:pt x="41" y="6"/>
                    <a:pt x="40" y="3"/>
                    <a:pt x="40" y="0"/>
                  </a:cubicBezTo>
                  <a:cubicBezTo>
                    <a:pt x="38" y="1"/>
                    <a:pt x="36" y="2"/>
                    <a:pt x="35" y="1"/>
                  </a:cubicBezTo>
                  <a:cubicBezTo>
                    <a:pt x="33" y="0"/>
                    <a:pt x="30" y="0"/>
                    <a:pt x="30" y="3"/>
                  </a:cubicBezTo>
                  <a:cubicBezTo>
                    <a:pt x="30" y="5"/>
                    <a:pt x="27" y="6"/>
                    <a:pt x="28" y="5"/>
                  </a:cubicBezTo>
                  <a:cubicBezTo>
                    <a:pt x="28" y="3"/>
                    <a:pt x="25" y="4"/>
                    <a:pt x="24" y="2"/>
                  </a:cubicBezTo>
                  <a:cubicBezTo>
                    <a:pt x="22" y="0"/>
                    <a:pt x="16" y="2"/>
                    <a:pt x="13" y="1"/>
                  </a:cubicBezTo>
                  <a:cubicBezTo>
                    <a:pt x="10" y="0"/>
                    <a:pt x="6" y="3"/>
                    <a:pt x="3" y="7"/>
                  </a:cubicBezTo>
                  <a:cubicBezTo>
                    <a:pt x="0" y="10"/>
                    <a:pt x="3" y="10"/>
                    <a:pt x="3" y="13"/>
                  </a:cubicBezTo>
                  <a:cubicBezTo>
                    <a:pt x="3" y="17"/>
                    <a:pt x="5" y="17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7" y="21"/>
                    <a:pt x="6" y="24"/>
                    <a:pt x="6" y="26"/>
                  </a:cubicBezTo>
                  <a:cubicBezTo>
                    <a:pt x="7" y="29"/>
                    <a:pt x="9" y="27"/>
                    <a:pt x="11" y="27"/>
                  </a:cubicBezTo>
                  <a:cubicBezTo>
                    <a:pt x="13" y="27"/>
                    <a:pt x="10" y="30"/>
                    <a:pt x="11" y="31"/>
                  </a:cubicBezTo>
                  <a:cubicBezTo>
                    <a:pt x="13" y="33"/>
                    <a:pt x="16" y="30"/>
                    <a:pt x="17" y="32"/>
                  </a:cubicBezTo>
                  <a:cubicBezTo>
                    <a:pt x="17" y="32"/>
                    <a:pt x="18" y="33"/>
                    <a:pt x="18" y="33"/>
                  </a:cubicBezTo>
                  <a:cubicBezTo>
                    <a:pt x="20" y="32"/>
                    <a:pt x="23" y="30"/>
                    <a:pt x="23" y="2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4" name="Freeform 1527">
              <a:extLst>
                <a:ext uri="{FF2B5EF4-FFF2-40B4-BE49-F238E27FC236}">
                  <a16:creationId xmlns:a16="http://schemas.microsoft.com/office/drawing/2014/main" id="{11F77806-BF70-C300-B7DA-473D29533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6677" y="3659004"/>
              <a:ext cx="204772" cy="255575"/>
            </a:xfrm>
            <a:custGeom>
              <a:avLst/>
              <a:gdLst>
                <a:gd name="T0" fmla="*/ 37 w 55"/>
                <a:gd name="T1" fmla="*/ 31 h 68"/>
                <a:gd name="T2" fmla="*/ 29 w 55"/>
                <a:gd name="T3" fmla="*/ 24 h 68"/>
                <a:gd name="T4" fmla="*/ 35 w 55"/>
                <a:gd name="T5" fmla="*/ 21 h 68"/>
                <a:gd name="T6" fmla="*/ 32 w 55"/>
                <a:gd name="T7" fmla="*/ 15 h 68"/>
                <a:gd name="T8" fmla="*/ 27 w 55"/>
                <a:gd name="T9" fmla="*/ 14 h 68"/>
                <a:gd name="T10" fmla="*/ 21 w 55"/>
                <a:gd name="T11" fmla="*/ 11 h 68"/>
                <a:gd name="T12" fmla="*/ 17 w 55"/>
                <a:gd name="T13" fmla="*/ 5 h 68"/>
                <a:gd name="T14" fmla="*/ 14 w 55"/>
                <a:gd name="T15" fmla="*/ 1 h 68"/>
                <a:gd name="T16" fmla="*/ 11 w 55"/>
                <a:gd name="T17" fmla="*/ 1 h 68"/>
                <a:gd name="T18" fmla="*/ 10 w 55"/>
                <a:gd name="T19" fmla="*/ 5 h 68"/>
                <a:gd name="T20" fmla="*/ 10 w 55"/>
                <a:gd name="T21" fmla="*/ 11 h 68"/>
                <a:gd name="T22" fmla="*/ 6 w 55"/>
                <a:gd name="T23" fmla="*/ 7 h 68"/>
                <a:gd name="T24" fmla="*/ 2 w 55"/>
                <a:gd name="T25" fmla="*/ 14 h 68"/>
                <a:gd name="T26" fmla="*/ 0 w 55"/>
                <a:gd name="T27" fmla="*/ 16 h 68"/>
                <a:gd name="T28" fmla="*/ 1 w 55"/>
                <a:gd name="T29" fmla="*/ 17 h 68"/>
                <a:gd name="T30" fmla="*/ 2 w 55"/>
                <a:gd name="T31" fmla="*/ 23 h 68"/>
                <a:gd name="T32" fmla="*/ 7 w 55"/>
                <a:gd name="T33" fmla="*/ 25 h 68"/>
                <a:gd name="T34" fmla="*/ 6 w 55"/>
                <a:gd name="T35" fmla="*/ 33 h 68"/>
                <a:gd name="T36" fmla="*/ 4 w 55"/>
                <a:gd name="T37" fmla="*/ 38 h 68"/>
                <a:gd name="T38" fmla="*/ 11 w 55"/>
                <a:gd name="T39" fmla="*/ 36 h 68"/>
                <a:gd name="T40" fmla="*/ 16 w 55"/>
                <a:gd name="T41" fmla="*/ 36 h 68"/>
                <a:gd name="T42" fmla="*/ 21 w 55"/>
                <a:gd name="T43" fmla="*/ 34 h 68"/>
                <a:gd name="T44" fmla="*/ 28 w 55"/>
                <a:gd name="T45" fmla="*/ 34 h 68"/>
                <a:gd name="T46" fmla="*/ 34 w 55"/>
                <a:gd name="T47" fmla="*/ 39 h 68"/>
                <a:gd name="T48" fmla="*/ 34 w 55"/>
                <a:gd name="T49" fmla="*/ 48 h 68"/>
                <a:gd name="T50" fmla="*/ 39 w 55"/>
                <a:gd name="T51" fmla="*/ 56 h 68"/>
                <a:gd name="T52" fmla="*/ 39 w 55"/>
                <a:gd name="T53" fmla="*/ 65 h 68"/>
                <a:gd name="T54" fmla="*/ 42 w 55"/>
                <a:gd name="T55" fmla="*/ 67 h 68"/>
                <a:gd name="T56" fmla="*/ 44 w 55"/>
                <a:gd name="T57" fmla="*/ 65 h 68"/>
                <a:gd name="T58" fmla="*/ 49 w 55"/>
                <a:gd name="T59" fmla="*/ 63 h 68"/>
                <a:gd name="T60" fmla="*/ 54 w 55"/>
                <a:gd name="T61" fmla="*/ 62 h 68"/>
                <a:gd name="T62" fmla="*/ 55 w 55"/>
                <a:gd name="T63" fmla="*/ 59 h 68"/>
                <a:gd name="T64" fmla="*/ 53 w 55"/>
                <a:gd name="T65" fmla="*/ 52 h 68"/>
                <a:gd name="T66" fmla="*/ 47 w 55"/>
                <a:gd name="T67" fmla="*/ 46 h 68"/>
                <a:gd name="T68" fmla="*/ 41 w 55"/>
                <a:gd name="T69" fmla="*/ 38 h 68"/>
                <a:gd name="T70" fmla="*/ 37 w 55"/>
                <a:gd name="T71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68">
                  <a:moveTo>
                    <a:pt x="37" y="31"/>
                  </a:moveTo>
                  <a:cubicBezTo>
                    <a:pt x="37" y="29"/>
                    <a:pt x="28" y="27"/>
                    <a:pt x="29" y="24"/>
                  </a:cubicBezTo>
                  <a:cubicBezTo>
                    <a:pt x="30" y="22"/>
                    <a:pt x="35" y="23"/>
                    <a:pt x="35" y="21"/>
                  </a:cubicBezTo>
                  <a:cubicBezTo>
                    <a:pt x="35" y="19"/>
                    <a:pt x="33" y="19"/>
                    <a:pt x="32" y="15"/>
                  </a:cubicBezTo>
                  <a:cubicBezTo>
                    <a:pt x="32" y="12"/>
                    <a:pt x="29" y="13"/>
                    <a:pt x="27" y="14"/>
                  </a:cubicBezTo>
                  <a:cubicBezTo>
                    <a:pt x="26" y="15"/>
                    <a:pt x="21" y="13"/>
                    <a:pt x="21" y="11"/>
                  </a:cubicBezTo>
                  <a:cubicBezTo>
                    <a:pt x="21" y="8"/>
                    <a:pt x="17" y="7"/>
                    <a:pt x="17" y="5"/>
                  </a:cubicBezTo>
                  <a:cubicBezTo>
                    <a:pt x="17" y="4"/>
                    <a:pt x="16" y="3"/>
                    <a:pt x="14" y="1"/>
                  </a:cubicBezTo>
                  <a:cubicBezTo>
                    <a:pt x="13" y="2"/>
                    <a:pt x="12" y="2"/>
                    <a:pt x="11" y="1"/>
                  </a:cubicBezTo>
                  <a:cubicBezTo>
                    <a:pt x="11" y="0"/>
                    <a:pt x="9" y="4"/>
                    <a:pt x="10" y="5"/>
                  </a:cubicBezTo>
                  <a:cubicBezTo>
                    <a:pt x="11" y="6"/>
                    <a:pt x="12" y="12"/>
                    <a:pt x="10" y="11"/>
                  </a:cubicBezTo>
                  <a:cubicBezTo>
                    <a:pt x="8" y="10"/>
                    <a:pt x="8" y="7"/>
                    <a:pt x="6" y="7"/>
                  </a:cubicBezTo>
                  <a:cubicBezTo>
                    <a:pt x="6" y="7"/>
                    <a:pt x="2" y="12"/>
                    <a:pt x="2" y="14"/>
                  </a:cubicBezTo>
                  <a:cubicBezTo>
                    <a:pt x="2" y="15"/>
                    <a:pt x="1" y="15"/>
                    <a:pt x="0" y="16"/>
                  </a:cubicBezTo>
                  <a:cubicBezTo>
                    <a:pt x="0" y="16"/>
                    <a:pt x="1" y="17"/>
                    <a:pt x="1" y="17"/>
                  </a:cubicBezTo>
                  <a:cubicBezTo>
                    <a:pt x="2" y="18"/>
                    <a:pt x="1" y="21"/>
                    <a:pt x="2" y="23"/>
                  </a:cubicBezTo>
                  <a:cubicBezTo>
                    <a:pt x="3" y="25"/>
                    <a:pt x="6" y="22"/>
                    <a:pt x="7" y="25"/>
                  </a:cubicBezTo>
                  <a:cubicBezTo>
                    <a:pt x="8" y="28"/>
                    <a:pt x="6" y="30"/>
                    <a:pt x="6" y="33"/>
                  </a:cubicBezTo>
                  <a:cubicBezTo>
                    <a:pt x="6" y="36"/>
                    <a:pt x="4" y="36"/>
                    <a:pt x="4" y="38"/>
                  </a:cubicBezTo>
                  <a:cubicBezTo>
                    <a:pt x="5" y="41"/>
                    <a:pt x="9" y="38"/>
                    <a:pt x="11" y="36"/>
                  </a:cubicBezTo>
                  <a:cubicBezTo>
                    <a:pt x="14" y="34"/>
                    <a:pt x="16" y="34"/>
                    <a:pt x="16" y="36"/>
                  </a:cubicBezTo>
                  <a:cubicBezTo>
                    <a:pt x="17" y="37"/>
                    <a:pt x="21" y="36"/>
                    <a:pt x="21" y="34"/>
                  </a:cubicBezTo>
                  <a:cubicBezTo>
                    <a:pt x="22" y="33"/>
                    <a:pt x="27" y="32"/>
                    <a:pt x="28" y="34"/>
                  </a:cubicBezTo>
                  <a:cubicBezTo>
                    <a:pt x="30" y="36"/>
                    <a:pt x="31" y="38"/>
                    <a:pt x="34" y="39"/>
                  </a:cubicBezTo>
                  <a:cubicBezTo>
                    <a:pt x="36" y="41"/>
                    <a:pt x="32" y="48"/>
                    <a:pt x="34" y="48"/>
                  </a:cubicBezTo>
                  <a:cubicBezTo>
                    <a:pt x="37" y="49"/>
                    <a:pt x="40" y="52"/>
                    <a:pt x="39" y="56"/>
                  </a:cubicBezTo>
                  <a:cubicBezTo>
                    <a:pt x="39" y="59"/>
                    <a:pt x="41" y="62"/>
                    <a:pt x="39" y="65"/>
                  </a:cubicBezTo>
                  <a:cubicBezTo>
                    <a:pt x="40" y="66"/>
                    <a:pt x="42" y="66"/>
                    <a:pt x="42" y="67"/>
                  </a:cubicBezTo>
                  <a:cubicBezTo>
                    <a:pt x="41" y="68"/>
                    <a:pt x="44" y="67"/>
                    <a:pt x="44" y="65"/>
                  </a:cubicBezTo>
                  <a:cubicBezTo>
                    <a:pt x="44" y="62"/>
                    <a:pt x="47" y="63"/>
                    <a:pt x="49" y="63"/>
                  </a:cubicBezTo>
                  <a:cubicBezTo>
                    <a:pt x="50" y="64"/>
                    <a:pt x="53" y="64"/>
                    <a:pt x="54" y="62"/>
                  </a:cubicBezTo>
                  <a:cubicBezTo>
                    <a:pt x="54" y="61"/>
                    <a:pt x="54" y="60"/>
                    <a:pt x="55" y="59"/>
                  </a:cubicBezTo>
                  <a:cubicBezTo>
                    <a:pt x="55" y="56"/>
                    <a:pt x="55" y="53"/>
                    <a:pt x="53" y="52"/>
                  </a:cubicBezTo>
                  <a:cubicBezTo>
                    <a:pt x="52" y="50"/>
                    <a:pt x="48" y="49"/>
                    <a:pt x="47" y="46"/>
                  </a:cubicBezTo>
                  <a:cubicBezTo>
                    <a:pt x="46" y="43"/>
                    <a:pt x="42" y="40"/>
                    <a:pt x="41" y="38"/>
                  </a:cubicBezTo>
                  <a:cubicBezTo>
                    <a:pt x="40" y="36"/>
                    <a:pt x="37" y="33"/>
                    <a:pt x="37" y="3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5" name="Freeform 1529">
              <a:extLst>
                <a:ext uri="{FF2B5EF4-FFF2-40B4-BE49-F238E27FC236}">
                  <a16:creationId xmlns:a16="http://schemas.microsoft.com/office/drawing/2014/main" id="{F367CDFB-B584-3901-C861-FD110054D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5247" y="3719325"/>
              <a:ext cx="223820" cy="420666"/>
            </a:xfrm>
            <a:custGeom>
              <a:avLst/>
              <a:gdLst>
                <a:gd name="T0" fmla="*/ 37 w 60"/>
                <a:gd name="T1" fmla="*/ 59 h 112"/>
                <a:gd name="T2" fmla="*/ 37 w 60"/>
                <a:gd name="T3" fmla="*/ 52 h 112"/>
                <a:gd name="T4" fmla="*/ 47 w 60"/>
                <a:gd name="T5" fmla="*/ 47 h 112"/>
                <a:gd name="T6" fmla="*/ 57 w 60"/>
                <a:gd name="T7" fmla="*/ 47 h 112"/>
                <a:gd name="T8" fmla="*/ 58 w 60"/>
                <a:gd name="T9" fmla="*/ 48 h 112"/>
                <a:gd name="T10" fmla="*/ 59 w 60"/>
                <a:gd name="T11" fmla="*/ 40 h 112"/>
                <a:gd name="T12" fmla="*/ 54 w 60"/>
                <a:gd name="T13" fmla="*/ 32 h 112"/>
                <a:gd name="T14" fmla="*/ 53 w 60"/>
                <a:gd name="T15" fmla="*/ 23 h 112"/>
                <a:gd name="T16" fmla="*/ 48 w 60"/>
                <a:gd name="T17" fmla="*/ 18 h 112"/>
                <a:gd name="T18" fmla="*/ 41 w 60"/>
                <a:gd name="T19" fmla="*/ 18 h 112"/>
                <a:gd name="T20" fmla="*/ 36 w 60"/>
                <a:gd name="T21" fmla="*/ 19 h 112"/>
                <a:gd name="T22" fmla="*/ 31 w 60"/>
                <a:gd name="T23" fmla="*/ 20 h 112"/>
                <a:gd name="T24" fmla="*/ 24 w 60"/>
                <a:gd name="T25" fmla="*/ 22 h 112"/>
                <a:gd name="T26" fmla="*/ 26 w 60"/>
                <a:gd name="T27" fmla="*/ 16 h 112"/>
                <a:gd name="T28" fmla="*/ 26 w 60"/>
                <a:gd name="T29" fmla="*/ 9 h 112"/>
                <a:gd name="T30" fmla="*/ 21 w 60"/>
                <a:gd name="T31" fmla="*/ 7 h 112"/>
                <a:gd name="T32" fmla="*/ 21 w 60"/>
                <a:gd name="T33" fmla="*/ 1 h 112"/>
                <a:gd name="T34" fmla="*/ 19 w 60"/>
                <a:gd name="T35" fmla="*/ 0 h 112"/>
                <a:gd name="T36" fmla="*/ 18 w 60"/>
                <a:gd name="T37" fmla="*/ 1 h 112"/>
                <a:gd name="T38" fmla="*/ 11 w 60"/>
                <a:gd name="T39" fmla="*/ 4 h 112"/>
                <a:gd name="T40" fmla="*/ 6 w 60"/>
                <a:gd name="T41" fmla="*/ 6 h 112"/>
                <a:gd name="T42" fmla="*/ 2 w 60"/>
                <a:gd name="T43" fmla="*/ 9 h 112"/>
                <a:gd name="T44" fmla="*/ 0 w 60"/>
                <a:gd name="T45" fmla="*/ 20 h 112"/>
                <a:gd name="T46" fmla="*/ 6 w 60"/>
                <a:gd name="T47" fmla="*/ 27 h 112"/>
                <a:gd name="T48" fmla="*/ 7 w 60"/>
                <a:gd name="T49" fmla="*/ 32 h 112"/>
                <a:gd name="T50" fmla="*/ 7 w 60"/>
                <a:gd name="T51" fmla="*/ 35 h 112"/>
                <a:gd name="T52" fmla="*/ 6 w 60"/>
                <a:gd name="T53" fmla="*/ 41 h 112"/>
                <a:gd name="T54" fmla="*/ 8 w 60"/>
                <a:gd name="T55" fmla="*/ 48 h 112"/>
                <a:gd name="T56" fmla="*/ 11 w 60"/>
                <a:gd name="T57" fmla="*/ 58 h 112"/>
                <a:gd name="T58" fmla="*/ 14 w 60"/>
                <a:gd name="T59" fmla="*/ 63 h 112"/>
                <a:gd name="T60" fmla="*/ 7 w 60"/>
                <a:gd name="T61" fmla="*/ 75 h 112"/>
                <a:gd name="T62" fmla="*/ 5 w 60"/>
                <a:gd name="T63" fmla="*/ 86 h 112"/>
                <a:gd name="T64" fmla="*/ 6 w 60"/>
                <a:gd name="T65" fmla="*/ 93 h 112"/>
                <a:gd name="T66" fmla="*/ 15 w 60"/>
                <a:gd name="T67" fmla="*/ 102 h 112"/>
                <a:gd name="T68" fmla="*/ 18 w 60"/>
                <a:gd name="T69" fmla="*/ 106 h 112"/>
                <a:gd name="T70" fmla="*/ 22 w 60"/>
                <a:gd name="T71" fmla="*/ 106 h 112"/>
                <a:gd name="T72" fmla="*/ 26 w 60"/>
                <a:gd name="T73" fmla="*/ 110 h 112"/>
                <a:gd name="T74" fmla="*/ 31 w 60"/>
                <a:gd name="T75" fmla="*/ 111 h 112"/>
                <a:gd name="T76" fmla="*/ 34 w 60"/>
                <a:gd name="T77" fmla="*/ 108 h 112"/>
                <a:gd name="T78" fmla="*/ 25 w 60"/>
                <a:gd name="T79" fmla="*/ 103 h 112"/>
                <a:gd name="T80" fmla="*/ 20 w 60"/>
                <a:gd name="T81" fmla="*/ 95 h 112"/>
                <a:gd name="T82" fmla="*/ 17 w 60"/>
                <a:gd name="T83" fmla="*/ 88 h 112"/>
                <a:gd name="T84" fmla="*/ 13 w 60"/>
                <a:gd name="T85" fmla="*/ 84 h 112"/>
                <a:gd name="T86" fmla="*/ 13 w 60"/>
                <a:gd name="T87" fmla="*/ 73 h 112"/>
                <a:gd name="T88" fmla="*/ 17 w 60"/>
                <a:gd name="T89" fmla="*/ 58 h 112"/>
                <a:gd name="T90" fmla="*/ 24 w 60"/>
                <a:gd name="T91" fmla="*/ 56 h 112"/>
                <a:gd name="T92" fmla="*/ 29 w 60"/>
                <a:gd name="T93" fmla="*/ 60 h 112"/>
                <a:gd name="T94" fmla="*/ 37 w 60"/>
                <a:gd name="T95" fmla="*/ 64 h 112"/>
                <a:gd name="T96" fmla="*/ 38 w 60"/>
                <a:gd name="T97" fmla="*/ 65 h 112"/>
                <a:gd name="T98" fmla="*/ 38 w 60"/>
                <a:gd name="T99" fmla="*/ 64 h 112"/>
                <a:gd name="T100" fmla="*/ 37 w 60"/>
                <a:gd name="T101" fmla="*/ 5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0" h="112">
                  <a:moveTo>
                    <a:pt x="37" y="59"/>
                  </a:moveTo>
                  <a:cubicBezTo>
                    <a:pt x="37" y="56"/>
                    <a:pt x="34" y="56"/>
                    <a:pt x="37" y="52"/>
                  </a:cubicBezTo>
                  <a:cubicBezTo>
                    <a:pt x="39" y="49"/>
                    <a:pt x="44" y="46"/>
                    <a:pt x="47" y="47"/>
                  </a:cubicBezTo>
                  <a:cubicBezTo>
                    <a:pt x="50" y="48"/>
                    <a:pt x="55" y="45"/>
                    <a:pt x="57" y="47"/>
                  </a:cubicBezTo>
                  <a:cubicBezTo>
                    <a:pt x="57" y="48"/>
                    <a:pt x="57" y="48"/>
                    <a:pt x="58" y="48"/>
                  </a:cubicBezTo>
                  <a:cubicBezTo>
                    <a:pt x="60" y="45"/>
                    <a:pt x="59" y="43"/>
                    <a:pt x="59" y="40"/>
                  </a:cubicBezTo>
                  <a:cubicBezTo>
                    <a:pt x="59" y="36"/>
                    <a:pt x="56" y="33"/>
                    <a:pt x="54" y="32"/>
                  </a:cubicBezTo>
                  <a:cubicBezTo>
                    <a:pt x="51" y="31"/>
                    <a:pt x="55" y="24"/>
                    <a:pt x="53" y="23"/>
                  </a:cubicBezTo>
                  <a:cubicBezTo>
                    <a:pt x="51" y="22"/>
                    <a:pt x="49" y="20"/>
                    <a:pt x="48" y="18"/>
                  </a:cubicBezTo>
                  <a:cubicBezTo>
                    <a:pt x="46" y="16"/>
                    <a:pt x="41" y="16"/>
                    <a:pt x="41" y="18"/>
                  </a:cubicBezTo>
                  <a:cubicBezTo>
                    <a:pt x="40" y="20"/>
                    <a:pt x="37" y="21"/>
                    <a:pt x="36" y="19"/>
                  </a:cubicBezTo>
                  <a:cubicBezTo>
                    <a:pt x="35" y="18"/>
                    <a:pt x="33" y="18"/>
                    <a:pt x="31" y="20"/>
                  </a:cubicBezTo>
                  <a:cubicBezTo>
                    <a:pt x="28" y="22"/>
                    <a:pt x="25" y="25"/>
                    <a:pt x="24" y="22"/>
                  </a:cubicBezTo>
                  <a:cubicBezTo>
                    <a:pt x="23" y="19"/>
                    <a:pt x="26" y="20"/>
                    <a:pt x="26" y="16"/>
                  </a:cubicBezTo>
                  <a:cubicBezTo>
                    <a:pt x="26" y="13"/>
                    <a:pt x="27" y="12"/>
                    <a:pt x="26" y="9"/>
                  </a:cubicBezTo>
                  <a:cubicBezTo>
                    <a:pt x="25" y="5"/>
                    <a:pt x="22" y="9"/>
                    <a:pt x="21" y="7"/>
                  </a:cubicBezTo>
                  <a:cubicBezTo>
                    <a:pt x="20" y="4"/>
                    <a:pt x="21" y="2"/>
                    <a:pt x="21" y="1"/>
                  </a:cubicBezTo>
                  <a:cubicBezTo>
                    <a:pt x="21" y="1"/>
                    <a:pt x="20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2"/>
                    <a:pt x="12" y="2"/>
                    <a:pt x="11" y="4"/>
                  </a:cubicBezTo>
                  <a:cubicBezTo>
                    <a:pt x="10" y="6"/>
                    <a:pt x="7" y="6"/>
                    <a:pt x="6" y="6"/>
                  </a:cubicBezTo>
                  <a:cubicBezTo>
                    <a:pt x="5" y="6"/>
                    <a:pt x="2" y="6"/>
                    <a:pt x="2" y="9"/>
                  </a:cubicBezTo>
                  <a:cubicBezTo>
                    <a:pt x="1" y="11"/>
                    <a:pt x="0" y="19"/>
                    <a:pt x="0" y="20"/>
                  </a:cubicBezTo>
                  <a:cubicBezTo>
                    <a:pt x="0" y="22"/>
                    <a:pt x="4" y="26"/>
                    <a:pt x="6" y="27"/>
                  </a:cubicBezTo>
                  <a:cubicBezTo>
                    <a:pt x="7" y="27"/>
                    <a:pt x="5" y="31"/>
                    <a:pt x="7" y="32"/>
                  </a:cubicBezTo>
                  <a:cubicBezTo>
                    <a:pt x="9" y="33"/>
                    <a:pt x="8" y="36"/>
                    <a:pt x="7" y="35"/>
                  </a:cubicBezTo>
                  <a:cubicBezTo>
                    <a:pt x="6" y="35"/>
                    <a:pt x="7" y="39"/>
                    <a:pt x="6" y="41"/>
                  </a:cubicBezTo>
                  <a:cubicBezTo>
                    <a:pt x="4" y="42"/>
                    <a:pt x="5" y="46"/>
                    <a:pt x="8" y="48"/>
                  </a:cubicBezTo>
                  <a:cubicBezTo>
                    <a:pt x="11" y="51"/>
                    <a:pt x="11" y="55"/>
                    <a:pt x="11" y="58"/>
                  </a:cubicBezTo>
                  <a:cubicBezTo>
                    <a:pt x="11" y="60"/>
                    <a:pt x="14" y="60"/>
                    <a:pt x="14" y="63"/>
                  </a:cubicBezTo>
                  <a:cubicBezTo>
                    <a:pt x="14" y="63"/>
                    <a:pt x="10" y="76"/>
                    <a:pt x="7" y="75"/>
                  </a:cubicBezTo>
                  <a:cubicBezTo>
                    <a:pt x="7" y="78"/>
                    <a:pt x="6" y="83"/>
                    <a:pt x="5" y="86"/>
                  </a:cubicBezTo>
                  <a:cubicBezTo>
                    <a:pt x="4" y="89"/>
                    <a:pt x="4" y="92"/>
                    <a:pt x="6" y="93"/>
                  </a:cubicBezTo>
                  <a:cubicBezTo>
                    <a:pt x="8" y="93"/>
                    <a:pt x="12" y="97"/>
                    <a:pt x="15" y="102"/>
                  </a:cubicBezTo>
                  <a:cubicBezTo>
                    <a:pt x="16" y="103"/>
                    <a:pt x="17" y="105"/>
                    <a:pt x="18" y="106"/>
                  </a:cubicBezTo>
                  <a:cubicBezTo>
                    <a:pt x="19" y="106"/>
                    <a:pt x="20" y="106"/>
                    <a:pt x="22" y="106"/>
                  </a:cubicBezTo>
                  <a:cubicBezTo>
                    <a:pt x="25" y="107"/>
                    <a:pt x="26" y="109"/>
                    <a:pt x="26" y="110"/>
                  </a:cubicBezTo>
                  <a:cubicBezTo>
                    <a:pt x="26" y="112"/>
                    <a:pt x="31" y="111"/>
                    <a:pt x="31" y="111"/>
                  </a:cubicBezTo>
                  <a:cubicBezTo>
                    <a:pt x="32" y="111"/>
                    <a:pt x="31" y="109"/>
                    <a:pt x="34" y="108"/>
                  </a:cubicBezTo>
                  <a:cubicBezTo>
                    <a:pt x="32" y="106"/>
                    <a:pt x="28" y="104"/>
                    <a:pt x="25" y="103"/>
                  </a:cubicBezTo>
                  <a:cubicBezTo>
                    <a:pt x="21" y="103"/>
                    <a:pt x="20" y="97"/>
                    <a:pt x="20" y="95"/>
                  </a:cubicBezTo>
                  <a:cubicBezTo>
                    <a:pt x="20" y="92"/>
                    <a:pt x="17" y="90"/>
                    <a:pt x="17" y="88"/>
                  </a:cubicBezTo>
                  <a:cubicBezTo>
                    <a:pt x="17" y="86"/>
                    <a:pt x="15" y="86"/>
                    <a:pt x="13" y="84"/>
                  </a:cubicBezTo>
                  <a:cubicBezTo>
                    <a:pt x="10" y="83"/>
                    <a:pt x="13" y="76"/>
                    <a:pt x="13" y="73"/>
                  </a:cubicBezTo>
                  <a:cubicBezTo>
                    <a:pt x="14" y="70"/>
                    <a:pt x="19" y="60"/>
                    <a:pt x="17" y="58"/>
                  </a:cubicBezTo>
                  <a:cubicBezTo>
                    <a:pt x="16" y="55"/>
                    <a:pt x="23" y="53"/>
                    <a:pt x="24" y="56"/>
                  </a:cubicBezTo>
                  <a:cubicBezTo>
                    <a:pt x="25" y="59"/>
                    <a:pt x="25" y="60"/>
                    <a:pt x="29" y="60"/>
                  </a:cubicBezTo>
                  <a:cubicBezTo>
                    <a:pt x="34" y="60"/>
                    <a:pt x="34" y="63"/>
                    <a:pt x="37" y="64"/>
                  </a:cubicBezTo>
                  <a:cubicBezTo>
                    <a:pt x="37" y="64"/>
                    <a:pt x="38" y="65"/>
                    <a:pt x="38" y="65"/>
                  </a:cubicBezTo>
                  <a:cubicBezTo>
                    <a:pt x="38" y="65"/>
                    <a:pt x="38" y="64"/>
                    <a:pt x="38" y="64"/>
                  </a:cubicBezTo>
                  <a:cubicBezTo>
                    <a:pt x="39" y="62"/>
                    <a:pt x="37" y="62"/>
                    <a:pt x="37" y="5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6" name="Freeform 1531">
              <a:extLst>
                <a:ext uri="{FF2B5EF4-FFF2-40B4-BE49-F238E27FC236}">
                  <a16:creationId xmlns:a16="http://schemas.microsoft.com/office/drawing/2014/main" id="{9B128979-E6B1-7837-5B5C-09232535B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35643" y="3366918"/>
              <a:ext cx="584154" cy="468290"/>
            </a:xfrm>
            <a:custGeom>
              <a:avLst/>
              <a:gdLst>
                <a:gd name="T0" fmla="*/ 93 w 156"/>
                <a:gd name="T1" fmla="*/ 27 h 125"/>
                <a:gd name="T2" fmla="*/ 80 w 156"/>
                <a:gd name="T3" fmla="*/ 25 h 125"/>
                <a:gd name="T4" fmla="*/ 71 w 156"/>
                <a:gd name="T5" fmla="*/ 22 h 125"/>
                <a:gd name="T6" fmla="*/ 54 w 156"/>
                <a:gd name="T7" fmla="*/ 9 h 125"/>
                <a:gd name="T8" fmla="*/ 39 w 156"/>
                <a:gd name="T9" fmla="*/ 1 h 125"/>
                <a:gd name="T10" fmla="*/ 33 w 156"/>
                <a:gd name="T11" fmla="*/ 1 h 125"/>
                <a:gd name="T12" fmla="*/ 25 w 156"/>
                <a:gd name="T13" fmla="*/ 3 h 125"/>
                <a:gd name="T14" fmla="*/ 18 w 156"/>
                <a:gd name="T15" fmla="*/ 8 h 125"/>
                <a:gd name="T16" fmla="*/ 24 w 156"/>
                <a:gd name="T17" fmla="*/ 14 h 125"/>
                <a:gd name="T18" fmla="*/ 19 w 156"/>
                <a:gd name="T19" fmla="*/ 18 h 125"/>
                <a:gd name="T20" fmla="*/ 15 w 156"/>
                <a:gd name="T21" fmla="*/ 20 h 125"/>
                <a:gd name="T22" fmla="*/ 9 w 156"/>
                <a:gd name="T23" fmla="*/ 24 h 125"/>
                <a:gd name="T24" fmla="*/ 2 w 156"/>
                <a:gd name="T25" fmla="*/ 21 h 125"/>
                <a:gd name="T26" fmla="*/ 1 w 156"/>
                <a:gd name="T27" fmla="*/ 23 h 125"/>
                <a:gd name="T28" fmla="*/ 1 w 156"/>
                <a:gd name="T29" fmla="*/ 25 h 125"/>
                <a:gd name="T30" fmla="*/ 2 w 156"/>
                <a:gd name="T31" fmla="*/ 33 h 125"/>
                <a:gd name="T32" fmla="*/ 8 w 156"/>
                <a:gd name="T33" fmla="*/ 41 h 125"/>
                <a:gd name="T34" fmla="*/ 18 w 156"/>
                <a:gd name="T35" fmla="*/ 57 h 125"/>
                <a:gd name="T36" fmla="*/ 24 w 156"/>
                <a:gd name="T37" fmla="*/ 65 h 125"/>
                <a:gd name="T38" fmla="*/ 31 w 156"/>
                <a:gd name="T39" fmla="*/ 74 h 125"/>
                <a:gd name="T40" fmla="*/ 33 w 156"/>
                <a:gd name="T41" fmla="*/ 82 h 125"/>
                <a:gd name="T42" fmla="*/ 39 w 156"/>
                <a:gd name="T43" fmla="*/ 94 h 125"/>
                <a:gd name="T44" fmla="*/ 47 w 156"/>
                <a:gd name="T45" fmla="*/ 104 h 125"/>
                <a:gd name="T46" fmla="*/ 54 w 156"/>
                <a:gd name="T47" fmla="*/ 115 h 125"/>
                <a:gd name="T48" fmla="*/ 56 w 156"/>
                <a:gd name="T49" fmla="*/ 121 h 125"/>
                <a:gd name="T50" fmla="*/ 59 w 156"/>
                <a:gd name="T51" fmla="*/ 125 h 125"/>
                <a:gd name="T52" fmla="*/ 62 w 156"/>
                <a:gd name="T53" fmla="*/ 123 h 125"/>
                <a:gd name="T54" fmla="*/ 62 w 156"/>
                <a:gd name="T55" fmla="*/ 119 h 125"/>
                <a:gd name="T56" fmla="*/ 65 w 156"/>
                <a:gd name="T57" fmla="*/ 117 h 125"/>
                <a:gd name="T58" fmla="*/ 71 w 156"/>
                <a:gd name="T59" fmla="*/ 117 h 125"/>
                <a:gd name="T60" fmla="*/ 80 w 156"/>
                <a:gd name="T61" fmla="*/ 118 h 125"/>
                <a:gd name="T62" fmla="*/ 90 w 156"/>
                <a:gd name="T63" fmla="*/ 120 h 125"/>
                <a:gd name="T64" fmla="*/ 95 w 156"/>
                <a:gd name="T65" fmla="*/ 118 h 125"/>
                <a:gd name="T66" fmla="*/ 106 w 156"/>
                <a:gd name="T67" fmla="*/ 108 h 125"/>
                <a:gd name="T68" fmla="*/ 121 w 156"/>
                <a:gd name="T69" fmla="*/ 107 h 125"/>
                <a:gd name="T70" fmla="*/ 151 w 156"/>
                <a:gd name="T71" fmla="*/ 98 h 125"/>
                <a:gd name="T72" fmla="*/ 156 w 156"/>
                <a:gd name="T73" fmla="*/ 82 h 125"/>
                <a:gd name="T74" fmla="*/ 152 w 156"/>
                <a:gd name="T75" fmla="*/ 77 h 125"/>
                <a:gd name="T76" fmla="*/ 133 w 156"/>
                <a:gd name="T77" fmla="*/ 75 h 125"/>
                <a:gd name="T78" fmla="*/ 128 w 156"/>
                <a:gd name="T79" fmla="*/ 67 h 125"/>
                <a:gd name="T80" fmla="*/ 125 w 156"/>
                <a:gd name="T81" fmla="*/ 62 h 125"/>
                <a:gd name="T82" fmla="*/ 119 w 156"/>
                <a:gd name="T83" fmla="*/ 58 h 125"/>
                <a:gd name="T84" fmla="*/ 115 w 156"/>
                <a:gd name="T85" fmla="*/ 50 h 125"/>
                <a:gd name="T86" fmla="*/ 111 w 156"/>
                <a:gd name="T87" fmla="*/ 42 h 125"/>
                <a:gd name="T88" fmla="*/ 104 w 156"/>
                <a:gd name="T89" fmla="*/ 33 h 125"/>
                <a:gd name="T90" fmla="*/ 103 w 156"/>
                <a:gd name="T91" fmla="*/ 30 h 125"/>
                <a:gd name="T92" fmla="*/ 97 w 156"/>
                <a:gd name="T93" fmla="*/ 30 h 125"/>
                <a:gd name="T94" fmla="*/ 93 w 156"/>
                <a:gd name="T95" fmla="*/ 2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6" h="125">
                  <a:moveTo>
                    <a:pt x="93" y="27"/>
                  </a:moveTo>
                  <a:cubicBezTo>
                    <a:pt x="93" y="27"/>
                    <a:pt x="82" y="25"/>
                    <a:pt x="80" y="25"/>
                  </a:cubicBezTo>
                  <a:cubicBezTo>
                    <a:pt x="78" y="25"/>
                    <a:pt x="74" y="25"/>
                    <a:pt x="71" y="22"/>
                  </a:cubicBezTo>
                  <a:cubicBezTo>
                    <a:pt x="69" y="20"/>
                    <a:pt x="56" y="10"/>
                    <a:pt x="54" y="9"/>
                  </a:cubicBezTo>
                  <a:cubicBezTo>
                    <a:pt x="51" y="8"/>
                    <a:pt x="42" y="1"/>
                    <a:pt x="39" y="1"/>
                  </a:cubicBezTo>
                  <a:cubicBezTo>
                    <a:pt x="37" y="0"/>
                    <a:pt x="36" y="1"/>
                    <a:pt x="33" y="1"/>
                  </a:cubicBezTo>
                  <a:cubicBezTo>
                    <a:pt x="30" y="1"/>
                    <a:pt x="31" y="3"/>
                    <a:pt x="25" y="3"/>
                  </a:cubicBezTo>
                  <a:cubicBezTo>
                    <a:pt x="20" y="3"/>
                    <a:pt x="16" y="7"/>
                    <a:pt x="18" y="8"/>
                  </a:cubicBezTo>
                  <a:cubicBezTo>
                    <a:pt x="20" y="8"/>
                    <a:pt x="25" y="13"/>
                    <a:pt x="24" y="14"/>
                  </a:cubicBezTo>
                  <a:cubicBezTo>
                    <a:pt x="22" y="15"/>
                    <a:pt x="22" y="18"/>
                    <a:pt x="19" y="18"/>
                  </a:cubicBezTo>
                  <a:cubicBezTo>
                    <a:pt x="17" y="18"/>
                    <a:pt x="15" y="18"/>
                    <a:pt x="15" y="20"/>
                  </a:cubicBezTo>
                  <a:cubicBezTo>
                    <a:pt x="15" y="21"/>
                    <a:pt x="11" y="24"/>
                    <a:pt x="9" y="24"/>
                  </a:cubicBezTo>
                  <a:cubicBezTo>
                    <a:pt x="7" y="24"/>
                    <a:pt x="4" y="22"/>
                    <a:pt x="2" y="21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6"/>
                    <a:pt x="0" y="33"/>
                    <a:pt x="2" y="33"/>
                  </a:cubicBezTo>
                  <a:cubicBezTo>
                    <a:pt x="3" y="34"/>
                    <a:pt x="4" y="37"/>
                    <a:pt x="8" y="41"/>
                  </a:cubicBezTo>
                  <a:cubicBezTo>
                    <a:pt x="11" y="44"/>
                    <a:pt x="18" y="55"/>
                    <a:pt x="18" y="57"/>
                  </a:cubicBezTo>
                  <a:cubicBezTo>
                    <a:pt x="19" y="60"/>
                    <a:pt x="20" y="62"/>
                    <a:pt x="24" y="65"/>
                  </a:cubicBezTo>
                  <a:cubicBezTo>
                    <a:pt x="28" y="68"/>
                    <a:pt x="28" y="72"/>
                    <a:pt x="31" y="74"/>
                  </a:cubicBezTo>
                  <a:cubicBezTo>
                    <a:pt x="33" y="75"/>
                    <a:pt x="32" y="77"/>
                    <a:pt x="33" y="82"/>
                  </a:cubicBezTo>
                  <a:cubicBezTo>
                    <a:pt x="33" y="86"/>
                    <a:pt x="35" y="92"/>
                    <a:pt x="39" y="94"/>
                  </a:cubicBezTo>
                  <a:cubicBezTo>
                    <a:pt x="42" y="97"/>
                    <a:pt x="45" y="99"/>
                    <a:pt x="47" y="104"/>
                  </a:cubicBezTo>
                  <a:cubicBezTo>
                    <a:pt x="49" y="109"/>
                    <a:pt x="51" y="113"/>
                    <a:pt x="54" y="115"/>
                  </a:cubicBezTo>
                  <a:cubicBezTo>
                    <a:pt x="56" y="118"/>
                    <a:pt x="55" y="119"/>
                    <a:pt x="56" y="121"/>
                  </a:cubicBezTo>
                  <a:cubicBezTo>
                    <a:pt x="57" y="122"/>
                    <a:pt x="58" y="124"/>
                    <a:pt x="59" y="125"/>
                  </a:cubicBezTo>
                  <a:cubicBezTo>
                    <a:pt x="61" y="124"/>
                    <a:pt x="62" y="124"/>
                    <a:pt x="62" y="123"/>
                  </a:cubicBezTo>
                  <a:cubicBezTo>
                    <a:pt x="63" y="123"/>
                    <a:pt x="61" y="120"/>
                    <a:pt x="62" y="119"/>
                  </a:cubicBezTo>
                  <a:cubicBezTo>
                    <a:pt x="63" y="118"/>
                    <a:pt x="64" y="117"/>
                    <a:pt x="65" y="117"/>
                  </a:cubicBezTo>
                  <a:cubicBezTo>
                    <a:pt x="66" y="116"/>
                    <a:pt x="68" y="118"/>
                    <a:pt x="71" y="117"/>
                  </a:cubicBezTo>
                  <a:cubicBezTo>
                    <a:pt x="73" y="117"/>
                    <a:pt x="79" y="118"/>
                    <a:pt x="80" y="118"/>
                  </a:cubicBezTo>
                  <a:cubicBezTo>
                    <a:pt x="80" y="119"/>
                    <a:pt x="88" y="118"/>
                    <a:pt x="90" y="120"/>
                  </a:cubicBezTo>
                  <a:cubicBezTo>
                    <a:pt x="92" y="121"/>
                    <a:pt x="94" y="121"/>
                    <a:pt x="95" y="118"/>
                  </a:cubicBezTo>
                  <a:cubicBezTo>
                    <a:pt x="96" y="115"/>
                    <a:pt x="105" y="109"/>
                    <a:pt x="106" y="108"/>
                  </a:cubicBezTo>
                  <a:cubicBezTo>
                    <a:pt x="108" y="108"/>
                    <a:pt x="117" y="108"/>
                    <a:pt x="121" y="107"/>
                  </a:cubicBezTo>
                  <a:cubicBezTo>
                    <a:pt x="125" y="106"/>
                    <a:pt x="149" y="98"/>
                    <a:pt x="151" y="98"/>
                  </a:cubicBezTo>
                  <a:cubicBezTo>
                    <a:pt x="152" y="97"/>
                    <a:pt x="156" y="84"/>
                    <a:pt x="156" y="82"/>
                  </a:cubicBezTo>
                  <a:cubicBezTo>
                    <a:pt x="156" y="81"/>
                    <a:pt x="154" y="77"/>
                    <a:pt x="152" y="77"/>
                  </a:cubicBezTo>
                  <a:cubicBezTo>
                    <a:pt x="150" y="77"/>
                    <a:pt x="134" y="75"/>
                    <a:pt x="133" y="75"/>
                  </a:cubicBezTo>
                  <a:cubicBezTo>
                    <a:pt x="132" y="74"/>
                    <a:pt x="128" y="71"/>
                    <a:pt x="128" y="67"/>
                  </a:cubicBezTo>
                  <a:cubicBezTo>
                    <a:pt x="126" y="66"/>
                    <a:pt x="125" y="64"/>
                    <a:pt x="125" y="62"/>
                  </a:cubicBezTo>
                  <a:cubicBezTo>
                    <a:pt x="123" y="62"/>
                    <a:pt x="120" y="62"/>
                    <a:pt x="119" y="58"/>
                  </a:cubicBezTo>
                  <a:cubicBezTo>
                    <a:pt x="117" y="57"/>
                    <a:pt x="113" y="51"/>
                    <a:pt x="115" y="50"/>
                  </a:cubicBezTo>
                  <a:cubicBezTo>
                    <a:pt x="116" y="48"/>
                    <a:pt x="114" y="44"/>
                    <a:pt x="111" y="42"/>
                  </a:cubicBezTo>
                  <a:cubicBezTo>
                    <a:pt x="109" y="40"/>
                    <a:pt x="104" y="36"/>
                    <a:pt x="104" y="33"/>
                  </a:cubicBezTo>
                  <a:cubicBezTo>
                    <a:pt x="104" y="33"/>
                    <a:pt x="103" y="31"/>
                    <a:pt x="103" y="30"/>
                  </a:cubicBezTo>
                  <a:cubicBezTo>
                    <a:pt x="97" y="30"/>
                    <a:pt x="97" y="30"/>
                    <a:pt x="97" y="30"/>
                  </a:cubicBezTo>
                  <a:lnTo>
                    <a:pt x="93" y="2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7" name="Freeform 1533">
              <a:extLst>
                <a:ext uri="{FF2B5EF4-FFF2-40B4-BE49-F238E27FC236}">
                  <a16:creationId xmlns:a16="http://schemas.microsoft.com/office/drawing/2014/main" id="{80EFDC50-A549-9099-E867-FA6E3AD82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1856" y="3581220"/>
              <a:ext cx="223820" cy="250813"/>
            </a:xfrm>
            <a:custGeom>
              <a:avLst/>
              <a:gdLst>
                <a:gd name="T0" fmla="*/ 30 w 60"/>
                <a:gd name="T1" fmla="*/ 2 h 67"/>
                <a:gd name="T2" fmla="*/ 30 w 60"/>
                <a:gd name="T3" fmla="*/ 7 h 67"/>
                <a:gd name="T4" fmla="*/ 25 w 60"/>
                <a:gd name="T5" fmla="*/ 13 h 67"/>
                <a:gd name="T6" fmla="*/ 23 w 60"/>
                <a:gd name="T7" fmla="*/ 19 h 67"/>
                <a:gd name="T8" fmla="*/ 24 w 60"/>
                <a:gd name="T9" fmla="*/ 19 h 67"/>
                <a:gd name="T10" fmla="*/ 28 w 60"/>
                <a:gd name="T11" fmla="*/ 25 h 67"/>
                <a:gd name="T12" fmla="*/ 23 w 60"/>
                <a:gd name="T13" fmla="*/ 40 h 67"/>
                <a:gd name="T14" fmla="*/ 0 w 60"/>
                <a:gd name="T15" fmla="*/ 48 h 67"/>
                <a:gd name="T16" fmla="*/ 9 w 60"/>
                <a:gd name="T17" fmla="*/ 67 h 67"/>
                <a:gd name="T18" fmla="*/ 11 w 60"/>
                <a:gd name="T19" fmla="*/ 66 h 67"/>
                <a:gd name="T20" fmla="*/ 23 w 60"/>
                <a:gd name="T21" fmla="*/ 64 h 67"/>
                <a:gd name="T22" fmla="*/ 26 w 60"/>
                <a:gd name="T23" fmla="*/ 58 h 67"/>
                <a:gd name="T24" fmla="*/ 34 w 60"/>
                <a:gd name="T25" fmla="*/ 57 h 67"/>
                <a:gd name="T26" fmla="*/ 39 w 60"/>
                <a:gd name="T27" fmla="*/ 50 h 67"/>
                <a:gd name="T28" fmla="*/ 44 w 60"/>
                <a:gd name="T29" fmla="*/ 47 h 67"/>
                <a:gd name="T30" fmla="*/ 46 w 60"/>
                <a:gd name="T31" fmla="*/ 37 h 67"/>
                <a:gd name="T32" fmla="*/ 52 w 60"/>
                <a:gd name="T33" fmla="*/ 33 h 67"/>
                <a:gd name="T34" fmla="*/ 59 w 60"/>
                <a:gd name="T35" fmla="*/ 25 h 67"/>
                <a:gd name="T36" fmla="*/ 58 w 60"/>
                <a:gd name="T37" fmla="*/ 20 h 67"/>
                <a:gd name="T38" fmla="*/ 52 w 60"/>
                <a:gd name="T39" fmla="*/ 13 h 67"/>
                <a:gd name="T40" fmla="*/ 39 w 60"/>
                <a:gd name="T41" fmla="*/ 8 h 67"/>
                <a:gd name="T42" fmla="*/ 35 w 60"/>
                <a:gd name="T43" fmla="*/ 0 h 67"/>
                <a:gd name="T44" fmla="*/ 33 w 60"/>
                <a:gd name="T45" fmla="*/ 2 h 67"/>
                <a:gd name="T46" fmla="*/ 30 w 60"/>
                <a:gd name="T47" fmla="*/ 2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0" h="67">
                  <a:moveTo>
                    <a:pt x="30" y="2"/>
                  </a:moveTo>
                  <a:cubicBezTo>
                    <a:pt x="30" y="7"/>
                    <a:pt x="30" y="7"/>
                    <a:pt x="30" y="7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4" y="20"/>
                    <a:pt x="24" y="19"/>
                  </a:cubicBezTo>
                  <a:cubicBezTo>
                    <a:pt x="26" y="19"/>
                    <a:pt x="28" y="23"/>
                    <a:pt x="28" y="25"/>
                  </a:cubicBezTo>
                  <a:cubicBezTo>
                    <a:pt x="28" y="26"/>
                    <a:pt x="24" y="39"/>
                    <a:pt x="23" y="40"/>
                  </a:cubicBezTo>
                  <a:cubicBezTo>
                    <a:pt x="22" y="41"/>
                    <a:pt x="9" y="45"/>
                    <a:pt x="0" y="48"/>
                  </a:cubicBezTo>
                  <a:cubicBezTo>
                    <a:pt x="2" y="52"/>
                    <a:pt x="6" y="60"/>
                    <a:pt x="9" y="67"/>
                  </a:cubicBezTo>
                  <a:cubicBezTo>
                    <a:pt x="10" y="67"/>
                    <a:pt x="10" y="66"/>
                    <a:pt x="11" y="66"/>
                  </a:cubicBezTo>
                  <a:cubicBezTo>
                    <a:pt x="15" y="64"/>
                    <a:pt x="20" y="65"/>
                    <a:pt x="23" y="64"/>
                  </a:cubicBezTo>
                  <a:cubicBezTo>
                    <a:pt x="26" y="63"/>
                    <a:pt x="23" y="60"/>
                    <a:pt x="26" y="58"/>
                  </a:cubicBezTo>
                  <a:cubicBezTo>
                    <a:pt x="29" y="56"/>
                    <a:pt x="33" y="57"/>
                    <a:pt x="34" y="57"/>
                  </a:cubicBezTo>
                  <a:cubicBezTo>
                    <a:pt x="36" y="56"/>
                    <a:pt x="37" y="51"/>
                    <a:pt x="39" y="50"/>
                  </a:cubicBezTo>
                  <a:cubicBezTo>
                    <a:pt x="42" y="49"/>
                    <a:pt x="44" y="50"/>
                    <a:pt x="44" y="47"/>
                  </a:cubicBezTo>
                  <a:cubicBezTo>
                    <a:pt x="44" y="45"/>
                    <a:pt x="44" y="38"/>
                    <a:pt x="46" y="37"/>
                  </a:cubicBezTo>
                  <a:cubicBezTo>
                    <a:pt x="49" y="37"/>
                    <a:pt x="52" y="35"/>
                    <a:pt x="52" y="33"/>
                  </a:cubicBezTo>
                  <a:cubicBezTo>
                    <a:pt x="53" y="32"/>
                    <a:pt x="57" y="27"/>
                    <a:pt x="59" y="25"/>
                  </a:cubicBezTo>
                  <a:cubicBezTo>
                    <a:pt x="60" y="22"/>
                    <a:pt x="60" y="21"/>
                    <a:pt x="58" y="20"/>
                  </a:cubicBezTo>
                  <a:cubicBezTo>
                    <a:pt x="56" y="20"/>
                    <a:pt x="53" y="14"/>
                    <a:pt x="52" y="13"/>
                  </a:cubicBezTo>
                  <a:cubicBezTo>
                    <a:pt x="51" y="11"/>
                    <a:pt x="45" y="12"/>
                    <a:pt x="39" y="8"/>
                  </a:cubicBezTo>
                  <a:cubicBezTo>
                    <a:pt x="37" y="6"/>
                    <a:pt x="36" y="3"/>
                    <a:pt x="35" y="0"/>
                  </a:cubicBezTo>
                  <a:cubicBezTo>
                    <a:pt x="33" y="2"/>
                    <a:pt x="33" y="2"/>
                    <a:pt x="33" y="2"/>
                  </a:cubicBez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8" name="Freeform 1536">
              <a:extLst>
                <a:ext uri="{FF2B5EF4-FFF2-40B4-BE49-F238E27FC236}">
                  <a16:creationId xmlns:a16="http://schemas.microsoft.com/office/drawing/2014/main" id="{7D441661-F357-6DE6-BE52-7BE869E7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6933" y="3551060"/>
              <a:ext cx="34922" cy="52386"/>
            </a:xfrm>
            <a:custGeom>
              <a:avLst/>
              <a:gdLst>
                <a:gd name="T0" fmla="*/ 7 w 9"/>
                <a:gd name="T1" fmla="*/ 14 h 14"/>
                <a:gd name="T2" fmla="*/ 7 w 9"/>
                <a:gd name="T3" fmla="*/ 11 h 14"/>
                <a:gd name="T4" fmla="*/ 6 w 9"/>
                <a:gd name="T5" fmla="*/ 1 h 14"/>
                <a:gd name="T6" fmla="*/ 0 w 9"/>
                <a:gd name="T7" fmla="*/ 9 h 14"/>
                <a:gd name="T8" fmla="*/ 0 w 9"/>
                <a:gd name="T9" fmla="*/ 9 h 14"/>
                <a:gd name="T10" fmla="*/ 7 w 9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4">
                  <a:moveTo>
                    <a:pt x="7" y="14"/>
                  </a:moveTo>
                  <a:cubicBezTo>
                    <a:pt x="6" y="13"/>
                    <a:pt x="6" y="12"/>
                    <a:pt x="7" y="11"/>
                  </a:cubicBezTo>
                  <a:cubicBezTo>
                    <a:pt x="8" y="9"/>
                    <a:pt x="9" y="2"/>
                    <a:pt x="6" y="1"/>
                  </a:cubicBezTo>
                  <a:cubicBezTo>
                    <a:pt x="2" y="0"/>
                    <a:pt x="0" y="7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13"/>
                    <a:pt x="5" y="14"/>
                    <a:pt x="7" y="1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9" name="Freeform 1538">
              <a:extLst>
                <a:ext uri="{FF2B5EF4-FFF2-40B4-BE49-F238E27FC236}">
                  <a16:creationId xmlns:a16="http://schemas.microsoft.com/office/drawing/2014/main" id="{EC9454BF-3AA6-96C4-DDBF-DC5403E59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1856" y="3546297"/>
              <a:ext cx="134927" cy="109532"/>
            </a:xfrm>
            <a:custGeom>
              <a:avLst/>
              <a:gdLst>
                <a:gd name="T0" fmla="*/ 6 w 36"/>
                <a:gd name="T1" fmla="*/ 27 h 29"/>
                <a:gd name="T2" fmla="*/ 23 w 36"/>
                <a:gd name="T3" fmla="*/ 29 h 29"/>
                <a:gd name="T4" fmla="*/ 26 w 36"/>
                <a:gd name="T5" fmla="*/ 23 h 29"/>
                <a:gd name="T6" fmla="*/ 30 w 36"/>
                <a:gd name="T7" fmla="*/ 17 h 29"/>
                <a:gd name="T8" fmla="*/ 30 w 36"/>
                <a:gd name="T9" fmla="*/ 11 h 29"/>
                <a:gd name="T10" fmla="*/ 33 w 36"/>
                <a:gd name="T11" fmla="*/ 11 h 29"/>
                <a:gd name="T12" fmla="*/ 36 w 36"/>
                <a:gd name="T13" fmla="*/ 10 h 29"/>
                <a:gd name="T14" fmla="*/ 34 w 36"/>
                <a:gd name="T15" fmla="*/ 0 h 29"/>
                <a:gd name="T16" fmla="*/ 25 w 36"/>
                <a:gd name="T17" fmla="*/ 10 h 29"/>
                <a:gd name="T18" fmla="*/ 10 w 36"/>
                <a:gd name="T19" fmla="*/ 17 h 29"/>
                <a:gd name="T20" fmla="*/ 2 w 36"/>
                <a:gd name="T21" fmla="*/ 19 h 29"/>
                <a:gd name="T22" fmla="*/ 0 w 36"/>
                <a:gd name="T23" fmla="*/ 19 h 29"/>
                <a:gd name="T24" fmla="*/ 6 w 36"/>
                <a:gd name="T25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29">
                  <a:moveTo>
                    <a:pt x="6" y="27"/>
                  </a:moveTo>
                  <a:cubicBezTo>
                    <a:pt x="7" y="28"/>
                    <a:pt x="19" y="29"/>
                    <a:pt x="23" y="29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5"/>
                    <a:pt x="35" y="0"/>
                    <a:pt x="34" y="0"/>
                  </a:cubicBezTo>
                  <a:cubicBezTo>
                    <a:pt x="32" y="0"/>
                    <a:pt x="27" y="6"/>
                    <a:pt x="25" y="10"/>
                  </a:cubicBezTo>
                  <a:cubicBezTo>
                    <a:pt x="22" y="15"/>
                    <a:pt x="16" y="18"/>
                    <a:pt x="10" y="17"/>
                  </a:cubicBezTo>
                  <a:cubicBezTo>
                    <a:pt x="5" y="16"/>
                    <a:pt x="3" y="18"/>
                    <a:pt x="2" y="19"/>
                  </a:cubicBezTo>
                  <a:cubicBezTo>
                    <a:pt x="1" y="20"/>
                    <a:pt x="1" y="19"/>
                    <a:pt x="0" y="19"/>
                  </a:cubicBezTo>
                  <a:cubicBezTo>
                    <a:pt x="1" y="23"/>
                    <a:pt x="5" y="26"/>
                    <a:pt x="6" y="2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0" name="Freeform 1540">
              <a:extLst>
                <a:ext uri="{FF2B5EF4-FFF2-40B4-BE49-F238E27FC236}">
                  <a16:creationId xmlns:a16="http://schemas.microsoft.com/office/drawing/2014/main" id="{F7DFE9CF-BCF2-C00A-3A34-12CD8CAB6F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408740" y="4109830"/>
              <a:ext cx="539707" cy="168266"/>
            </a:xfrm>
            <a:custGeom>
              <a:avLst/>
              <a:gdLst>
                <a:gd name="T0" fmla="*/ 138 w 144"/>
                <a:gd name="T1" fmla="*/ 8 h 45"/>
                <a:gd name="T2" fmla="*/ 131 w 144"/>
                <a:gd name="T3" fmla="*/ 6 h 45"/>
                <a:gd name="T4" fmla="*/ 124 w 144"/>
                <a:gd name="T5" fmla="*/ 0 h 45"/>
                <a:gd name="T6" fmla="*/ 118 w 144"/>
                <a:gd name="T7" fmla="*/ 8 h 45"/>
                <a:gd name="T8" fmla="*/ 115 w 144"/>
                <a:gd name="T9" fmla="*/ 13 h 45"/>
                <a:gd name="T10" fmla="*/ 113 w 144"/>
                <a:gd name="T11" fmla="*/ 15 h 45"/>
                <a:gd name="T12" fmla="*/ 113 w 144"/>
                <a:gd name="T13" fmla="*/ 19 h 45"/>
                <a:gd name="T14" fmla="*/ 108 w 144"/>
                <a:gd name="T15" fmla="*/ 21 h 45"/>
                <a:gd name="T16" fmla="*/ 104 w 144"/>
                <a:gd name="T17" fmla="*/ 16 h 45"/>
                <a:gd name="T18" fmla="*/ 104 w 144"/>
                <a:gd name="T19" fmla="*/ 15 h 45"/>
                <a:gd name="T20" fmla="*/ 97 w 144"/>
                <a:gd name="T21" fmla="*/ 26 h 45"/>
                <a:gd name="T22" fmla="*/ 87 w 144"/>
                <a:gd name="T23" fmla="*/ 29 h 45"/>
                <a:gd name="T24" fmla="*/ 82 w 144"/>
                <a:gd name="T25" fmla="*/ 39 h 45"/>
                <a:gd name="T26" fmla="*/ 71 w 144"/>
                <a:gd name="T27" fmla="*/ 36 h 45"/>
                <a:gd name="T28" fmla="*/ 73 w 144"/>
                <a:gd name="T29" fmla="*/ 41 h 45"/>
                <a:gd name="T30" fmla="*/ 79 w 144"/>
                <a:gd name="T31" fmla="*/ 44 h 45"/>
                <a:gd name="T32" fmla="*/ 89 w 144"/>
                <a:gd name="T33" fmla="*/ 43 h 45"/>
                <a:gd name="T34" fmla="*/ 96 w 144"/>
                <a:gd name="T35" fmla="*/ 40 h 45"/>
                <a:gd name="T36" fmla="*/ 103 w 144"/>
                <a:gd name="T37" fmla="*/ 41 h 45"/>
                <a:gd name="T38" fmla="*/ 110 w 144"/>
                <a:gd name="T39" fmla="*/ 37 h 45"/>
                <a:gd name="T40" fmla="*/ 112 w 144"/>
                <a:gd name="T41" fmla="*/ 30 h 45"/>
                <a:gd name="T42" fmla="*/ 116 w 144"/>
                <a:gd name="T43" fmla="*/ 23 h 45"/>
                <a:gd name="T44" fmla="*/ 128 w 144"/>
                <a:gd name="T45" fmla="*/ 18 h 45"/>
                <a:gd name="T46" fmla="*/ 131 w 144"/>
                <a:gd name="T47" fmla="*/ 19 h 45"/>
                <a:gd name="T48" fmla="*/ 136 w 144"/>
                <a:gd name="T49" fmla="*/ 15 h 45"/>
                <a:gd name="T50" fmla="*/ 143 w 144"/>
                <a:gd name="T51" fmla="*/ 12 h 45"/>
                <a:gd name="T52" fmla="*/ 138 w 144"/>
                <a:gd name="T53" fmla="*/ 8 h 45"/>
                <a:gd name="T54" fmla="*/ 26 w 144"/>
                <a:gd name="T55" fmla="*/ 16 h 45"/>
                <a:gd name="T56" fmla="*/ 20 w 144"/>
                <a:gd name="T57" fmla="*/ 8 h 45"/>
                <a:gd name="T58" fmla="*/ 17 w 144"/>
                <a:gd name="T59" fmla="*/ 5 h 45"/>
                <a:gd name="T60" fmla="*/ 16 w 144"/>
                <a:gd name="T61" fmla="*/ 3 h 45"/>
                <a:gd name="T62" fmla="*/ 14 w 144"/>
                <a:gd name="T63" fmla="*/ 7 h 45"/>
                <a:gd name="T64" fmla="*/ 8 w 144"/>
                <a:gd name="T65" fmla="*/ 6 h 45"/>
                <a:gd name="T66" fmla="*/ 4 w 144"/>
                <a:gd name="T67" fmla="*/ 1 h 45"/>
                <a:gd name="T68" fmla="*/ 0 w 144"/>
                <a:gd name="T69" fmla="*/ 1 h 45"/>
                <a:gd name="T70" fmla="*/ 2 w 144"/>
                <a:gd name="T71" fmla="*/ 12 h 45"/>
                <a:gd name="T72" fmla="*/ 10 w 144"/>
                <a:gd name="T73" fmla="*/ 27 h 45"/>
                <a:gd name="T74" fmla="*/ 17 w 144"/>
                <a:gd name="T75" fmla="*/ 34 h 45"/>
                <a:gd name="T76" fmla="*/ 31 w 144"/>
                <a:gd name="T77" fmla="*/ 41 h 45"/>
                <a:gd name="T78" fmla="*/ 26 w 144"/>
                <a:gd name="T79" fmla="*/ 30 h 45"/>
                <a:gd name="T80" fmla="*/ 26 w 144"/>
                <a:gd name="T81" fmla="*/ 1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4" h="45">
                  <a:moveTo>
                    <a:pt x="138" y="8"/>
                  </a:moveTo>
                  <a:cubicBezTo>
                    <a:pt x="136" y="8"/>
                    <a:pt x="131" y="8"/>
                    <a:pt x="131" y="6"/>
                  </a:cubicBezTo>
                  <a:cubicBezTo>
                    <a:pt x="131" y="4"/>
                    <a:pt x="127" y="0"/>
                    <a:pt x="124" y="0"/>
                  </a:cubicBezTo>
                  <a:cubicBezTo>
                    <a:pt x="122" y="0"/>
                    <a:pt x="119" y="5"/>
                    <a:pt x="118" y="8"/>
                  </a:cubicBezTo>
                  <a:cubicBezTo>
                    <a:pt x="118" y="10"/>
                    <a:pt x="114" y="10"/>
                    <a:pt x="115" y="13"/>
                  </a:cubicBezTo>
                  <a:cubicBezTo>
                    <a:pt x="115" y="14"/>
                    <a:pt x="114" y="14"/>
                    <a:pt x="113" y="15"/>
                  </a:cubicBezTo>
                  <a:cubicBezTo>
                    <a:pt x="114" y="17"/>
                    <a:pt x="114" y="19"/>
                    <a:pt x="113" y="19"/>
                  </a:cubicBezTo>
                  <a:cubicBezTo>
                    <a:pt x="111" y="19"/>
                    <a:pt x="111" y="21"/>
                    <a:pt x="108" y="21"/>
                  </a:cubicBezTo>
                  <a:cubicBezTo>
                    <a:pt x="107" y="21"/>
                    <a:pt x="106" y="18"/>
                    <a:pt x="104" y="16"/>
                  </a:cubicBezTo>
                  <a:cubicBezTo>
                    <a:pt x="104" y="16"/>
                    <a:pt x="104" y="15"/>
                    <a:pt x="104" y="15"/>
                  </a:cubicBezTo>
                  <a:cubicBezTo>
                    <a:pt x="102" y="15"/>
                    <a:pt x="98" y="22"/>
                    <a:pt x="97" y="26"/>
                  </a:cubicBezTo>
                  <a:cubicBezTo>
                    <a:pt x="97" y="30"/>
                    <a:pt x="93" y="29"/>
                    <a:pt x="87" y="29"/>
                  </a:cubicBezTo>
                  <a:cubicBezTo>
                    <a:pt x="81" y="30"/>
                    <a:pt x="83" y="36"/>
                    <a:pt x="82" y="39"/>
                  </a:cubicBezTo>
                  <a:cubicBezTo>
                    <a:pt x="81" y="41"/>
                    <a:pt x="74" y="37"/>
                    <a:pt x="71" y="36"/>
                  </a:cubicBezTo>
                  <a:cubicBezTo>
                    <a:pt x="72" y="38"/>
                    <a:pt x="72" y="41"/>
                    <a:pt x="73" y="41"/>
                  </a:cubicBezTo>
                  <a:cubicBezTo>
                    <a:pt x="75" y="41"/>
                    <a:pt x="78" y="45"/>
                    <a:pt x="79" y="44"/>
                  </a:cubicBezTo>
                  <a:cubicBezTo>
                    <a:pt x="81" y="42"/>
                    <a:pt x="86" y="44"/>
                    <a:pt x="89" y="43"/>
                  </a:cubicBezTo>
                  <a:cubicBezTo>
                    <a:pt x="92" y="42"/>
                    <a:pt x="92" y="40"/>
                    <a:pt x="96" y="40"/>
                  </a:cubicBezTo>
                  <a:cubicBezTo>
                    <a:pt x="101" y="40"/>
                    <a:pt x="99" y="43"/>
                    <a:pt x="103" y="41"/>
                  </a:cubicBezTo>
                  <a:cubicBezTo>
                    <a:pt x="108" y="39"/>
                    <a:pt x="110" y="41"/>
                    <a:pt x="110" y="37"/>
                  </a:cubicBezTo>
                  <a:cubicBezTo>
                    <a:pt x="109" y="33"/>
                    <a:pt x="113" y="33"/>
                    <a:pt x="112" y="30"/>
                  </a:cubicBezTo>
                  <a:cubicBezTo>
                    <a:pt x="112" y="27"/>
                    <a:pt x="117" y="29"/>
                    <a:pt x="116" y="23"/>
                  </a:cubicBezTo>
                  <a:cubicBezTo>
                    <a:pt x="116" y="17"/>
                    <a:pt x="124" y="18"/>
                    <a:pt x="128" y="18"/>
                  </a:cubicBezTo>
                  <a:cubicBezTo>
                    <a:pt x="129" y="18"/>
                    <a:pt x="130" y="19"/>
                    <a:pt x="131" y="19"/>
                  </a:cubicBezTo>
                  <a:cubicBezTo>
                    <a:pt x="134" y="18"/>
                    <a:pt x="138" y="16"/>
                    <a:pt x="136" y="15"/>
                  </a:cubicBezTo>
                  <a:cubicBezTo>
                    <a:pt x="134" y="13"/>
                    <a:pt x="142" y="15"/>
                    <a:pt x="143" y="12"/>
                  </a:cubicBezTo>
                  <a:cubicBezTo>
                    <a:pt x="144" y="9"/>
                    <a:pt x="140" y="7"/>
                    <a:pt x="138" y="8"/>
                  </a:cubicBezTo>
                  <a:moveTo>
                    <a:pt x="26" y="16"/>
                  </a:moveTo>
                  <a:cubicBezTo>
                    <a:pt x="26" y="11"/>
                    <a:pt x="21" y="12"/>
                    <a:pt x="20" y="8"/>
                  </a:cubicBezTo>
                  <a:cubicBezTo>
                    <a:pt x="19" y="5"/>
                    <a:pt x="17" y="7"/>
                    <a:pt x="17" y="5"/>
                  </a:cubicBezTo>
                  <a:cubicBezTo>
                    <a:pt x="17" y="4"/>
                    <a:pt x="16" y="4"/>
                    <a:pt x="16" y="3"/>
                  </a:cubicBezTo>
                  <a:cubicBezTo>
                    <a:pt x="14" y="4"/>
                    <a:pt x="15" y="6"/>
                    <a:pt x="14" y="7"/>
                  </a:cubicBezTo>
                  <a:cubicBezTo>
                    <a:pt x="13" y="7"/>
                    <a:pt x="8" y="7"/>
                    <a:pt x="8" y="6"/>
                  </a:cubicBezTo>
                  <a:cubicBezTo>
                    <a:pt x="8" y="4"/>
                    <a:pt x="7" y="2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2" y="5"/>
                    <a:pt x="2" y="9"/>
                    <a:pt x="2" y="12"/>
                  </a:cubicBezTo>
                  <a:cubicBezTo>
                    <a:pt x="2" y="17"/>
                    <a:pt x="9" y="24"/>
                    <a:pt x="10" y="27"/>
                  </a:cubicBezTo>
                  <a:cubicBezTo>
                    <a:pt x="11" y="30"/>
                    <a:pt x="13" y="31"/>
                    <a:pt x="17" y="34"/>
                  </a:cubicBezTo>
                  <a:cubicBezTo>
                    <a:pt x="21" y="37"/>
                    <a:pt x="29" y="42"/>
                    <a:pt x="31" y="41"/>
                  </a:cubicBezTo>
                  <a:cubicBezTo>
                    <a:pt x="33" y="40"/>
                    <a:pt x="29" y="33"/>
                    <a:pt x="26" y="30"/>
                  </a:cubicBezTo>
                  <a:cubicBezTo>
                    <a:pt x="24" y="28"/>
                    <a:pt x="26" y="21"/>
                    <a:pt x="26" y="1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1" name="Freeform 1543">
              <a:extLst>
                <a:ext uri="{FF2B5EF4-FFF2-40B4-BE49-F238E27FC236}">
                  <a16:creationId xmlns:a16="http://schemas.microsoft.com/office/drawing/2014/main" id="{1D744F43-7AAF-BB90-A690-F0FA6339B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4472" y="4162215"/>
              <a:ext cx="41271" cy="25398"/>
            </a:xfrm>
            <a:custGeom>
              <a:avLst/>
              <a:gdLst>
                <a:gd name="T0" fmla="*/ 5 w 11"/>
                <a:gd name="T1" fmla="*/ 7 h 7"/>
                <a:gd name="T2" fmla="*/ 10 w 11"/>
                <a:gd name="T3" fmla="*/ 5 h 7"/>
                <a:gd name="T4" fmla="*/ 10 w 11"/>
                <a:gd name="T5" fmla="*/ 0 h 7"/>
                <a:gd name="T6" fmla="*/ 6 w 11"/>
                <a:gd name="T7" fmla="*/ 2 h 7"/>
                <a:gd name="T8" fmla="*/ 0 w 11"/>
                <a:gd name="T9" fmla="*/ 1 h 7"/>
                <a:gd name="T10" fmla="*/ 5 w 11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5" y="7"/>
                  </a:moveTo>
                  <a:cubicBezTo>
                    <a:pt x="8" y="7"/>
                    <a:pt x="8" y="5"/>
                    <a:pt x="10" y="5"/>
                  </a:cubicBezTo>
                  <a:cubicBezTo>
                    <a:pt x="11" y="5"/>
                    <a:pt x="11" y="3"/>
                    <a:pt x="10" y="0"/>
                  </a:cubicBezTo>
                  <a:cubicBezTo>
                    <a:pt x="8" y="1"/>
                    <a:pt x="6" y="1"/>
                    <a:pt x="6" y="2"/>
                  </a:cubicBezTo>
                  <a:cubicBezTo>
                    <a:pt x="6" y="4"/>
                    <a:pt x="2" y="1"/>
                    <a:pt x="0" y="1"/>
                  </a:cubicBezTo>
                  <a:cubicBezTo>
                    <a:pt x="2" y="5"/>
                    <a:pt x="4" y="7"/>
                    <a:pt x="5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2" name="Freeform 1544">
              <a:extLst>
                <a:ext uri="{FF2B5EF4-FFF2-40B4-BE49-F238E27FC236}">
                  <a16:creationId xmlns:a16="http://schemas.microsoft.com/office/drawing/2014/main" id="{3ED7ED06-99B7-79EA-6B14-C99986C9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4472" y="4162215"/>
              <a:ext cx="41271" cy="25398"/>
            </a:xfrm>
            <a:custGeom>
              <a:avLst/>
              <a:gdLst>
                <a:gd name="T0" fmla="*/ 5 w 11"/>
                <a:gd name="T1" fmla="*/ 7 h 7"/>
                <a:gd name="T2" fmla="*/ 10 w 11"/>
                <a:gd name="T3" fmla="*/ 5 h 7"/>
                <a:gd name="T4" fmla="*/ 10 w 11"/>
                <a:gd name="T5" fmla="*/ 0 h 7"/>
                <a:gd name="T6" fmla="*/ 6 w 11"/>
                <a:gd name="T7" fmla="*/ 2 h 7"/>
                <a:gd name="T8" fmla="*/ 0 w 11"/>
                <a:gd name="T9" fmla="*/ 1 h 7"/>
                <a:gd name="T10" fmla="*/ 5 w 11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5" y="7"/>
                  </a:moveTo>
                  <a:cubicBezTo>
                    <a:pt x="8" y="7"/>
                    <a:pt x="8" y="5"/>
                    <a:pt x="10" y="5"/>
                  </a:cubicBezTo>
                  <a:cubicBezTo>
                    <a:pt x="11" y="5"/>
                    <a:pt x="11" y="3"/>
                    <a:pt x="10" y="0"/>
                  </a:cubicBezTo>
                  <a:cubicBezTo>
                    <a:pt x="8" y="1"/>
                    <a:pt x="6" y="1"/>
                    <a:pt x="6" y="2"/>
                  </a:cubicBezTo>
                  <a:cubicBezTo>
                    <a:pt x="6" y="4"/>
                    <a:pt x="2" y="1"/>
                    <a:pt x="0" y="1"/>
                  </a:cubicBezTo>
                  <a:cubicBezTo>
                    <a:pt x="2" y="5"/>
                    <a:pt x="4" y="7"/>
                    <a:pt x="5" y="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3" name="Freeform 1545">
              <a:extLst>
                <a:ext uri="{FF2B5EF4-FFF2-40B4-BE49-F238E27FC236}">
                  <a16:creationId xmlns:a16="http://schemas.microsoft.com/office/drawing/2014/main" id="{1E8635CE-D5B0-1C2A-9C47-78DE86303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1522" y="3201826"/>
              <a:ext cx="273028" cy="266687"/>
            </a:xfrm>
            <a:custGeom>
              <a:avLst/>
              <a:gdLst>
                <a:gd name="T0" fmla="*/ 61 w 73"/>
                <a:gd name="T1" fmla="*/ 64 h 71"/>
                <a:gd name="T2" fmla="*/ 65 w 73"/>
                <a:gd name="T3" fmla="*/ 61 h 71"/>
                <a:gd name="T4" fmla="*/ 70 w 73"/>
                <a:gd name="T5" fmla="*/ 64 h 71"/>
                <a:gd name="T6" fmla="*/ 73 w 73"/>
                <a:gd name="T7" fmla="*/ 62 h 71"/>
                <a:gd name="T8" fmla="*/ 69 w 73"/>
                <a:gd name="T9" fmla="*/ 57 h 71"/>
                <a:gd name="T10" fmla="*/ 66 w 73"/>
                <a:gd name="T11" fmla="*/ 52 h 71"/>
                <a:gd name="T12" fmla="*/ 67 w 73"/>
                <a:gd name="T13" fmla="*/ 47 h 71"/>
                <a:gd name="T14" fmla="*/ 63 w 73"/>
                <a:gd name="T15" fmla="*/ 42 h 71"/>
                <a:gd name="T16" fmla="*/ 55 w 73"/>
                <a:gd name="T17" fmla="*/ 37 h 71"/>
                <a:gd name="T18" fmla="*/ 51 w 73"/>
                <a:gd name="T19" fmla="*/ 33 h 71"/>
                <a:gd name="T20" fmla="*/ 50 w 73"/>
                <a:gd name="T21" fmla="*/ 26 h 71"/>
                <a:gd name="T22" fmla="*/ 53 w 73"/>
                <a:gd name="T23" fmla="*/ 20 h 71"/>
                <a:gd name="T24" fmla="*/ 54 w 73"/>
                <a:gd name="T25" fmla="*/ 16 h 71"/>
                <a:gd name="T26" fmla="*/ 51 w 73"/>
                <a:gd name="T27" fmla="*/ 13 h 71"/>
                <a:gd name="T28" fmla="*/ 47 w 73"/>
                <a:gd name="T29" fmla="*/ 9 h 71"/>
                <a:gd name="T30" fmla="*/ 44 w 73"/>
                <a:gd name="T31" fmla="*/ 3 h 71"/>
                <a:gd name="T32" fmla="*/ 37 w 73"/>
                <a:gd name="T33" fmla="*/ 2 h 71"/>
                <a:gd name="T34" fmla="*/ 30 w 73"/>
                <a:gd name="T35" fmla="*/ 0 h 71"/>
                <a:gd name="T36" fmla="*/ 27 w 73"/>
                <a:gd name="T37" fmla="*/ 3 h 71"/>
                <a:gd name="T38" fmla="*/ 27 w 73"/>
                <a:gd name="T39" fmla="*/ 3 h 71"/>
                <a:gd name="T40" fmla="*/ 22 w 73"/>
                <a:gd name="T41" fmla="*/ 6 h 71"/>
                <a:gd name="T42" fmla="*/ 18 w 73"/>
                <a:gd name="T43" fmla="*/ 9 h 71"/>
                <a:gd name="T44" fmla="*/ 18 w 73"/>
                <a:gd name="T45" fmla="*/ 16 h 71"/>
                <a:gd name="T46" fmla="*/ 18 w 73"/>
                <a:gd name="T47" fmla="*/ 21 h 71"/>
                <a:gd name="T48" fmla="*/ 16 w 73"/>
                <a:gd name="T49" fmla="*/ 26 h 71"/>
                <a:gd name="T50" fmla="*/ 0 w 73"/>
                <a:gd name="T51" fmla="*/ 34 h 71"/>
                <a:gd name="T52" fmla="*/ 1 w 73"/>
                <a:gd name="T53" fmla="*/ 38 h 71"/>
                <a:gd name="T54" fmla="*/ 2 w 73"/>
                <a:gd name="T55" fmla="*/ 45 h 71"/>
                <a:gd name="T56" fmla="*/ 8 w 73"/>
                <a:gd name="T57" fmla="*/ 45 h 71"/>
                <a:gd name="T58" fmla="*/ 23 w 73"/>
                <a:gd name="T59" fmla="*/ 54 h 71"/>
                <a:gd name="T60" fmla="*/ 41 w 73"/>
                <a:gd name="T61" fmla="*/ 67 h 71"/>
                <a:gd name="T62" fmla="*/ 49 w 73"/>
                <a:gd name="T63" fmla="*/ 70 h 71"/>
                <a:gd name="T64" fmla="*/ 58 w 73"/>
                <a:gd name="T65" fmla="*/ 71 h 71"/>
                <a:gd name="T66" fmla="*/ 61 w 73"/>
                <a:gd name="T67" fmla="*/ 6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3" h="71">
                  <a:moveTo>
                    <a:pt x="61" y="64"/>
                  </a:moveTo>
                  <a:cubicBezTo>
                    <a:pt x="62" y="63"/>
                    <a:pt x="62" y="62"/>
                    <a:pt x="65" y="61"/>
                  </a:cubicBezTo>
                  <a:cubicBezTo>
                    <a:pt x="66" y="61"/>
                    <a:pt x="68" y="62"/>
                    <a:pt x="70" y="64"/>
                  </a:cubicBezTo>
                  <a:cubicBezTo>
                    <a:pt x="70" y="63"/>
                    <a:pt x="72" y="63"/>
                    <a:pt x="73" y="62"/>
                  </a:cubicBezTo>
                  <a:cubicBezTo>
                    <a:pt x="71" y="60"/>
                    <a:pt x="68" y="58"/>
                    <a:pt x="69" y="57"/>
                  </a:cubicBezTo>
                  <a:cubicBezTo>
                    <a:pt x="69" y="54"/>
                    <a:pt x="66" y="53"/>
                    <a:pt x="66" y="52"/>
                  </a:cubicBezTo>
                  <a:cubicBezTo>
                    <a:pt x="66" y="50"/>
                    <a:pt x="68" y="48"/>
                    <a:pt x="67" y="47"/>
                  </a:cubicBezTo>
                  <a:cubicBezTo>
                    <a:pt x="65" y="46"/>
                    <a:pt x="65" y="43"/>
                    <a:pt x="63" y="42"/>
                  </a:cubicBezTo>
                  <a:cubicBezTo>
                    <a:pt x="61" y="42"/>
                    <a:pt x="54" y="39"/>
                    <a:pt x="55" y="37"/>
                  </a:cubicBezTo>
                  <a:cubicBezTo>
                    <a:pt x="55" y="35"/>
                    <a:pt x="52" y="33"/>
                    <a:pt x="51" y="33"/>
                  </a:cubicBezTo>
                  <a:cubicBezTo>
                    <a:pt x="50" y="32"/>
                    <a:pt x="49" y="27"/>
                    <a:pt x="50" y="26"/>
                  </a:cubicBezTo>
                  <a:cubicBezTo>
                    <a:pt x="52" y="25"/>
                    <a:pt x="52" y="20"/>
                    <a:pt x="53" y="20"/>
                  </a:cubicBezTo>
                  <a:cubicBezTo>
                    <a:pt x="55" y="20"/>
                    <a:pt x="54" y="17"/>
                    <a:pt x="54" y="16"/>
                  </a:cubicBezTo>
                  <a:cubicBezTo>
                    <a:pt x="55" y="14"/>
                    <a:pt x="53" y="13"/>
                    <a:pt x="51" y="13"/>
                  </a:cubicBezTo>
                  <a:cubicBezTo>
                    <a:pt x="50" y="13"/>
                    <a:pt x="47" y="11"/>
                    <a:pt x="47" y="9"/>
                  </a:cubicBezTo>
                  <a:cubicBezTo>
                    <a:pt x="47" y="7"/>
                    <a:pt x="44" y="4"/>
                    <a:pt x="44" y="3"/>
                  </a:cubicBezTo>
                  <a:cubicBezTo>
                    <a:pt x="44" y="7"/>
                    <a:pt x="38" y="1"/>
                    <a:pt x="37" y="2"/>
                  </a:cubicBezTo>
                  <a:cubicBezTo>
                    <a:pt x="35" y="2"/>
                    <a:pt x="34" y="0"/>
                    <a:pt x="30" y="0"/>
                  </a:cubicBezTo>
                  <a:cubicBezTo>
                    <a:pt x="28" y="0"/>
                    <a:pt x="28" y="2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19" y="7"/>
                    <a:pt x="18" y="9"/>
                  </a:cubicBezTo>
                  <a:cubicBezTo>
                    <a:pt x="17" y="12"/>
                    <a:pt x="20" y="14"/>
                    <a:pt x="18" y="16"/>
                  </a:cubicBezTo>
                  <a:cubicBezTo>
                    <a:pt x="17" y="17"/>
                    <a:pt x="17" y="20"/>
                    <a:pt x="18" y="21"/>
                  </a:cubicBezTo>
                  <a:cubicBezTo>
                    <a:pt x="18" y="23"/>
                    <a:pt x="16" y="26"/>
                    <a:pt x="16" y="26"/>
                  </a:cubicBezTo>
                  <a:cubicBezTo>
                    <a:pt x="16" y="26"/>
                    <a:pt x="7" y="31"/>
                    <a:pt x="0" y="34"/>
                  </a:cubicBezTo>
                  <a:cubicBezTo>
                    <a:pt x="0" y="36"/>
                    <a:pt x="0" y="37"/>
                    <a:pt x="1" y="38"/>
                  </a:cubicBezTo>
                  <a:cubicBezTo>
                    <a:pt x="1" y="40"/>
                    <a:pt x="2" y="43"/>
                    <a:pt x="2" y="45"/>
                  </a:cubicBezTo>
                  <a:cubicBezTo>
                    <a:pt x="5" y="45"/>
                    <a:pt x="6" y="45"/>
                    <a:pt x="8" y="45"/>
                  </a:cubicBezTo>
                  <a:cubicBezTo>
                    <a:pt x="11" y="46"/>
                    <a:pt x="20" y="53"/>
                    <a:pt x="23" y="54"/>
                  </a:cubicBezTo>
                  <a:cubicBezTo>
                    <a:pt x="25" y="55"/>
                    <a:pt x="38" y="65"/>
                    <a:pt x="41" y="67"/>
                  </a:cubicBezTo>
                  <a:cubicBezTo>
                    <a:pt x="43" y="69"/>
                    <a:pt x="48" y="70"/>
                    <a:pt x="49" y="70"/>
                  </a:cubicBezTo>
                  <a:cubicBezTo>
                    <a:pt x="51" y="70"/>
                    <a:pt x="55" y="70"/>
                    <a:pt x="58" y="71"/>
                  </a:cubicBezTo>
                  <a:cubicBezTo>
                    <a:pt x="59" y="68"/>
                    <a:pt x="61" y="65"/>
                    <a:pt x="61" y="6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4" name="Freeform 1547">
              <a:extLst>
                <a:ext uri="{FF2B5EF4-FFF2-40B4-BE49-F238E27FC236}">
                  <a16:creationId xmlns:a16="http://schemas.microsoft.com/office/drawing/2014/main" id="{C8EF2F51-326A-D5E7-5FA5-85B5A0B6F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7735" y="2931966"/>
              <a:ext cx="490499" cy="292085"/>
            </a:xfrm>
            <a:custGeom>
              <a:avLst/>
              <a:gdLst>
                <a:gd name="T0" fmla="*/ 127 w 131"/>
                <a:gd name="T1" fmla="*/ 44 h 78"/>
                <a:gd name="T2" fmla="*/ 117 w 131"/>
                <a:gd name="T3" fmla="*/ 39 h 78"/>
                <a:gd name="T4" fmla="*/ 111 w 131"/>
                <a:gd name="T5" fmla="*/ 39 h 78"/>
                <a:gd name="T6" fmla="*/ 104 w 131"/>
                <a:gd name="T7" fmla="*/ 37 h 78"/>
                <a:gd name="T8" fmla="*/ 97 w 131"/>
                <a:gd name="T9" fmla="*/ 43 h 78"/>
                <a:gd name="T10" fmla="*/ 93 w 131"/>
                <a:gd name="T11" fmla="*/ 44 h 78"/>
                <a:gd name="T12" fmla="*/ 87 w 131"/>
                <a:gd name="T13" fmla="*/ 41 h 78"/>
                <a:gd name="T14" fmla="*/ 81 w 131"/>
                <a:gd name="T15" fmla="*/ 39 h 78"/>
                <a:gd name="T16" fmla="*/ 77 w 131"/>
                <a:gd name="T17" fmla="*/ 31 h 78"/>
                <a:gd name="T18" fmla="*/ 75 w 131"/>
                <a:gd name="T19" fmla="*/ 24 h 78"/>
                <a:gd name="T20" fmla="*/ 69 w 131"/>
                <a:gd name="T21" fmla="*/ 20 h 78"/>
                <a:gd name="T22" fmla="*/ 54 w 131"/>
                <a:gd name="T23" fmla="*/ 19 h 78"/>
                <a:gd name="T24" fmla="*/ 44 w 131"/>
                <a:gd name="T25" fmla="*/ 20 h 78"/>
                <a:gd name="T26" fmla="*/ 36 w 131"/>
                <a:gd name="T27" fmla="*/ 10 h 78"/>
                <a:gd name="T28" fmla="*/ 34 w 131"/>
                <a:gd name="T29" fmla="*/ 13 h 78"/>
                <a:gd name="T30" fmla="*/ 25 w 131"/>
                <a:gd name="T31" fmla="*/ 12 h 78"/>
                <a:gd name="T32" fmla="*/ 24 w 131"/>
                <a:gd name="T33" fmla="*/ 1 h 78"/>
                <a:gd name="T34" fmla="*/ 21 w 131"/>
                <a:gd name="T35" fmla="*/ 12 h 78"/>
                <a:gd name="T36" fmla="*/ 20 w 131"/>
                <a:gd name="T37" fmla="*/ 0 h 78"/>
                <a:gd name="T38" fmla="*/ 1 w 131"/>
                <a:gd name="T39" fmla="*/ 5 h 78"/>
                <a:gd name="T40" fmla="*/ 0 w 131"/>
                <a:gd name="T41" fmla="*/ 38 h 78"/>
                <a:gd name="T42" fmla="*/ 0 w 131"/>
                <a:gd name="T43" fmla="*/ 39 h 78"/>
                <a:gd name="T44" fmla="*/ 5 w 131"/>
                <a:gd name="T45" fmla="*/ 40 h 78"/>
                <a:gd name="T46" fmla="*/ 8 w 131"/>
                <a:gd name="T47" fmla="*/ 36 h 78"/>
                <a:gd name="T48" fmla="*/ 13 w 131"/>
                <a:gd name="T49" fmla="*/ 32 h 78"/>
                <a:gd name="T50" fmla="*/ 16 w 131"/>
                <a:gd name="T51" fmla="*/ 29 h 78"/>
                <a:gd name="T52" fmla="*/ 19 w 131"/>
                <a:gd name="T53" fmla="*/ 28 h 78"/>
                <a:gd name="T54" fmla="*/ 24 w 131"/>
                <a:gd name="T55" fmla="*/ 29 h 78"/>
                <a:gd name="T56" fmla="*/ 30 w 131"/>
                <a:gd name="T57" fmla="*/ 31 h 78"/>
                <a:gd name="T58" fmla="*/ 32 w 131"/>
                <a:gd name="T59" fmla="*/ 39 h 78"/>
                <a:gd name="T60" fmla="*/ 43 w 131"/>
                <a:gd name="T61" fmla="*/ 40 h 78"/>
                <a:gd name="T62" fmla="*/ 46 w 131"/>
                <a:gd name="T63" fmla="*/ 45 h 78"/>
                <a:gd name="T64" fmla="*/ 50 w 131"/>
                <a:gd name="T65" fmla="*/ 51 h 78"/>
                <a:gd name="T66" fmla="*/ 57 w 131"/>
                <a:gd name="T67" fmla="*/ 57 h 78"/>
                <a:gd name="T68" fmla="*/ 66 w 131"/>
                <a:gd name="T69" fmla="*/ 62 h 78"/>
                <a:gd name="T70" fmla="*/ 73 w 131"/>
                <a:gd name="T71" fmla="*/ 67 h 78"/>
                <a:gd name="T72" fmla="*/ 80 w 131"/>
                <a:gd name="T73" fmla="*/ 69 h 78"/>
                <a:gd name="T74" fmla="*/ 80 w 131"/>
                <a:gd name="T75" fmla="*/ 74 h 78"/>
                <a:gd name="T76" fmla="*/ 81 w 131"/>
                <a:gd name="T77" fmla="*/ 74 h 78"/>
                <a:gd name="T78" fmla="*/ 87 w 131"/>
                <a:gd name="T79" fmla="*/ 76 h 78"/>
                <a:gd name="T80" fmla="*/ 90 w 131"/>
                <a:gd name="T81" fmla="*/ 78 h 78"/>
                <a:gd name="T82" fmla="*/ 93 w 131"/>
                <a:gd name="T83" fmla="*/ 70 h 78"/>
                <a:gd name="T84" fmla="*/ 92 w 131"/>
                <a:gd name="T85" fmla="*/ 63 h 78"/>
                <a:gd name="T86" fmla="*/ 88 w 131"/>
                <a:gd name="T87" fmla="*/ 57 h 78"/>
                <a:gd name="T88" fmla="*/ 95 w 131"/>
                <a:gd name="T89" fmla="*/ 55 h 78"/>
                <a:gd name="T90" fmla="*/ 97 w 131"/>
                <a:gd name="T91" fmla="*/ 51 h 78"/>
                <a:gd name="T92" fmla="*/ 101 w 131"/>
                <a:gd name="T93" fmla="*/ 47 h 78"/>
                <a:gd name="T94" fmla="*/ 106 w 131"/>
                <a:gd name="T95" fmla="*/ 45 h 78"/>
                <a:gd name="T96" fmla="*/ 111 w 131"/>
                <a:gd name="T97" fmla="*/ 44 h 78"/>
                <a:gd name="T98" fmla="*/ 109 w 131"/>
                <a:gd name="T99" fmla="*/ 50 h 78"/>
                <a:gd name="T100" fmla="*/ 117 w 131"/>
                <a:gd name="T101" fmla="*/ 49 h 78"/>
                <a:gd name="T102" fmla="*/ 124 w 131"/>
                <a:gd name="T103" fmla="*/ 48 h 78"/>
                <a:gd name="T104" fmla="*/ 127 w 131"/>
                <a:gd name="T105" fmla="*/ 4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" h="78">
                  <a:moveTo>
                    <a:pt x="127" y="44"/>
                  </a:moveTo>
                  <a:cubicBezTo>
                    <a:pt x="124" y="41"/>
                    <a:pt x="118" y="37"/>
                    <a:pt x="117" y="39"/>
                  </a:cubicBezTo>
                  <a:cubicBezTo>
                    <a:pt x="117" y="41"/>
                    <a:pt x="113" y="41"/>
                    <a:pt x="111" y="39"/>
                  </a:cubicBezTo>
                  <a:cubicBezTo>
                    <a:pt x="110" y="38"/>
                    <a:pt x="109" y="36"/>
                    <a:pt x="104" y="37"/>
                  </a:cubicBezTo>
                  <a:cubicBezTo>
                    <a:pt x="100" y="39"/>
                    <a:pt x="97" y="41"/>
                    <a:pt x="97" y="43"/>
                  </a:cubicBezTo>
                  <a:cubicBezTo>
                    <a:pt x="96" y="45"/>
                    <a:pt x="94" y="47"/>
                    <a:pt x="93" y="44"/>
                  </a:cubicBezTo>
                  <a:cubicBezTo>
                    <a:pt x="93" y="42"/>
                    <a:pt x="89" y="41"/>
                    <a:pt x="87" y="41"/>
                  </a:cubicBezTo>
                  <a:cubicBezTo>
                    <a:pt x="85" y="40"/>
                    <a:pt x="81" y="41"/>
                    <a:pt x="81" y="39"/>
                  </a:cubicBezTo>
                  <a:cubicBezTo>
                    <a:pt x="80" y="36"/>
                    <a:pt x="77" y="34"/>
                    <a:pt x="77" y="31"/>
                  </a:cubicBezTo>
                  <a:cubicBezTo>
                    <a:pt x="76" y="28"/>
                    <a:pt x="77" y="25"/>
                    <a:pt x="75" y="24"/>
                  </a:cubicBezTo>
                  <a:cubicBezTo>
                    <a:pt x="73" y="23"/>
                    <a:pt x="71" y="20"/>
                    <a:pt x="69" y="20"/>
                  </a:cubicBezTo>
                  <a:cubicBezTo>
                    <a:pt x="67" y="20"/>
                    <a:pt x="56" y="20"/>
                    <a:pt x="54" y="19"/>
                  </a:cubicBezTo>
                  <a:cubicBezTo>
                    <a:pt x="53" y="18"/>
                    <a:pt x="45" y="21"/>
                    <a:pt x="44" y="20"/>
                  </a:cubicBezTo>
                  <a:cubicBezTo>
                    <a:pt x="44" y="18"/>
                    <a:pt x="39" y="12"/>
                    <a:pt x="36" y="10"/>
                  </a:cubicBezTo>
                  <a:cubicBezTo>
                    <a:pt x="36" y="11"/>
                    <a:pt x="35" y="12"/>
                    <a:pt x="34" y="13"/>
                  </a:cubicBezTo>
                  <a:cubicBezTo>
                    <a:pt x="28" y="17"/>
                    <a:pt x="23" y="17"/>
                    <a:pt x="25" y="12"/>
                  </a:cubicBezTo>
                  <a:cubicBezTo>
                    <a:pt x="26" y="7"/>
                    <a:pt x="27" y="1"/>
                    <a:pt x="24" y="1"/>
                  </a:cubicBezTo>
                  <a:cubicBezTo>
                    <a:pt x="21" y="1"/>
                    <a:pt x="23" y="11"/>
                    <a:pt x="21" y="12"/>
                  </a:cubicBezTo>
                  <a:cubicBezTo>
                    <a:pt x="19" y="13"/>
                    <a:pt x="18" y="5"/>
                    <a:pt x="2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9"/>
                  </a:cubicBezTo>
                  <a:cubicBezTo>
                    <a:pt x="2" y="39"/>
                    <a:pt x="4" y="40"/>
                    <a:pt x="5" y="40"/>
                  </a:cubicBezTo>
                  <a:cubicBezTo>
                    <a:pt x="8" y="40"/>
                    <a:pt x="8" y="38"/>
                    <a:pt x="8" y="36"/>
                  </a:cubicBezTo>
                  <a:cubicBezTo>
                    <a:pt x="8" y="35"/>
                    <a:pt x="11" y="32"/>
                    <a:pt x="13" y="32"/>
                  </a:cubicBezTo>
                  <a:cubicBezTo>
                    <a:pt x="15" y="32"/>
                    <a:pt x="15" y="29"/>
                    <a:pt x="16" y="29"/>
                  </a:cubicBezTo>
                  <a:cubicBezTo>
                    <a:pt x="16" y="29"/>
                    <a:pt x="18" y="29"/>
                    <a:pt x="19" y="28"/>
                  </a:cubicBezTo>
                  <a:cubicBezTo>
                    <a:pt x="19" y="27"/>
                    <a:pt x="23" y="28"/>
                    <a:pt x="24" y="29"/>
                  </a:cubicBezTo>
                  <a:cubicBezTo>
                    <a:pt x="25" y="30"/>
                    <a:pt x="28" y="31"/>
                    <a:pt x="30" y="31"/>
                  </a:cubicBezTo>
                  <a:cubicBezTo>
                    <a:pt x="32" y="32"/>
                    <a:pt x="32" y="38"/>
                    <a:pt x="32" y="39"/>
                  </a:cubicBezTo>
                  <a:cubicBezTo>
                    <a:pt x="32" y="40"/>
                    <a:pt x="42" y="40"/>
                    <a:pt x="43" y="40"/>
                  </a:cubicBezTo>
                  <a:cubicBezTo>
                    <a:pt x="45" y="41"/>
                    <a:pt x="45" y="43"/>
                    <a:pt x="46" y="45"/>
                  </a:cubicBezTo>
                  <a:cubicBezTo>
                    <a:pt x="48" y="47"/>
                    <a:pt x="49" y="50"/>
                    <a:pt x="50" y="51"/>
                  </a:cubicBezTo>
                  <a:cubicBezTo>
                    <a:pt x="50" y="53"/>
                    <a:pt x="56" y="55"/>
                    <a:pt x="57" y="57"/>
                  </a:cubicBezTo>
                  <a:cubicBezTo>
                    <a:pt x="58" y="59"/>
                    <a:pt x="63" y="61"/>
                    <a:pt x="66" y="62"/>
                  </a:cubicBezTo>
                  <a:cubicBezTo>
                    <a:pt x="69" y="63"/>
                    <a:pt x="71" y="67"/>
                    <a:pt x="73" y="67"/>
                  </a:cubicBezTo>
                  <a:cubicBezTo>
                    <a:pt x="75" y="67"/>
                    <a:pt x="80" y="69"/>
                    <a:pt x="80" y="69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81" y="74"/>
                    <a:pt x="81" y="74"/>
                    <a:pt x="81" y="74"/>
                  </a:cubicBezTo>
                  <a:cubicBezTo>
                    <a:pt x="84" y="73"/>
                    <a:pt x="85" y="76"/>
                    <a:pt x="87" y="76"/>
                  </a:cubicBezTo>
                  <a:cubicBezTo>
                    <a:pt x="88" y="76"/>
                    <a:pt x="89" y="77"/>
                    <a:pt x="90" y="78"/>
                  </a:cubicBezTo>
                  <a:cubicBezTo>
                    <a:pt x="90" y="73"/>
                    <a:pt x="91" y="71"/>
                    <a:pt x="93" y="70"/>
                  </a:cubicBezTo>
                  <a:cubicBezTo>
                    <a:pt x="95" y="68"/>
                    <a:pt x="92" y="66"/>
                    <a:pt x="92" y="63"/>
                  </a:cubicBezTo>
                  <a:cubicBezTo>
                    <a:pt x="93" y="61"/>
                    <a:pt x="87" y="59"/>
                    <a:pt x="88" y="57"/>
                  </a:cubicBezTo>
                  <a:cubicBezTo>
                    <a:pt x="88" y="55"/>
                    <a:pt x="93" y="56"/>
                    <a:pt x="95" y="55"/>
                  </a:cubicBezTo>
                  <a:cubicBezTo>
                    <a:pt x="97" y="54"/>
                    <a:pt x="95" y="51"/>
                    <a:pt x="97" y="51"/>
                  </a:cubicBezTo>
                  <a:cubicBezTo>
                    <a:pt x="99" y="51"/>
                    <a:pt x="100" y="49"/>
                    <a:pt x="101" y="47"/>
                  </a:cubicBezTo>
                  <a:cubicBezTo>
                    <a:pt x="101" y="45"/>
                    <a:pt x="104" y="47"/>
                    <a:pt x="106" y="45"/>
                  </a:cubicBezTo>
                  <a:cubicBezTo>
                    <a:pt x="108" y="44"/>
                    <a:pt x="111" y="43"/>
                    <a:pt x="111" y="44"/>
                  </a:cubicBezTo>
                  <a:cubicBezTo>
                    <a:pt x="112" y="45"/>
                    <a:pt x="110" y="49"/>
                    <a:pt x="109" y="50"/>
                  </a:cubicBezTo>
                  <a:cubicBezTo>
                    <a:pt x="112" y="50"/>
                    <a:pt x="116" y="50"/>
                    <a:pt x="117" y="49"/>
                  </a:cubicBezTo>
                  <a:cubicBezTo>
                    <a:pt x="118" y="48"/>
                    <a:pt x="123" y="51"/>
                    <a:pt x="124" y="48"/>
                  </a:cubicBezTo>
                  <a:cubicBezTo>
                    <a:pt x="126" y="45"/>
                    <a:pt x="131" y="47"/>
                    <a:pt x="127" y="4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5" name="Freeform 1549">
              <a:extLst>
                <a:ext uri="{FF2B5EF4-FFF2-40B4-BE49-F238E27FC236}">
                  <a16:creationId xmlns:a16="http://schemas.microsoft.com/office/drawing/2014/main" id="{A4999305-7DA8-770E-02DE-766D22300E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229414" y="2935141"/>
              <a:ext cx="473038" cy="476226"/>
            </a:xfrm>
            <a:custGeom>
              <a:avLst/>
              <a:gdLst>
                <a:gd name="T0" fmla="*/ 11 w 126"/>
                <a:gd name="T1" fmla="*/ 105 h 127"/>
                <a:gd name="T2" fmla="*/ 1 w 126"/>
                <a:gd name="T3" fmla="*/ 112 h 127"/>
                <a:gd name="T4" fmla="*/ 7 w 126"/>
                <a:gd name="T5" fmla="*/ 117 h 127"/>
                <a:gd name="T6" fmla="*/ 18 w 126"/>
                <a:gd name="T7" fmla="*/ 114 h 127"/>
                <a:gd name="T8" fmla="*/ 31 w 126"/>
                <a:gd name="T9" fmla="*/ 101 h 127"/>
                <a:gd name="T10" fmla="*/ 23 w 126"/>
                <a:gd name="T11" fmla="*/ 112 h 127"/>
                <a:gd name="T12" fmla="*/ 34 w 126"/>
                <a:gd name="T13" fmla="*/ 108 h 127"/>
                <a:gd name="T14" fmla="*/ 31 w 126"/>
                <a:gd name="T15" fmla="*/ 101 h 127"/>
                <a:gd name="T16" fmla="*/ 78 w 126"/>
                <a:gd name="T17" fmla="*/ 54 h 127"/>
                <a:gd name="T18" fmla="*/ 70 w 126"/>
                <a:gd name="T19" fmla="*/ 71 h 127"/>
                <a:gd name="T20" fmla="*/ 58 w 126"/>
                <a:gd name="T21" fmla="*/ 74 h 127"/>
                <a:gd name="T22" fmla="*/ 48 w 126"/>
                <a:gd name="T23" fmla="*/ 87 h 127"/>
                <a:gd name="T24" fmla="*/ 34 w 126"/>
                <a:gd name="T25" fmla="*/ 90 h 127"/>
                <a:gd name="T26" fmla="*/ 12 w 126"/>
                <a:gd name="T27" fmla="*/ 99 h 127"/>
                <a:gd name="T28" fmla="*/ 20 w 126"/>
                <a:gd name="T29" fmla="*/ 101 h 127"/>
                <a:gd name="T30" fmla="*/ 42 w 126"/>
                <a:gd name="T31" fmla="*/ 103 h 127"/>
                <a:gd name="T32" fmla="*/ 53 w 126"/>
                <a:gd name="T33" fmla="*/ 98 h 127"/>
                <a:gd name="T34" fmla="*/ 65 w 126"/>
                <a:gd name="T35" fmla="*/ 96 h 127"/>
                <a:gd name="T36" fmla="*/ 75 w 126"/>
                <a:gd name="T37" fmla="*/ 92 h 127"/>
                <a:gd name="T38" fmla="*/ 84 w 126"/>
                <a:gd name="T39" fmla="*/ 80 h 127"/>
                <a:gd name="T40" fmla="*/ 92 w 126"/>
                <a:gd name="T41" fmla="*/ 61 h 127"/>
                <a:gd name="T42" fmla="*/ 79 w 126"/>
                <a:gd name="T43" fmla="*/ 44 h 127"/>
                <a:gd name="T44" fmla="*/ 112 w 126"/>
                <a:gd name="T45" fmla="*/ 16 h 127"/>
                <a:gd name="T46" fmla="*/ 91 w 126"/>
                <a:gd name="T47" fmla="*/ 6 h 127"/>
                <a:gd name="T48" fmla="*/ 88 w 126"/>
                <a:gd name="T49" fmla="*/ 20 h 127"/>
                <a:gd name="T50" fmla="*/ 79 w 126"/>
                <a:gd name="T51" fmla="*/ 27 h 127"/>
                <a:gd name="T52" fmla="*/ 78 w 126"/>
                <a:gd name="T53" fmla="*/ 37 h 127"/>
                <a:gd name="T54" fmla="*/ 86 w 126"/>
                <a:gd name="T55" fmla="*/ 35 h 127"/>
                <a:gd name="T56" fmla="*/ 87 w 126"/>
                <a:gd name="T57" fmla="*/ 29 h 127"/>
                <a:gd name="T58" fmla="*/ 103 w 126"/>
                <a:gd name="T59" fmla="*/ 30 h 127"/>
                <a:gd name="T60" fmla="*/ 118 w 126"/>
                <a:gd name="T61" fmla="*/ 21 h 127"/>
                <a:gd name="T62" fmla="*/ 119 w 126"/>
                <a:gd name="T63" fmla="*/ 14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6" h="127">
                  <a:moveTo>
                    <a:pt x="16" y="109"/>
                  </a:moveTo>
                  <a:cubicBezTo>
                    <a:pt x="16" y="107"/>
                    <a:pt x="11" y="107"/>
                    <a:pt x="11" y="105"/>
                  </a:cubicBezTo>
                  <a:cubicBezTo>
                    <a:pt x="11" y="103"/>
                    <a:pt x="8" y="105"/>
                    <a:pt x="4" y="107"/>
                  </a:cubicBezTo>
                  <a:cubicBezTo>
                    <a:pt x="1" y="109"/>
                    <a:pt x="0" y="110"/>
                    <a:pt x="1" y="112"/>
                  </a:cubicBezTo>
                  <a:cubicBezTo>
                    <a:pt x="3" y="115"/>
                    <a:pt x="5" y="112"/>
                    <a:pt x="5" y="110"/>
                  </a:cubicBezTo>
                  <a:cubicBezTo>
                    <a:pt x="6" y="108"/>
                    <a:pt x="8" y="114"/>
                    <a:pt x="7" y="117"/>
                  </a:cubicBezTo>
                  <a:cubicBezTo>
                    <a:pt x="5" y="121"/>
                    <a:pt x="7" y="127"/>
                    <a:pt x="9" y="126"/>
                  </a:cubicBezTo>
                  <a:cubicBezTo>
                    <a:pt x="12" y="126"/>
                    <a:pt x="14" y="118"/>
                    <a:pt x="18" y="114"/>
                  </a:cubicBezTo>
                  <a:cubicBezTo>
                    <a:pt x="21" y="110"/>
                    <a:pt x="16" y="111"/>
                    <a:pt x="16" y="109"/>
                  </a:cubicBezTo>
                  <a:moveTo>
                    <a:pt x="31" y="101"/>
                  </a:moveTo>
                  <a:cubicBezTo>
                    <a:pt x="30" y="103"/>
                    <a:pt x="28" y="102"/>
                    <a:pt x="24" y="103"/>
                  </a:cubicBezTo>
                  <a:cubicBezTo>
                    <a:pt x="21" y="103"/>
                    <a:pt x="21" y="112"/>
                    <a:pt x="23" y="112"/>
                  </a:cubicBezTo>
                  <a:cubicBezTo>
                    <a:pt x="25" y="113"/>
                    <a:pt x="27" y="113"/>
                    <a:pt x="27" y="110"/>
                  </a:cubicBezTo>
                  <a:cubicBezTo>
                    <a:pt x="28" y="108"/>
                    <a:pt x="31" y="107"/>
                    <a:pt x="34" y="108"/>
                  </a:cubicBezTo>
                  <a:cubicBezTo>
                    <a:pt x="36" y="109"/>
                    <a:pt x="39" y="105"/>
                    <a:pt x="39" y="102"/>
                  </a:cubicBezTo>
                  <a:cubicBezTo>
                    <a:pt x="39" y="98"/>
                    <a:pt x="32" y="98"/>
                    <a:pt x="31" y="101"/>
                  </a:cubicBezTo>
                  <a:moveTo>
                    <a:pt x="79" y="44"/>
                  </a:moveTo>
                  <a:cubicBezTo>
                    <a:pt x="77" y="45"/>
                    <a:pt x="75" y="52"/>
                    <a:pt x="78" y="54"/>
                  </a:cubicBezTo>
                  <a:cubicBezTo>
                    <a:pt x="80" y="56"/>
                    <a:pt x="74" y="59"/>
                    <a:pt x="74" y="64"/>
                  </a:cubicBezTo>
                  <a:cubicBezTo>
                    <a:pt x="74" y="68"/>
                    <a:pt x="70" y="68"/>
                    <a:pt x="70" y="71"/>
                  </a:cubicBezTo>
                  <a:cubicBezTo>
                    <a:pt x="69" y="74"/>
                    <a:pt x="67" y="73"/>
                    <a:pt x="63" y="76"/>
                  </a:cubicBezTo>
                  <a:cubicBezTo>
                    <a:pt x="59" y="79"/>
                    <a:pt x="57" y="76"/>
                    <a:pt x="58" y="74"/>
                  </a:cubicBezTo>
                  <a:cubicBezTo>
                    <a:pt x="59" y="72"/>
                    <a:pt x="52" y="75"/>
                    <a:pt x="53" y="80"/>
                  </a:cubicBezTo>
                  <a:cubicBezTo>
                    <a:pt x="53" y="84"/>
                    <a:pt x="46" y="85"/>
                    <a:pt x="48" y="87"/>
                  </a:cubicBezTo>
                  <a:cubicBezTo>
                    <a:pt x="50" y="89"/>
                    <a:pt x="43" y="90"/>
                    <a:pt x="43" y="88"/>
                  </a:cubicBezTo>
                  <a:cubicBezTo>
                    <a:pt x="44" y="86"/>
                    <a:pt x="39" y="88"/>
                    <a:pt x="34" y="90"/>
                  </a:cubicBezTo>
                  <a:cubicBezTo>
                    <a:pt x="29" y="92"/>
                    <a:pt x="26" y="87"/>
                    <a:pt x="24" y="90"/>
                  </a:cubicBezTo>
                  <a:cubicBezTo>
                    <a:pt x="21" y="93"/>
                    <a:pt x="16" y="98"/>
                    <a:pt x="12" y="99"/>
                  </a:cubicBezTo>
                  <a:cubicBezTo>
                    <a:pt x="8" y="99"/>
                    <a:pt x="11" y="104"/>
                    <a:pt x="12" y="103"/>
                  </a:cubicBezTo>
                  <a:cubicBezTo>
                    <a:pt x="15" y="102"/>
                    <a:pt x="19" y="103"/>
                    <a:pt x="20" y="101"/>
                  </a:cubicBezTo>
                  <a:cubicBezTo>
                    <a:pt x="22" y="99"/>
                    <a:pt x="32" y="97"/>
                    <a:pt x="39" y="97"/>
                  </a:cubicBezTo>
                  <a:cubicBezTo>
                    <a:pt x="45" y="96"/>
                    <a:pt x="41" y="100"/>
                    <a:pt x="42" y="103"/>
                  </a:cubicBezTo>
                  <a:cubicBezTo>
                    <a:pt x="42" y="107"/>
                    <a:pt x="48" y="106"/>
                    <a:pt x="51" y="103"/>
                  </a:cubicBezTo>
                  <a:cubicBezTo>
                    <a:pt x="53" y="99"/>
                    <a:pt x="56" y="100"/>
                    <a:pt x="53" y="98"/>
                  </a:cubicBezTo>
                  <a:cubicBezTo>
                    <a:pt x="51" y="96"/>
                    <a:pt x="54" y="94"/>
                    <a:pt x="55" y="97"/>
                  </a:cubicBezTo>
                  <a:cubicBezTo>
                    <a:pt x="57" y="99"/>
                    <a:pt x="63" y="99"/>
                    <a:pt x="65" y="96"/>
                  </a:cubicBezTo>
                  <a:cubicBezTo>
                    <a:pt x="67" y="92"/>
                    <a:pt x="68" y="97"/>
                    <a:pt x="70" y="96"/>
                  </a:cubicBezTo>
                  <a:cubicBezTo>
                    <a:pt x="73" y="96"/>
                    <a:pt x="74" y="90"/>
                    <a:pt x="75" y="92"/>
                  </a:cubicBezTo>
                  <a:cubicBezTo>
                    <a:pt x="75" y="94"/>
                    <a:pt x="79" y="94"/>
                    <a:pt x="82" y="91"/>
                  </a:cubicBezTo>
                  <a:cubicBezTo>
                    <a:pt x="84" y="88"/>
                    <a:pt x="82" y="83"/>
                    <a:pt x="84" y="80"/>
                  </a:cubicBezTo>
                  <a:cubicBezTo>
                    <a:pt x="85" y="78"/>
                    <a:pt x="87" y="72"/>
                    <a:pt x="85" y="69"/>
                  </a:cubicBezTo>
                  <a:cubicBezTo>
                    <a:pt x="84" y="66"/>
                    <a:pt x="89" y="64"/>
                    <a:pt x="92" y="61"/>
                  </a:cubicBezTo>
                  <a:cubicBezTo>
                    <a:pt x="95" y="58"/>
                    <a:pt x="89" y="45"/>
                    <a:pt x="89" y="41"/>
                  </a:cubicBezTo>
                  <a:cubicBezTo>
                    <a:pt x="88" y="37"/>
                    <a:pt x="81" y="43"/>
                    <a:pt x="79" y="44"/>
                  </a:cubicBezTo>
                  <a:moveTo>
                    <a:pt x="119" y="14"/>
                  </a:moveTo>
                  <a:cubicBezTo>
                    <a:pt x="118" y="12"/>
                    <a:pt x="115" y="15"/>
                    <a:pt x="112" y="16"/>
                  </a:cubicBezTo>
                  <a:cubicBezTo>
                    <a:pt x="109" y="16"/>
                    <a:pt x="98" y="8"/>
                    <a:pt x="96" y="4"/>
                  </a:cubicBezTo>
                  <a:cubicBezTo>
                    <a:pt x="93" y="0"/>
                    <a:pt x="89" y="3"/>
                    <a:pt x="91" y="6"/>
                  </a:cubicBezTo>
                  <a:cubicBezTo>
                    <a:pt x="93" y="9"/>
                    <a:pt x="91" y="10"/>
                    <a:pt x="91" y="14"/>
                  </a:cubicBezTo>
                  <a:cubicBezTo>
                    <a:pt x="91" y="18"/>
                    <a:pt x="88" y="18"/>
                    <a:pt x="88" y="20"/>
                  </a:cubicBezTo>
                  <a:cubicBezTo>
                    <a:pt x="89" y="23"/>
                    <a:pt x="85" y="23"/>
                    <a:pt x="82" y="23"/>
                  </a:cubicBezTo>
                  <a:cubicBezTo>
                    <a:pt x="80" y="23"/>
                    <a:pt x="82" y="26"/>
                    <a:pt x="79" y="27"/>
                  </a:cubicBezTo>
                  <a:cubicBezTo>
                    <a:pt x="76" y="29"/>
                    <a:pt x="77" y="31"/>
                    <a:pt x="78" y="32"/>
                  </a:cubicBezTo>
                  <a:cubicBezTo>
                    <a:pt x="80" y="33"/>
                    <a:pt x="79" y="35"/>
                    <a:pt x="78" y="37"/>
                  </a:cubicBezTo>
                  <a:cubicBezTo>
                    <a:pt x="78" y="39"/>
                    <a:pt x="80" y="38"/>
                    <a:pt x="82" y="36"/>
                  </a:cubicBezTo>
                  <a:cubicBezTo>
                    <a:pt x="84" y="34"/>
                    <a:pt x="85" y="37"/>
                    <a:pt x="86" y="35"/>
                  </a:cubicBezTo>
                  <a:cubicBezTo>
                    <a:pt x="86" y="33"/>
                    <a:pt x="81" y="32"/>
                    <a:pt x="81" y="30"/>
                  </a:cubicBezTo>
                  <a:cubicBezTo>
                    <a:pt x="82" y="27"/>
                    <a:pt x="85" y="30"/>
                    <a:pt x="87" y="29"/>
                  </a:cubicBezTo>
                  <a:cubicBezTo>
                    <a:pt x="90" y="28"/>
                    <a:pt x="95" y="29"/>
                    <a:pt x="99" y="32"/>
                  </a:cubicBezTo>
                  <a:cubicBezTo>
                    <a:pt x="102" y="34"/>
                    <a:pt x="103" y="33"/>
                    <a:pt x="103" y="30"/>
                  </a:cubicBezTo>
                  <a:cubicBezTo>
                    <a:pt x="104" y="26"/>
                    <a:pt x="109" y="25"/>
                    <a:pt x="114" y="25"/>
                  </a:cubicBezTo>
                  <a:cubicBezTo>
                    <a:pt x="119" y="25"/>
                    <a:pt x="120" y="22"/>
                    <a:pt x="118" y="21"/>
                  </a:cubicBezTo>
                  <a:cubicBezTo>
                    <a:pt x="116" y="20"/>
                    <a:pt x="126" y="14"/>
                    <a:pt x="126" y="12"/>
                  </a:cubicBezTo>
                  <a:cubicBezTo>
                    <a:pt x="126" y="10"/>
                    <a:pt x="121" y="16"/>
                    <a:pt x="119" y="1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6" name="Freeform 1551">
              <a:extLst>
                <a:ext uri="{FF2B5EF4-FFF2-40B4-BE49-F238E27FC236}">
                  <a16:creationId xmlns:a16="http://schemas.microsoft.com/office/drawing/2014/main" id="{2ED9786F-CDBA-FEDB-0C3B-641D395FF5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26170" y="2650993"/>
              <a:ext cx="1654045" cy="1147704"/>
            </a:xfrm>
            <a:custGeom>
              <a:avLst/>
              <a:gdLst>
                <a:gd name="T0" fmla="*/ 264 w 441"/>
                <a:gd name="T1" fmla="*/ 291 h 306"/>
                <a:gd name="T2" fmla="*/ 345 w 441"/>
                <a:gd name="T3" fmla="*/ 250 h 306"/>
                <a:gd name="T4" fmla="*/ 426 w 441"/>
                <a:gd name="T5" fmla="*/ 56 h 306"/>
                <a:gd name="T6" fmla="*/ 405 w 441"/>
                <a:gd name="T7" fmla="*/ 45 h 306"/>
                <a:gd name="T8" fmla="*/ 384 w 441"/>
                <a:gd name="T9" fmla="*/ 26 h 306"/>
                <a:gd name="T10" fmla="*/ 363 w 441"/>
                <a:gd name="T11" fmla="*/ 2 h 306"/>
                <a:gd name="T12" fmla="*/ 335 w 441"/>
                <a:gd name="T13" fmla="*/ 9 h 306"/>
                <a:gd name="T14" fmla="*/ 326 w 441"/>
                <a:gd name="T15" fmla="*/ 32 h 306"/>
                <a:gd name="T16" fmla="*/ 307 w 441"/>
                <a:gd name="T17" fmla="*/ 36 h 306"/>
                <a:gd name="T18" fmla="*/ 307 w 441"/>
                <a:gd name="T19" fmla="*/ 56 h 306"/>
                <a:gd name="T20" fmla="*/ 323 w 441"/>
                <a:gd name="T21" fmla="*/ 67 h 306"/>
                <a:gd name="T22" fmla="*/ 287 w 441"/>
                <a:gd name="T23" fmla="*/ 82 h 306"/>
                <a:gd name="T24" fmla="*/ 261 w 441"/>
                <a:gd name="T25" fmla="*/ 100 h 306"/>
                <a:gd name="T26" fmla="*/ 213 w 441"/>
                <a:gd name="T27" fmla="*/ 110 h 306"/>
                <a:gd name="T28" fmla="*/ 166 w 441"/>
                <a:gd name="T29" fmla="*/ 103 h 306"/>
                <a:gd name="T30" fmla="*/ 142 w 441"/>
                <a:gd name="T31" fmla="*/ 85 h 306"/>
                <a:gd name="T32" fmla="*/ 122 w 441"/>
                <a:gd name="T33" fmla="*/ 64 h 306"/>
                <a:gd name="T34" fmla="*/ 100 w 441"/>
                <a:gd name="T35" fmla="*/ 43 h 306"/>
                <a:gd name="T36" fmla="*/ 93 w 441"/>
                <a:gd name="T37" fmla="*/ 46 h 306"/>
                <a:gd name="T38" fmla="*/ 79 w 441"/>
                <a:gd name="T39" fmla="*/ 64 h 306"/>
                <a:gd name="T40" fmla="*/ 63 w 441"/>
                <a:gd name="T41" fmla="*/ 81 h 306"/>
                <a:gd name="T42" fmla="*/ 48 w 441"/>
                <a:gd name="T43" fmla="*/ 90 h 306"/>
                <a:gd name="T44" fmla="*/ 40 w 441"/>
                <a:gd name="T45" fmla="*/ 111 h 306"/>
                <a:gd name="T46" fmla="*/ 17 w 441"/>
                <a:gd name="T47" fmla="*/ 123 h 306"/>
                <a:gd name="T48" fmla="*/ 1 w 441"/>
                <a:gd name="T49" fmla="*/ 127 h 306"/>
                <a:gd name="T50" fmla="*/ 10 w 441"/>
                <a:gd name="T51" fmla="*/ 152 h 306"/>
                <a:gd name="T52" fmla="*/ 26 w 441"/>
                <a:gd name="T53" fmla="*/ 166 h 306"/>
                <a:gd name="T54" fmla="*/ 39 w 441"/>
                <a:gd name="T55" fmla="*/ 162 h 306"/>
                <a:gd name="T56" fmla="*/ 36 w 441"/>
                <a:gd name="T57" fmla="*/ 180 h 306"/>
                <a:gd name="T58" fmla="*/ 37 w 441"/>
                <a:gd name="T59" fmla="*/ 198 h 306"/>
                <a:gd name="T60" fmla="*/ 50 w 441"/>
                <a:gd name="T61" fmla="*/ 210 h 306"/>
                <a:gd name="T62" fmla="*/ 90 w 441"/>
                <a:gd name="T63" fmla="*/ 226 h 306"/>
                <a:gd name="T64" fmla="*/ 106 w 441"/>
                <a:gd name="T65" fmla="*/ 230 h 306"/>
                <a:gd name="T66" fmla="*/ 119 w 441"/>
                <a:gd name="T67" fmla="*/ 227 h 306"/>
                <a:gd name="T68" fmla="*/ 137 w 441"/>
                <a:gd name="T69" fmla="*/ 222 h 306"/>
                <a:gd name="T70" fmla="*/ 158 w 441"/>
                <a:gd name="T71" fmla="*/ 222 h 306"/>
                <a:gd name="T72" fmla="*/ 170 w 441"/>
                <a:gd name="T73" fmla="*/ 230 h 306"/>
                <a:gd name="T74" fmla="*/ 167 w 441"/>
                <a:gd name="T75" fmla="*/ 258 h 306"/>
                <a:gd name="T76" fmla="*/ 179 w 441"/>
                <a:gd name="T77" fmla="*/ 274 h 306"/>
                <a:gd name="T78" fmla="*/ 194 w 441"/>
                <a:gd name="T79" fmla="*/ 281 h 306"/>
                <a:gd name="T80" fmla="*/ 206 w 441"/>
                <a:gd name="T81" fmla="*/ 269 h 306"/>
                <a:gd name="T82" fmla="*/ 229 w 441"/>
                <a:gd name="T83" fmla="*/ 267 h 306"/>
                <a:gd name="T84" fmla="*/ 245 w 441"/>
                <a:gd name="T85" fmla="*/ 277 h 306"/>
                <a:gd name="T86" fmla="*/ 256 w 441"/>
                <a:gd name="T87" fmla="*/ 287 h 306"/>
                <a:gd name="T88" fmla="*/ 290 w 441"/>
                <a:gd name="T89" fmla="*/ 269 h 306"/>
                <a:gd name="T90" fmla="*/ 316 w 441"/>
                <a:gd name="T91" fmla="*/ 256 h 306"/>
                <a:gd name="T92" fmla="*/ 329 w 441"/>
                <a:gd name="T93" fmla="*/ 240 h 306"/>
                <a:gd name="T94" fmla="*/ 341 w 441"/>
                <a:gd name="T95" fmla="*/ 225 h 306"/>
                <a:gd name="T96" fmla="*/ 344 w 441"/>
                <a:gd name="T97" fmla="*/ 211 h 306"/>
                <a:gd name="T98" fmla="*/ 340 w 441"/>
                <a:gd name="T99" fmla="*/ 200 h 306"/>
                <a:gd name="T100" fmla="*/ 338 w 441"/>
                <a:gd name="T101" fmla="*/ 189 h 306"/>
                <a:gd name="T102" fmla="*/ 329 w 441"/>
                <a:gd name="T103" fmla="*/ 165 h 306"/>
                <a:gd name="T104" fmla="*/ 349 w 441"/>
                <a:gd name="T105" fmla="*/ 153 h 306"/>
                <a:gd name="T106" fmla="*/ 324 w 441"/>
                <a:gd name="T107" fmla="*/ 146 h 306"/>
                <a:gd name="T108" fmla="*/ 334 w 441"/>
                <a:gd name="T109" fmla="*/ 126 h 306"/>
                <a:gd name="T110" fmla="*/ 345 w 441"/>
                <a:gd name="T111" fmla="*/ 136 h 306"/>
                <a:gd name="T112" fmla="*/ 378 w 441"/>
                <a:gd name="T113" fmla="*/ 117 h 306"/>
                <a:gd name="T114" fmla="*/ 395 w 441"/>
                <a:gd name="T115" fmla="*/ 110 h 306"/>
                <a:gd name="T116" fmla="*/ 413 w 441"/>
                <a:gd name="T117" fmla="*/ 103 h 306"/>
                <a:gd name="T118" fmla="*/ 415 w 441"/>
                <a:gd name="T119" fmla="*/ 83 h 306"/>
                <a:gd name="T120" fmla="*/ 435 w 441"/>
                <a:gd name="T121" fmla="*/ 7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41" h="306">
                  <a:moveTo>
                    <a:pt x="255" y="290"/>
                  </a:moveTo>
                  <a:cubicBezTo>
                    <a:pt x="252" y="290"/>
                    <a:pt x="245" y="294"/>
                    <a:pt x="248" y="300"/>
                  </a:cubicBezTo>
                  <a:cubicBezTo>
                    <a:pt x="250" y="306"/>
                    <a:pt x="260" y="302"/>
                    <a:pt x="260" y="299"/>
                  </a:cubicBezTo>
                  <a:cubicBezTo>
                    <a:pt x="260" y="297"/>
                    <a:pt x="264" y="293"/>
                    <a:pt x="264" y="291"/>
                  </a:cubicBezTo>
                  <a:cubicBezTo>
                    <a:pt x="263" y="289"/>
                    <a:pt x="258" y="290"/>
                    <a:pt x="255" y="290"/>
                  </a:cubicBezTo>
                  <a:moveTo>
                    <a:pt x="332" y="260"/>
                  </a:moveTo>
                  <a:cubicBezTo>
                    <a:pt x="330" y="269"/>
                    <a:pt x="336" y="273"/>
                    <a:pt x="336" y="273"/>
                  </a:cubicBezTo>
                  <a:cubicBezTo>
                    <a:pt x="338" y="271"/>
                    <a:pt x="347" y="253"/>
                    <a:pt x="345" y="250"/>
                  </a:cubicBezTo>
                  <a:cubicBezTo>
                    <a:pt x="343" y="248"/>
                    <a:pt x="335" y="252"/>
                    <a:pt x="332" y="260"/>
                  </a:cubicBezTo>
                  <a:moveTo>
                    <a:pt x="439" y="55"/>
                  </a:moveTo>
                  <a:cubicBezTo>
                    <a:pt x="439" y="51"/>
                    <a:pt x="435" y="52"/>
                    <a:pt x="433" y="53"/>
                  </a:cubicBezTo>
                  <a:cubicBezTo>
                    <a:pt x="431" y="54"/>
                    <a:pt x="427" y="53"/>
                    <a:pt x="426" y="56"/>
                  </a:cubicBezTo>
                  <a:cubicBezTo>
                    <a:pt x="425" y="58"/>
                    <a:pt x="422" y="57"/>
                    <a:pt x="419" y="57"/>
                  </a:cubicBezTo>
                  <a:cubicBezTo>
                    <a:pt x="416" y="58"/>
                    <a:pt x="412" y="56"/>
                    <a:pt x="412" y="54"/>
                  </a:cubicBezTo>
                  <a:cubicBezTo>
                    <a:pt x="412" y="52"/>
                    <a:pt x="410" y="50"/>
                    <a:pt x="411" y="48"/>
                  </a:cubicBezTo>
                  <a:cubicBezTo>
                    <a:pt x="411" y="46"/>
                    <a:pt x="408" y="47"/>
                    <a:pt x="405" y="45"/>
                  </a:cubicBezTo>
                  <a:cubicBezTo>
                    <a:pt x="403" y="42"/>
                    <a:pt x="399" y="41"/>
                    <a:pt x="398" y="41"/>
                  </a:cubicBezTo>
                  <a:cubicBezTo>
                    <a:pt x="397" y="42"/>
                    <a:pt x="395" y="39"/>
                    <a:pt x="391" y="39"/>
                  </a:cubicBezTo>
                  <a:cubicBezTo>
                    <a:pt x="387" y="39"/>
                    <a:pt x="388" y="36"/>
                    <a:pt x="388" y="35"/>
                  </a:cubicBezTo>
                  <a:cubicBezTo>
                    <a:pt x="388" y="33"/>
                    <a:pt x="385" y="28"/>
                    <a:pt x="384" y="26"/>
                  </a:cubicBezTo>
                  <a:cubicBezTo>
                    <a:pt x="384" y="23"/>
                    <a:pt x="381" y="23"/>
                    <a:pt x="380" y="17"/>
                  </a:cubicBezTo>
                  <a:cubicBezTo>
                    <a:pt x="379" y="11"/>
                    <a:pt x="376" y="13"/>
                    <a:pt x="376" y="10"/>
                  </a:cubicBezTo>
                  <a:cubicBezTo>
                    <a:pt x="377" y="8"/>
                    <a:pt x="373" y="6"/>
                    <a:pt x="372" y="5"/>
                  </a:cubicBezTo>
                  <a:cubicBezTo>
                    <a:pt x="371" y="3"/>
                    <a:pt x="366" y="4"/>
                    <a:pt x="363" y="2"/>
                  </a:cubicBezTo>
                  <a:cubicBezTo>
                    <a:pt x="360" y="1"/>
                    <a:pt x="358" y="2"/>
                    <a:pt x="355" y="1"/>
                  </a:cubicBezTo>
                  <a:cubicBezTo>
                    <a:pt x="351" y="0"/>
                    <a:pt x="345" y="2"/>
                    <a:pt x="344" y="2"/>
                  </a:cubicBezTo>
                  <a:cubicBezTo>
                    <a:pt x="343" y="2"/>
                    <a:pt x="337" y="1"/>
                    <a:pt x="334" y="5"/>
                  </a:cubicBezTo>
                  <a:cubicBezTo>
                    <a:pt x="331" y="9"/>
                    <a:pt x="334" y="9"/>
                    <a:pt x="335" y="9"/>
                  </a:cubicBezTo>
                  <a:cubicBezTo>
                    <a:pt x="336" y="9"/>
                    <a:pt x="337" y="13"/>
                    <a:pt x="337" y="14"/>
                  </a:cubicBezTo>
                  <a:cubicBezTo>
                    <a:pt x="337" y="15"/>
                    <a:pt x="335" y="17"/>
                    <a:pt x="334" y="18"/>
                  </a:cubicBezTo>
                  <a:cubicBezTo>
                    <a:pt x="333" y="18"/>
                    <a:pt x="330" y="23"/>
                    <a:pt x="329" y="25"/>
                  </a:cubicBezTo>
                  <a:cubicBezTo>
                    <a:pt x="329" y="26"/>
                    <a:pt x="325" y="31"/>
                    <a:pt x="326" y="32"/>
                  </a:cubicBezTo>
                  <a:cubicBezTo>
                    <a:pt x="326" y="34"/>
                    <a:pt x="324" y="35"/>
                    <a:pt x="323" y="35"/>
                  </a:cubicBezTo>
                  <a:cubicBezTo>
                    <a:pt x="321" y="36"/>
                    <a:pt x="317" y="39"/>
                    <a:pt x="316" y="39"/>
                  </a:cubicBezTo>
                  <a:cubicBezTo>
                    <a:pt x="314" y="40"/>
                    <a:pt x="309" y="39"/>
                    <a:pt x="308" y="37"/>
                  </a:cubicBezTo>
                  <a:cubicBezTo>
                    <a:pt x="308" y="37"/>
                    <a:pt x="308" y="36"/>
                    <a:pt x="307" y="36"/>
                  </a:cubicBezTo>
                  <a:cubicBezTo>
                    <a:pt x="301" y="48"/>
                    <a:pt x="301" y="48"/>
                    <a:pt x="301" y="48"/>
                  </a:cubicBezTo>
                  <a:cubicBezTo>
                    <a:pt x="300" y="52"/>
                    <a:pt x="300" y="52"/>
                    <a:pt x="300" y="52"/>
                  </a:cubicBezTo>
                  <a:cubicBezTo>
                    <a:pt x="300" y="52"/>
                    <a:pt x="297" y="52"/>
                    <a:pt x="300" y="55"/>
                  </a:cubicBezTo>
                  <a:cubicBezTo>
                    <a:pt x="302" y="58"/>
                    <a:pt x="303" y="56"/>
                    <a:pt x="307" y="56"/>
                  </a:cubicBezTo>
                  <a:cubicBezTo>
                    <a:pt x="311" y="56"/>
                    <a:pt x="313" y="59"/>
                    <a:pt x="314" y="57"/>
                  </a:cubicBezTo>
                  <a:cubicBezTo>
                    <a:pt x="315" y="54"/>
                    <a:pt x="319" y="53"/>
                    <a:pt x="321" y="56"/>
                  </a:cubicBezTo>
                  <a:cubicBezTo>
                    <a:pt x="324" y="59"/>
                    <a:pt x="331" y="63"/>
                    <a:pt x="331" y="66"/>
                  </a:cubicBezTo>
                  <a:cubicBezTo>
                    <a:pt x="330" y="68"/>
                    <a:pt x="326" y="68"/>
                    <a:pt x="323" y="67"/>
                  </a:cubicBezTo>
                  <a:cubicBezTo>
                    <a:pt x="320" y="66"/>
                    <a:pt x="317" y="69"/>
                    <a:pt x="314" y="69"/>
                  </a:cubicBezTo>
                  <a:cubicBezTo>
                    <a:pt x="311" y="69"/>
                    <a:pt x="308" y="70"/>
                    <a:pt x="305" y="72"/>
                  </a:cubicBezTo>
                  <a:cubicBezTo>
                    <a:pt x="302" y="75"/>
                    <a:pt x="302" y="78"/>
                    <a:pt x="298" y="79"/>
                  </a:cubicBezTo>
                  <a:cubicBezTo>
                    <a:pt x="294" y="79"/>
                    <a:pt x="292" y="79"/>
                    <a:pt x="287" y="82"/>
                  </a:cubicBezTo>
                  <a:cubicBezTo>
                    <a:pt x="282" y="85"/>
                    <a:pt x="277" y="84"/>
                    <a:pt x="275" y="83"/>
                  </a:cubicBezTo>
                  <a:cubicBezTo>
                    <a:pt x="273" y="82"/>
                    <a:pt x="270" y="81"/>
                    <a:pt x="268" y="85"/>
                  </a:cubicBezTo>
                  <a:cubicBezTo>
                    <a:pt x="266" y="88"/>
                    <a:pt x="271" y="89"/>
                    <a:pt x="270" y="93"/>
                  </a:cubicBezTo>
                  <a:cubicBezTo>
                    <a:pt x="270" y="97"/>
                    <a:pt x="265" y="96"/>
                    <a:pt x="261" y="100"/>
                  </a:cubicBezTo>
                  <a:cubicBezTo>
                    <a:pt x="257" y="105"/>
                    <a:pt x="251" y="106"/>
                    <a:pt x="248" y="106"/>
                  </a:cubicBezTo>
                  <a:cubicBezTo>
                    <a:pt x="245" y="106"/>
                    <a:pt x="237" y="104"/>
                    <a:pt x="231" y="106"/>
                  </a:cubicBezTo>
                  <a:cubicBezTo>
                    <a:pt x="225" y="109"/>
                    <a:pt x="221" y="114"/>
                    <a:pt x="219" y="113"/>
                  </a:cubicBezTo>
                  <a:cubicBezTo>
                    <a:pt x="216" y="113"/>
                    <a:pt x="216" y="110"/>
                    <a:pt x="213" y="110"/>
                  </a:cubicBezTo>
                  <a:cubicBezTo>
                    <a:pt x="210" y="111"/>
                    <a:pt x="208" y="110"/>
                    <a:pt x="205" y="108"/>
                  </a:cubicBezTo>
                  <a:cubicBezTo>
                    <a:pt x="203" y="107"/>
                    <a:pt x="201" y="109"/>
                    <a:pt x="197" y="106"/>
                  </a:cubicBezTo>
                  <a:cubicBezTo>
                    <a:pt x="193" y="104"/>
                    <a:pt x="187" y="104"/>
                    <a:pt x="184" y="104"/>
                  </a:cubicBezTo>
                  <a:cubicBezTo>
                    <a:pt x="181" y="103"/>
                    <a:pt x="170" y="104"/>
                    <a:pt x="166" y="103"/>
                  </a:cubicBezTo>
                  <a:cubicBezTo>
                    <a:pt x="163" y="103"/>
                    <a:pt x="157" y="104"/>
                    <a:pt x="157" y="102"/>
                  </a:cubicBezTo>
                  <a:cubicBezTo>
                    <a:pt x="157" y="100"/>
                    <a:pt x="154" y="99"/>
                    <a:pt x="153" y="95"/>
                  </a:cubicBezTo>
                  <a:cubicBezTo>
                    <a:pt x="152" y="90"/>
                    <a:pt x="149" y="89"/>
                    <a:pt x="147" y="88"/>
                  </a:cubicBezTo>
                  <a:cubicBezTo>
                    <a:pt x="145" y="88"/>
                    <a:pt x="144" y="85"/>
                    <a:pt x="142" y="85"/>
                  </a:cubicBezTo>
                  <a:cubicBezTo>
                    <a:pt x="141" y="85"/>
                    <a:pt x="140" y="82"/>
                    <a:pt x="137" y="82"/>
                  </a:cubicBezTo>
                  <a:cubicBezTo>
                    <a:pt x="134" y="82"/>
                    <a:pt x="122" y="80"/>
                    <a:pt x="120" y="78"/>
                  </a:cubicBezTo>
                  <a:cubicBezTo>
                    <a:pt x="119" y="75"/>
                    <a:pt x="122" y="74"/>
                    <a:pt x="122" y="72"/>
                  </a:cubicBezTo>
                  <a:cubicBezTo>
                    <a:pt x="122" y="69"/>
                    <a:pt x="124" y="65"/>
                    <a:pt x="122" y="64"/>
                  </a:cubicBezTo>
                  <a:cubicBezTo>
                    <a:pt x="121" y="63"/>
                    <a:pt x="119" y="61"/>
                    <a:pt x="118" y="59"/>
                  </a:cubicBezTo>
                  <a:cubicBezTo>
                    <a:pt x="118" y="57"/>
                    <a:pt x="115" y="54"/>
                    <a:pt x="112" y="54"/>
                  </a:cubicBezTo>
                  <a:cubicBezTo>
                    <a:pt x="110" y="54"/>
                    <a:pt x="108" y="52"/>
                    <a:pt x="106" y="50"/>
                  </a:cubicBezTo>
                  <a:cubicBezTo>
                    <a:pt x="103" y="48"/>
                    <a:pt x="101" y="48"/>
                    <a:pt x="100" y="43"/>
                  </a:cubicBezTo>
                  <a:cubicBezTo>
                    <a:pt x="100" y="43"/>
                    <a:pt x="100" y="43"/>
                    <a:pt x="100" y="42"/>
                  </a:cubicBezTo>
                  <a:cubicBezTo>
                    <a:pt x="99" y="42"/>
                    <a:pt x="98" y="42"/>
                    <a:pt x="97" y="42"/>
                  </a:cubicBezTo>
                  <a:cubicBezTo>
                    <a:pt x="97" y="42"/>
                    <a:pt x="96" y="42"/>
                    <a:pt x="95" y="41"/>
                  </a:cubicBezTo>
                  <a:cubicBezTo>
                    <a:pt x="95" y="43"/>
                    <a:pt x="93" y="44"/>
                    <a:pt x="93" y="46"/>
                  </a:cubicBezTo>
                  <a:cubicBezTo>
                    <a:pt x="93" y="47"/>
                    <a:pt x="92" y="50"/>
                    <a:pt x="90" y="50"/>
                  </a:cubicBezTo>
                  <a:cubicBezTo>
                    <a:pt x="87" y="50"/>
                    <a:pt x="85" y="51"/>
                    <a:pt x="85" y="55"/>
                  </a:cubicBezTo>
                  <a:cubicBezTo>
                    <a:pt x="85" y="59"/>
                    <a:pt x="87" y="59"/>
                    <a:pt x="86" y="61"/>
                  </a:cubicBezTo>
                  <a:cubicBezTo>
                    <a:pt x="85" y="63"/>
                    <a:pt x="80" y="64"/>
                    <a:pt x="79" y="64"/>
                  </a:cubicBezTo>
                  <a:cubicBezTo>
                    <a:pt x="77" y="63"/>
                    <a:pt x="75" y="63"/>
                    <a:pt x="72" y="63"/>
                  </a:cubicBezTo>
                  <a:cubicBezTo>
                    <a:pt x="70" y="63"/>
                    <a:pt x="68" y="60"/>
                    <a:pt x="67" y="63"/>
                  </a:cubicBezTo>
                  <a:cubicBezTo>
                    <a:pt x="66" y="66"/>
                    <a:pt x="61" y="76"/>
                    <a:pt x="63" y="77"/>
                  </a:cubicBezTo>
                  <a:cubicBezTo>
                    <a:pt x="64" y="78"/>
                    <a:pt x="65" y="81"/>
                    <a:pt x="63" y="81"/>
                  </a:cubicBezTo>
                  <a:cubicBezTo>
                    <a:pt x="61" y="81"/>
                    <a:pt x="58" y="80"/>
                    <a:pt x="57" y="79"/>
                  </a:cubicBezTo>
                  <a:cubicBezTo>
                    <a:pt x="56" y="78"/>
                    <a:pt x="53" y="81"/>
                    <a:pt x="50" y="81"/>
                  </a:cubicBezTo>
                  <a:cubicBezTo>
                    <a:pt x="49" y="81"/>
                    <a:pt x="45" y="83"/>
                    <a:pt x="46" y="84"/>
                  </a:cubicBezTo>
                  <a:cubicBezTo>
                    <a:pt x="48" y="84"/>
                    <a:pt x="48" y="88"/>
                    <a:pt x="48" y="90"/>
                  </a:cubicBezTo>
                  <a:cubicBezTo>
                    <a:pt x="48" y="91"/>
                    <a:pt x="51" y="96"/>
                    <a:pt x="51" y="98"/>
                  </a:cubicBezTo>
                  <a:cubicBezTo>
                    <a:pt x="50" y="100"/>
                    <a:pt x="47" y="101"/>
                    <a:pt x="47" y="104"/>
                  </a:cubicBezTo>
                  <a:cubicBezTo>
                    <a:pt x="47" y="106"/>
                    <a:pt x="48" y="108"/>
                    <a:pt x="46" y="108"/>
                  </a:cubicBezTo>
                  <a:cubicBezTo>
                    <a:pt x="45" y="109"/>
                    <a:pt x="42" y="110"/>
                    <a:pt x="40" y="111"/>
                  </a:cubicBezTo>
                  <a:cubicBezTo>
                    <a:pt x="38" y="113"/>
                    <a:pt x="35" y="113"/>
                    <a:pt x="34" y="115"/>
                  </a:cubicBezTo>
                  <a:cubicBezTo>
                    <a:pt x="33" y="117"/>
                    <a:pt x="32" y="118"/>
                    <a:pt x="28" y="118"/>
                  </a:cubicBezTo>
                  <a:cubicBezTo>
                    <a:pt x="25" y="118"/>
                    <a:pt x="24" y="117"/>
                    <a:pt x="22" y="120"/>
                  </a:cubicBezTo>
                  <a:cubicBezTo>
                    <a:pt x="19" y="123"/>
                    <a:pt x="19" y="121"/>
                    <a:pt x="17" y="123"/>
                  </a:cubicBezTo>
                  <a:cubicBezTo>
                    <a:pt x="16" y="124"/>
                    <a:pt x="14" y="122"/>
                    <a:pt x="13" y="121"/>
                  </a:cubicBezTo>
                  <a:cubicBezTo>
                    <a:pt x="11" y="121"/>
                    <a:pt x="10" y="123"/>
                    <a:pt x="8" y="123"/>
                  </a:cubicBezTo>
                  <a:cubicBezTo>
                    <a:pt x="7" y="123"/>
                    <a:pt x="6" y="125"/>
                    <a:pt x="4" y="125"/>
                  </a:cubicBezTo>
                  <a:cubicBezTo>
                    <a:pt x="3" y="126"/>
                    <a:pt x="1" y="125"/>
                    <a:pt x="1" y="127"/>
                  </a:cubicBezTo>
                  <a:cubicBezTo>
                    <a:pt x="1" y="129"/>
                    <a:pt x="1" y="130"/>
                    <a:pt x="0" y="131"/>
                  </a:cubicBezTo>
                  <a:cubicBezTo>
                    <a:pt x="1" y="137"/>
                    <a:pt x="1" y="137"/>
                    <a:pt x="1" y="137"/>
                  </a:cubicBezTo>
                  <a:cubicBezTo>
                    <a:pt x="1" y="137"/>
                    <a:pt x="8" y="140"/>
                    <a:pt x="8" y="142"/>
                  </a:cubicBezTo>
                  <a:cubicBezTo>
                    <a:pt x="8" y="144"/>
                    <a:pt x="10" y="152"/>
                    <a:pt x="10" y="152"/>
                  </a:cubicBezTo>
                  <a:cubicBezTo>
                    <a:pt x="10" y="152"/>
                    <a:pt x="10" y="152"/>
                    <a:pt x="9" y="152"/>
                  </a:cubicBezTo>
                  <a:cubicBezTo>
                    <a:pt x="12" y="154"/>
                    <a:pt x="16" y="156"/>
                    <a:pt x="16" y="157"/>
                  </a:cubicBezTo>
                  <a:cubicBezTo>
                    <a:pt x="16" y="158"/>
                    <a:pt x="16" y="161"/>
                    <a:pt x="20" y="163"/>
                  </a:cubicBezTo>
                  <a:cubicBezTo>
                    <a:pt x="22" y="164"/>
                    <a:pt x="24" y="165"/>
                    <a:pt x="26" y="166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9" y="165"/>
                    <a:pt x="29" y="165"/>
                    <a:pt x="29" y="165"/>
                  </a:cubicBezTo>
                  <a:cubicBezTo>
                    <a:pt x="29" y="165"/>
                    <a:pt x="30" y="165"/>
                    <a:pt x="30" y="166"/>
                  </a:cubicBezTo>
                  <a:cubicBezTo>
                    <a:pt x="31" y="164"/>
                    <a:pt x="36" y="161"/>
                    <a:pt x="39" y="162"/>
                  </a:cubicBezTo>
                  <a:cubicBezTo>
                    <a:pt x="42" y="162"/>
                    <a:pt x="48" y="167"/>
                    <a:pt x="47" y="169"/>
                  </a:cubicBezTo>
                  <a:cubicBezTo>
                    <a:pt x="47" y="170"/>
                    <a:pt x="42" y="177"/>
                    <a:pt x="40" y="177"/>
                  </a:cubicBezTo>
                  <a:cubicBezTo>
                    <a:pt x="39" y="178"/>
                    <a:pt x="38" y="178"/>
                    <a:pt x="37" y="178"/>
                  </a:cubicBezTo>
                  <a:cubicBezTo>
                    <a:pt x="37" y="179"/>
                    <a:pt x="36" y="180"/>
                    <a:pt x="36" y="180"/>
                  </a:cubicBezTo>
                  <a:cubicBezTo>
                    <a:pt x="36" y="182"/>
                    <a:pt x="39" y="184"/>
                    <a:pt x="40" y="187"/>
                  </a:cubicBezTo>
                  <a:cubicBezTo>
                    <a:pt x="42" y="189"/>
                    <a:pt x="38" y="191"/>
                    <a:pt x="36" y="189"/>
                  </a:cubicBezTo>
                  <a:cubicBezTo>
                    <a:pt x="34" y="188"/>
                    <a:pt x="33" y="191"/>
                    <a:pt x="34" y="192"/>
                  </a:cubicBezTo>
                  <a:cubicBezTo>
                    <a:pt x="35" y="194"/>
                    <a:pt x="35" y="198"/>
                    <a:pt x="37" y="198"/>
                  </a:cubicBezTo>
                  <a:cubicBezTo>
                    <a:pt x="39" y="199"/>
                    <a:pt x="41" y="203"/>
                    <a:pt x="43" y="203"/>
                  </a:cubicBezTo>
                  <a:cubicBezTo>
                    <a:pt x="45" y="203"/>
                    <a:pt x="47" y="206"/>
                    <a:pt x="47" y="206"/>
                  </a:cubicBezTo>
                  <a:cubicBezTo>
                    <a:pt x="47" y="206"/>
                    <a:pt x="51" y="208"/>
                    <a:pt x="51" y="210"/>
                  </a:cubicBezTo>
                  <a:cubicBezTo>
                    <a:pt x="51" y="210"/>
                    <a:pt x="50" y="210"/>
                    <a:pt x="50" y="210"/>
                  </a:cubicBezTo>
                  <a:cubicBezTo>
                    <a:pt x="53" y="210"/>
                    <a:pt x="55" y="210"/>
                    <a:pt x="55" y="209"/>
                  </a:cubicBezTo>
                  <a:cubicBezTo>
                    <a:pt x="55" y="208"/>
                    <a:pt x="58" y="208"/>
                    <a:pt x="61" y="210"/>
                  </a:cubicBezTo>
                  <a:cubicBezTo>
                    <a:pt x="63" y="212"/>
                    <a:pt x="72" y="218"/>
                    <a:pt x="76" y="221"/>
                  </a:cubicBezTo>
                  <a:cubicBezTo>
                    <a:pt x="79" y="223"/>
                    <a:pt x="87" y="227"/>
                    <a:pt x="90" y="226"/>
                  </a:cubicBezTo>
                  <a:cubicBezTo>
                    <a:pt x="93" y="226"/>
                    <a:pt x="95" y="228"/>
                    <a:pt x="100" y="228"/>
                  </a:cubicBezTo>
                  <a:cubicBezTo>
                    <a:pt x="100" y="228"/>
                    <a:pt x="101" y="228"/>
                    <a:pt x="101" y="228"/>
                  </a:cubicBezTo>
                  <a:cubicBezTo>
                    <a:pt x="102" y="228"/>
                    <a:pt x="103" y="228"/>
                    <a:pt x="104" y="226"/>
                  </a:cubicBezTo>
                  <a:cubicBezTo>
                    <a:pt x="105" y="225"/>
                    <a:pt x="107" y="228"/>
                    <a:pt x="106" y="230"/>
                  </a:cubicBezTo>
                  <a:cubicBezTo>
                    <a:pt x="106" y="231"/>
                    <a:pt x="106" y="232"/>
                    <a:pt x="106" y="233"/>
                  </a:cubicBezTo>
                  <a:cubicBezTo>
                    <a:pt x="107" y="233"/>
                    <a:pt x="108" y="231"/>
                    <a:pt x="108" y="230"/>
                  </a:cubicBezTo>
                  <a:cubicBezTo>
                    <a:pt x="110" y="227"/>
                    <a:pt x="112" y="227"/>
                    <a:pt x="113" y="226"/>
                  </a:cubicBezTo>
                  <a:cubicBezTo>
                    <a:pt x="115" y="225"/>
                    <a:pt x="116" y="225"/>
                    <a:pt x="119" y="227"/>
                  </a:cubicBezTo>
                  <a:cubicBezTo>
                    <a:pt x="122" y="228"/>
                    <a:pt x="123" y="225"/>
                    <a:pt x="128" y="229"/>
                  </a:cubicBezTo>
                  <a:cubicBezTo>
                    <a:pt x="129" y="229"/>
                    <a:pt x="130" y="228"/>
                    <a:pt x="130" y="228"/>
                  </a:cubicBezTo>
                  <a:cubicBezTo>
                    <a:pt x="131" y="228"/>
                    <a:pt x="132" y="226"/>
                    <a:pt x="134" y="225"/>
                  </a:cubicBezTo>
                  <a:cubicBezTo>
                    <a:pt x="135" y="224"/>
                    <a:pt x="135" y="222"/>
                    <a:pt x="137" y="222"/>
                  </a:cubicBezTo>
                  <a:cubicBezTo>
                    <a:pt x="138" y="222"/>
                    <a:pt x="139" y="220"/>
                    <a:pt x="143" y="218"/>
                  </a:cubicBezTo>
                  <a:cubicBezTo>
                    <a:pt x="147" y="216"/>
                    <a:pt x="150" y="219"/>
                    <a:pt x="152" y="218"/>
                  </a:cubicBezTo>
                  <a:cubicBezTo>
                    <a:pt x="154" y="216"/>
                    <a:pt x="156" y="216"/>
                    <a:pt x="156" y="217"/>
                  </a:cubicBezTo>
                  <a:cubicBezTo>
                    <a:pt x="156" y="219"/>
                    <a:pt x="158" y="220"/>
                    <a:pt x="158" y="222"/>
                  </a:cubicBezTo>
                  <a:cubicBezTo>
                    <a:pt x="159" y="224"/>
                    <a:pt x="162" y="224"/>
                    <a:pt x="163" y="224"/>
                  </a:cubicBezTo>
                  <a:cubicBezTo>
                    <a:pt x="163" y="224"/>
                    <a:pt x="164" y="224"/>
                    <a:pt x="164" y="224"/>
                  </a:cubicBezTo>
                  <a:cubicBezTo>
                    <a:pt x="166" y="222"/>
                    <a:pt x="169" y="224"/>
                    <a:pt x="169" y="226"/>
                  </a:cubicBezTo>
                  <a:cubicBezTo>
                    <a:pt x="169" y="228"/>
                    <a:pt x="169" y="230"/>
                    <a:pt x="170" y="230"/>
                  </a:cubicBezTo>
                  <a:cubicBezTo>
                    <a:pt x="172" y="230"/>
                    <a:pt x="173" y="230"/>
                    <a:pt x="173" y="233"/>
                  </a:cubicBezTo>
                  <a:cubicBezTo>
                    <a:pt x="173" y="237"/>
                    <a:pt x="175" y="241"/>
                    <a:pt x="172" y="244"/>
                  </a:cubicBezTo>
                  <a:cubicBezTo>
                    <a:pt x="169" y="247"/>
                    <a:pt x="165" y="253"/>
                    <a:pt x="166" y="254"/>
                  </a:cubicBezTo>
                  <a:cubicBezTo>
                    <a:pt x="166" y="256"/>
                    <a:pt x="165" y="259"/>
                    <a:pt x="167" y="258"/>
                  </a:cubicBezTo>
                  <a:cubicBezTo>
                    <a:pt x="169" y="257"/>
                    <a:pt x="174" y="258"/>
                    <a:pt x="174" y="259"/>
                  </a:cubicBezTo>
                  <a:cubicBezTo>
                    <a:pt x="173" y="261"/>
                    <a:pt x="174" y="265"/>
                    <a:pt x="176" y="265"/>
                  </a:cubicBezTo>
                  <a:cubicBezTo>
                    <a:pt x="178" y="266"/>
                    <a:pt x="179" y="267"/>
                    <a:pt x="179" y="269"/>
                  </a:cubicBezTo>
                  <a:cubicBezTo>
                    <a:pt x="178" y="271"/>
                    <a:pt x="177" y="274"/>
                    <a:pt x="179" y="274"/>
                  </a:cubicBezTo>
                  <a:cubicBezTo>
                    <a:pt x="180" y="274"/>
                    <a:pt x="183" y="274"/>
                    <a:pt x="183" y="275"/>
                  </a:cubicBezTo>
                  <a:cubicBezTo>
                    <a:pt x="182" y="277"/>
                    <a:pt x="184" y="279"/>
                    <a:pt x="187" y="278"/>
                  </a:cubicBezTo>
                  <a:cubicBezTo>
                    <a:pt x="189" y="277"/>
                    <a:pt x="190" y="276"/>
                    <a:pt x="191" y="277"/>
                  </a:cubicBezTo>
                  <a:cubicBezTo>
                    <a:pt x="192" y="277"/>
                    <a:pt x="192" y="280"/>
                    <a:pt x="194" y="281"/>
                  </a:cubicBezTo>
                  <a:cubicBezTo>
                    <a:pt x="197" y="281"/>
                    <a:pt x="195" y="276"/>
                    <a:pt x="194" y="275"/>
                  </a:cubicBezTo>
                  <a:cubicBezTo>
                    <a:pt x="194" y="274"/>
                    <a:pt x="195" y="270"/>
                    <a:pt x="196" y="271"/>
                  </a:cubicBezTo>
                  <a:cubicBezTo>
                    <a:pt x="197" y="272"/>
                    <a:pt x="199" y="271"/>
                    <a:pt x="201" y="269"/>
                  </a:cubicBezTo>
                  <a:cubicBezTo>
                    <a:pt x="202" y="268"/>
                    <a:pt x="205" y="271"/>
                    <a:pt x="206" y="269"/>
                  </a:cubicBezTo>
                  <a:cubicBezTo>
                    <a:pt x="207" y="267"/>
                    <a:pt x="210" y="270"/>
                    <a:pt x="212" y="269"/>
                  </a:cubicBezTo>
                  <a:cubicBezTo>
                    <a:pt x="215" y="267"/>
                    <a:pt x="216" y="270"/>
                    <a:pt x="217" y="268"/>
                  </a:cubicBezTo>
                  <a:cubicBezTo>
                    <a:pt x="219" y="266"/>
                    <a:pt x="222" y="263"/>
                    <a:pt x="223" y="264"/>
                  </a:cubicBezTo>
                  <a:cubicBezTo>
                    <a:pt x="224" y="265"/>
                    <a:pt x="225" y="267"/>
                    <a:pt x="229" y="267"/>
                  </a:cubicBezTo>
                  <a:cubicBezTo>
                    <a:pt x="234" y="268"/>
                    <a:pt x="231" y="270"/>
                    <a:pt x="231" y="272"/>
                  </a:cubicBezTo>
                  <a:cubicBezTo>
                    <a:pt x="231" y="273"/>
                    <a:pt x="237" y="277"/>
                    <a:pt x="239" y="277"/>
                  </a:cubicBezTo>
                  <a:cubicBezTo>
                    <a:pt x="239" y="277"/>
                    <a:pt x="239" y="278"/>
                    <a:pt x="240" y="278"/>
                  </a:cubicBezTo>
                  <a:cubicBezTo>
                    <a:pt x="241" y="278"/>
                    <a:pt x="244" y="279"/>
                    <a:pt x="245" y="277"/>
                  </a:cubicBezTo>
                  <a:cubicBezTo>
                    <a:pt x="245" y="275"/>
                    <a:pt x="248" y="276"/>
                    <a:pt x="249" y="277"/>
                  </a:cubicBezTo>
                  <a:cubicBezTo>
                    <a:pt x="250" y="279"/>
                    <a:pt x="251" y="279"/>
                    <a:pt x="253" y="277"/>
                  </a:cubicBezTo>
                  <a:cubicBezTo>
                    <a:pt x="255" y="275"/>
                    <a:pt x="256" y="279"/>
                    <a:pt x="255" y="280"/>
                  </a:cubicBezTo>
                  <a:cubicBezTo>
                    <a:pt x="253" y="282"/>
                    <a:pt x="254" y="285"/>
                    <a:pt x="256" y="287"/>
                  </a:cubicBezTo>
                  <a:cubicBezTo>
                    <a:pt x="258" y="289"/>
                    <a:pt x="259" y="286"/>
                    <a:pt x="258" y="284"/>
                  </a:cubicBezTo>
                  <a:cubicBezTo>
                    <a:pt x="258" y="282"/>
                    <a:pt x="262" y="280"/>
                    <a:pt x="269" y="278"/>
                  </a:cubicBezTo>
                  <a:cubicBezTo>
                    <a:pt x="276" y="275"/>
                    <a:pt x="283" y="270"/>
                    <a:pt x="283" y="269"/>
                  </a:cubicBezTo>
                  <a:cubicBezTo>
                    <a:pt x="283" y="268"/>
                    <a:pt x="288" y="271"/>
                    <a:pt x="290" y="269"/>
                  </a:cubicBezTo>
                  <a:cubicBezTo>
                    <a:pt x="292" y="268"/>
                    <a:pt x="301" y="267"/>
                    <a:pt x="303" y="267"/>
                  </a:cubicBezTo>
                  <a:cubicBezTo>
                    <a:pt x="305" y="267"/>
                    <a:pt x="305" y="265"/>
                    <a:pt x="307" y="264"/>
                  </a:cubicBezTo>
                  <a:cubicBezTo>
                    <a:pt x="310" y="262"/>
                    <a:pt x="309" y="261"/>
                    <a:pt x="312" y="260"/>
                  </a:cubicBezTo>
                  <a:cubicBezTo>
                    <a:pt x="314" y="259"/>
                    <a:pt x="316" y="257"/>
                    <a:pt x="316" y="256"/>
                  </a:cubicBezTo>
                  <a:cubicBezTo>
                    <a:pt x="316" y="254"/>
                    <a:pt x="321" y="254"/>
                    <a:pt x="321" y="252"/>
                  </a:cubicBezTo>
                  <a:cubicBezTo>
                    <a:pt x="321" y="251"/>
                    <a:pt x="325" y="251"/>
                    <a:pt x="325" y="249"/>
                  </a:cubicBezTo>
                  <a:cubicBezTo>
                    <a:pt x="325" y="247"/>
                    <a:pt x="327" y="247"/>
                    <a:pt x="328" y="246"/>
                  </a:cubicBezTo>
                  <a:cubicBezTo>
                    <a:pt x="329" y="245"/>
                    <a:pt x="327" y="241"/>
                    <a:pt x="329" y="240"/>
                  </a:cubicBezTo>
                  <a:cubicBezTo>
                    <a:pt x="330" y="240"/>
                    <a:pt x="328" y="238"/>
                    <a:pt x="328" y="237"/>
                  </a:cubicBezTo>
                  <a:cubicBezTo>
                    <a:pt x="327" y="236"/>
                    <a:pt x="331" y="236"/>
                    <a:pt x="333" y="235"/>
                  </a:cubicBezTo>
                  <a:cubicBezTo>
                    <a:pt x="335" y="233"/>
                    <a:pt x="336" y="231"/>
                    <a:pt x="336" y="229"/>
                  </a:cubicBezTo>
                  <a:cubicBezTo>
                    <a:pt x="336" y="227"/>
                    <a:pt x="340" y="225"/>
                    <a:pt x="341" y="225"/>
                  </a:cubicBezTo>
                  <a:cubicBezTo>
                    <a:pt x="342" y="224"/>
                    <a:pt x="343" y="221"/>
                    <a:pt x="342" y="219"/>
                  </a:cubicBezTo>
                  <a:cubicBezTo>
                    <a:pt x="342" y="216"/>
                    <a:pt x="345" y="217"/>
                    <a:pt x="344" y="216"/>
                  </a:cubicBezTo>
                  <a:cubicBezTo>
                    <a:pt x="342" y="215"/>
                    <a:pt x="344" y="212"/>
                    <a:pt x="347" y="212"/>
                  </a:cubicBezTo>
                  <a:cubicBezTo>
                    <a:pt x="349" y="211"/>
                    <a:pt x="345" y="210"/>
                    <a:pt x="344" y="211"/>
                  </a:cubicBezTo>
                  <a:cubicBezTo>
                    <a:pt x="342" y="212"/>
                    <a:pt x="341" y="208"/>
                    <a:pt x="340" y="209"/>
                  </a:cubicBezTo>
                  <a:cubicBezTo>
                    <a:pt x="338" y="211"/>
                    <a:pt x="335" y="208"/>
                    <a:pt x="337" y="208"/>
                  </a:cubicBezTo>
                  <a:cubicBezTo>
                    <a:pt x="339" y="207"/>
                    <a:pt x="343" y="205"/>
                    <a:pt x="345" y="204"/>
                  </a:cubicBezTo>
                  <a:cubicBezTo>
                    <a:pt x="346" y="203"/>
                    <a:pt x="342" y="200"/>
                    <a:pt x="340" y="200"/>
                  </a:cubicBezTo>
                  <a:cubicBezTo>
                    <a:pt x="338" y="200"/>
                    <a:pt x="336" y="195"/>
                    <a:pt x="334" y="195"/>
                  </a:cubicBezTo>
                  <a:cubicBezTo>
                    <a:pt x="331" y="195"/>
                    <a:pt x="335" y="194"/>
                    <a:pt x="338" y="195"/>
                  </a:cubicBezTo>
                  <a:cubicBezTo>
                    <a:pt x="340" y="196"/>
                    <a:pt x="343" y="197"/>
                    <a:pt x="344" y="196"/>
                  </a:cubicBezTo>
                  <a:cubicBezTo>
                    <a:pt x="345" y="195"/>
                    <a:pt x="340" y="191"/>
                    <a:pt x="338" y="189"/>
                  </a:cubicBezTo>
                  <a:cubicBezTo>
                    <a:pt x="336" y="188"/>
                    <a:pt x="338" y="186"/>
                    <a:pt x="337" y="185"/>
                  </a:cubicBezTo>
                  <a:cubicBezTo>
                    <a:pt x="336" y="184"/>
                    <a:pt x="333" y="178"/>
                    <a:pt x="332" y="176"/>
                  </a:cubicBezTo>
                  <a:cubicBezTo>
                    <a:pt x="331" y="173"/>
                    <a:pt x="327" y="173"/>
                    <a:pt x="326" y="171"/>
                  </a:cubicBezTo>
                  <a:cubicBezTo>
                    <a:pt x="325" y="170"/>
                    <a:pt x="326" y="166"/>
                    <a:pt x="329" y="165"/>
                  </a:cubicBezTo>
                  <a:cubicBezTo>
                    <a:pt x="332" y="163"/>
                    <a:pt x="331" y="160"/>
                    <a:pt x="333" y="161"/>
                  </a:cubicBezTo>
                  <a:cubicBezTo>
                    <a:pt x="334" y="161"/>
                    <a:pt x="335" y="160"/>
                    <a:pt x="337" y="158"/>
                  </a:cubicBezTo>
                  <a:cubicBezTo>
                    <a:pt x="338" y="155"/>
                    <a:pt x="340" y="157"/>
                    <a:pt x="341" y="156"/>
                  </a:cubicBezTo>
                  <a:cubicBezTo>
                    <a:pt x="342" y="154"/>
                    <a:pt x="348" y="154"/>
                    <a:pt x="349" y="153"/>
                  </a:cubicBezTo>
                  <a:cubicBezTo>
                    <a:pt x="351" y="152"/>
                    <a:pt x="348" y="148"/>
                    <a:pt x="345" y="148"/>
                  </a:cubicBezTo>
                  <a:cubicBezTo>
                    <a:pt x="343" y="149"/>
                    <a:pt x="340" y="148"/>
                    <a:pt x="338" y="145"/>
                  </a:cubicBezTo>
                  <a:cubicBezTo>
                    <a:pt x="336" y="143"/>
                    <a:pt x="332" y="150"/>
                    <a:pt x="328" y="152"/>
                  </a:cubicBezTo>
                  <a:cubicBezTo>
                    <a:pt x="325" y="153"/>
                    <a:pt x="322" y="149"/>
                    <a:pt x="324" y="146"/>
                  </a:cubicBezTo>
                  <a:cubicBezTo>
                    <a:pt x="325" y="143"/>
                    <a:pt x="321" y="143"/>
                    <a:pt x="316" y="143"/>
                  </a:cubicBezTo>
                  <a:cubicBezTo>
                    <a:pt x="311" y="144"/>
                    <a:pt x="313" y="135"/>
                    <a:pt x="316" y="134"/>
                  </a:cubicBezTo>
                  <a:cubicBezTo>
                    <a:pt x="319" y="134"/>
                    <a:pt x="323" y="137"/>
                    <a:pt x="325" y="132"/>
                  </a:cubicBezTo>
                  <a:cubicBezTo>
                    <a:pt x="327" y="126"/>
                    <a:pt x="330" y="130"/>
                    <a:pt x="334" y="126"/>
                  </a:cubicBezTo>
                  <a:cubicBezTo>
                    <a:pt x="338" y="121"/>
                    <a:pt x="343" y="118"/>
                    <a:pt x="346" y="121"/>
                  </a:cubicBezTo>
                  <a:cubicBezTo>
                    <a:pt x="350" y="123"/>
                    <a:pt x="342" y="128"/>
                    <a:pt x="341" y="131"/>
                  </a:cubicBezTo>
                  <a:cubicBezTo>
                    <a:pt x="340" y="133"/>
                    <a:pt x="342" y="134"/>
                    <a:pt x="340" y="136"/>
                  </a:cubicBezTo>
                  <a:cubicBezTo>
                    <a:pt x="338" y="138"/>
                    <a:pt x="341" y="139"/>
                    <a:pt x="345" y="136"/>
                  </a:cubicBezTo>
                  <a:cubicBezTo>
                    <a:pt x="349" y="133"/>
                    <a:pt x="355" y="130"/>
                    <a:pt x="359" y="129"/>
                  </a:cubicBezTo>
                  <a:cubicBezTo>
                    <a:pt x="360" y="128"/>
                    <a:pt x="361" y="128"/>
                    <a:pt x="362" y="128"/>
                  </a:cubicBezTo>
                  <a:cubicBezTo>
                    <a:pt x="363" y="127"/>
                    <a:pt x="364" y="125"/>
                    <a:pt x="364" y="125"/>
                  </a:cubicBezTo>
                  <a:cubicBezTo>
                    <a:pt x="367" y="123"/>
                    <a:pt x="377" y="119"/>
                    <a:pt x="378" y="117"/>
                  </a:cubicBezTo>
                  <a:cubicBezTo>
                    <a:pt x="380" y="115"/>
                    <a:pt x="381" y="112"/>
                    <a:pt x="383" y="112"/>
                  </a:cubicBezTo>
                  <a:cubicBezTo>
                    <a:pt x="385" y="112"/>
                    <a:pt x="385" y="114"/>
                    <a:pt x="388" y="114"/>
                  </a:cubicBezTo>
                  <a:cubicBezTo>
                    <a:pt x="390" y="114"/>
                    <a:pt x="394" y="115"/>
                    <a:pt x="392" y="113"/>
                  </a:cubicBezTo>
                  <a:cubicBezTo>
                    <a:pt x="391" y="110"/>
                    <a:pt x="392" y="110"/>
                    <a:pt x="395" y="110"/>
                  </a:cubicBezTo>
                  <a:cubicBezTo>
                    <a:pt x="398" y="109"/>
                    <a:pt x="398" y="106"/>
                    <a:pt x="400" y="106"/>
                  </a:cubicBezTo>
                  <a:cubicBezTo>
                    <a:pt x="403" y="106"/>
                    <a:pt x="402" y="100"/>
                    <a:pt x="405" y="100"/>
                  </a:cubicBezTo>
                  <a:cubicBezTo>
                    <a:pt x="407" y="100"/>
                    <a:pt x="408" y="104"/>
                    <a:pt x="411" y="103"/>
                  </a:cubicBezTo>
                  <a:cubicBezTo>
                    <a:pt x="411" y="102"/>
                    <a:pt x="412" y="103"/>
                    <a:pt x="413" y="103"/>
                  </a:cubicBezTo>
                  <a:cubicBezTo>
                    <a:pt x="413" y="102"/>
                    <a:pt x="414" y="102"/>
                    <a:pt x="415" y="102"/>
                  </a:cubicBezTo>
                  <a:cubicBezTo>
                    <a:pt x="414" y="99"/>
                    <a:pt x="415" y="96"/>
                    <a:pt x="414" y="95"/>
                  </a:cubicBezTo>
                  <a:cubicBezTo>
                    <a:pt x="413" y="92"/>
                    <a:pt x="414" y="90"/>
                    <a:pt x="414" y="89"/>
                  </a:cubicBezTo>
                  <a:cubicBezTo>
                    <a:pt x="413" y="87"/>
                    <a:pt x="413" y="83"/>
                    <a:pt x="415" y="83"/>
                  </a:cubicBezTo>
                  <a:cubicBezTo>
                    <a:pt x="416" y="83"/>
                    <a:pt x="419" y="79"/>
                    <a:pt x="421" y="80"/>
                  </a:cubicBezTo>
                  <a:cubicBezTo>
                    <a:pt x="423" y="82"/>
                    <a:pt x="427" y="82"/>
                    <a:pt x="427" y="80"/>
                  </a:cubicBezTo>
                  <a:cubicBezTo>
                    <a:pt x="427" y="79"/>
                    <a:pt x="430" y="78"/>
                    <a:pt x="431" y="76"/>
                  </a:cubicBezTo>
                  <a:cubicBezTo>
                    <a:pt x="431" y="73"/>
                    <a:pt x="435" y="72"/>
                    <a:pt x="435" y="70"/>
                  </a:cubicBezTo>
                  <a:cubicBezTo>
                    <a:pt x="436" y="68"/>
                    <a:pt x="437" y="62"/>
                    <a:pt x="439" y="61"/>
                  </a:cubicBezTo>
                  <a:cubicBezTo>
                    <a:pt x="441" y="59"/>
                    <a:pt x="439" y="59"/>
                    <a:pt x="439" y="5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7" name="Freeform 1553">
              <a:extLst>
                <a:ext uri="{FF2B5EF4-FFF2-40B4-BE49-F238E27FC236}">
                  <a16:creationId xmlns:a16="http://schemas.microsoft.com/office/drawing/2014/main" id="{B8700C8A-A308-D220-769D-F1718DA41C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84953" y="3776472"/>
              <a:ext cx="269854" cy="369869"/>
            </a:xfrm>
            <a:custGeom>
              <a:avLst/>
              <a:gdLst>
                <a:gd name="T0" fmla="*/ 70 w 72"/>
                <a:gd name="T1" fmla="*/ 87 h 99"/>
                <a:gd name="T2" fmla="*/ 68 w 72"/>
                <a:gd name="T3" fmla="*/ 70 h 99"/>
                <a:gd name="T4" fmla="*/ 63 w 72"/>
                <a:gd name="T5" fmla="*/ 70 h 99"/>
                <a:gd name="T6" fmla="*/ 58 w 72"/>
                <a:gd name="T7" fmla="*/ 74 h 99"/>
                <a:gd name="T8" fmla="*/ 54 w 72"/>
                <a:gd name="T9" fmla="*/ 77 h 99"/>
                <a:gd name="T10" fmla="*/ 47 w 72"/>
                <a:gd name="T11" fmla="*/ 76 h 99"/>
                <a:gd name="T12" fmla="*/ 39 w 72"/>
                <a:gd name="T13" fmla="*/ 81 h 99"/>
                <a:gd name="T14" fmla="*/ 36 w 72"/>
                <a:gd name="T15" fmla="*/ 88 h 99"/>
                <a:gd name="T16" fmla="*/ 43 w 72"/>
                <a:gd name="T17" fmla="*/ 85 h 99"/>
                <a:gd name="T18" fmla="*/ 48 w 72"/>
                <a:gd name="T19" fmla="*/ 83 h 99"/>
                <a:gd name="T20" fmla="*/ 54 w 72"/>
                <a:gd name="T21" fmla="*/ 95 h 99"/>
                <a:gd name="T22" fmla="*/ 62 w 72"/>
                <a:gd name="T23" fmla="*/ 99 h 99"/>
                <a:gd name="T24" fmla="*/ 62 w 72"/>
                <a:gd name="T25" fmla="*/ 90 h 99"/>
                <a:gd name="T26" fmla="*/ 70 w 72"/>
                <a:gd name="T27" fmla="*/ 87 h 99"/>
                <a:gd name="T28" fmla="*/ 50 w 72"/>
                <a:gd name="T29" fmla="*/ 70 h 99"/>
                <a:gd name="T30" fmla="*/ 55 w 72"/>
                <a:gd name="T31" fmla="*/ 66 h 99"/>
                <a:gd name="T32" fmla="*/ 50 w 72"/>
                <a:gd name="T33" fmla="*/ 70 h 99"/>
                <a:gd name="T34" fmla="*/ 11 w 72"/>
                <a:gd name="T35" fmla="*/ 65 h 99"/>
                <a:gd name="T36" fmla="*/ 1 w 72"/>
                <a:gd name="T37" fmla="*/ 78 h 99"/>
                <a:gd name="T38" fmla="*/ 15 w 72"/>
                <a:gd name="T39" fmla="*/ 65 h 99"/>
                <a:gd name="T40" fmla="*/ 17 w 72"/>
                <a:gd name="T41" fmla="*/ 57 h 99"/>
                <a:gd name="T42" fmla="*/ 11 w 72"/>
                <a:gd name="T43" fmla="*/ 65 h 99"/>
                <a:gd name="T44" fmla="*/ 37 w 72"/>
                <a:gd name="T45" fmla="*/ 61 h 99"/>
                <a:gd name="T46" fmla="*/ 41 w 72"/>
                <a:gd name="T47" fmla="*/ 59 h 99"/>
                <a:gd name="T48" fmla="*/ 41 w 72"/>
                <a:gd name="T49" fmla="*/ 65 h 99"/>
                <a:gd name="T50" fmla="*/ 42 w 72"/>
                <a:gd name="T51" fmla="*/ 73 h 99"/>
                <a:gd name="T52" fmla="*/ 50 w 72"/>
                <a:gd name="T53" fmla="*/ 61 h 99"/>
                <a:gd name="T54" fmla="*/ 47 w 72"/>
                <a:gd name="T55" fmla="*/ 60 h 99"/>
                <a:gd name="T56" fmla="*/ 36 w 72"/>
                <a:gd name="T57" fmla="*/ 51 h 99"/>
                <a:gd name="T58" fmla="*/ 37 w 72"/>
                <a:gd name="T59" fmla="*/ 61 h 99"/>
                <a:gd name="T60" fmla="*/ 24 w 72"/>
                <a:gd name="T61" fmla="*/ 40 h 99"/>
                <a:gd name="T62" fmla="*/ 31 w 72"/>
                <a:gd name="T63" fmla="*/ 48 h 99"/>
                <a:gd name="T64" fmla="*/ 24 w 72"/>
                <a:gd name="T65" fmla="*/ 40 h 99"/>
                <a:gd name="T66" fmla="*/ 38 w 72"/>
                <a:gd name="T67" fmla="*/ 38 h 99"/>
                <a:gd name="T68" fmla="*/ 47 w 72"/>
                <a:gd name="T69" fmla="*/ 45 h 99"/>
                <a:gd name="T70" fmla="*/ 50 w 72"/>
                <a:gd name="T71" fmla="*/ 51 h 99"/>
                <a:gd name="T72" fmla="*/ 53 w 72"/>
                <a:gd name="T73" fmla="*/ 54 h 99"/>
                <a:gd name="T74" fmla="*/ 56 w 72"/>
                <a:gd name="T75" fmla="*/ 64 h 99"/>
                <a:gd name="T76" fmla="*/ 59 w 72"/>
                <a:gd name="T77" fmla="*/ 62 h 99"/>
                <a:gd name="T78" fmla="*/ 62 w 72"/>
                <a:gd name="T79" fmla="*/ 57 h 99"/>
                <a:gd name="T80" fmla="*/ 60 w 72"/>
                <a:gd name="T81" fmla="*/ 48 h 99"/>
                <a:gd name="T82" fmla="*/ 52 w 72"/>
                <a:gd name="T83" fmla="*/ 42 h 99"/>
                <a:gd name="T84" fmla="*/ 47 w 72"/>
                <a:gd name="T85" fmla="*/ 36 h 99"/>
                <a:gd name="T86" fmla="*/ 37 w 72"/>
                <a:gd name="T87" fmla="*/ 34 h 99"/>
                <a:gd name="T88" fmla="*/ 33 w 72"/>
                <a:gd name="T89" fmla="*/ 27 h 99"/>
                <a:gd name="T90" fmla="*/ 38 w 72"/>
                <a:gd name="T91" fmla="*/ 17 h 99"/>
                <a:gd name="T92" fmla="*/ 37 w 72"/>
                <a:gd name="T93" fmla="*/ 5 h 99"/>
                <a:gd name="T94" fmla="*/ 36 w 72"/>
                <a:gd name="T95" fmla="*/ 2 h 99"/>
                <a:gd name="T96" fmla="*/ 25 w 72"/>
                <a:gd name="T97" fmla="*/ 1 h 99"/>
                <a:gd name="T98" fmla="*/ 24 w 72"/>
                <a:gd name="T99" fmla="*/ 19 h 99"/>
                <a:gd name="T100" fmla="*/ 20 w 72"/>
                <a:gd name="T101" fmla="*/ 18 h 99"/>
                <a:gd name="T102" fmla="*/ 22 w 72"/>
                <a:gd name="T103" fmla="*/ 28 h 99"/>
                <a:gd name="T104" fmla="*/ 24 w 72"/>
                <a:gd name="T105" fmla="*/ 33 h 99"/>
                <a:gd name="T106" fmla="*/ 32 w 72"/>
                <a:gd name="T107" fmla="*/ 36 h 99"/>
                <a:gd name="T108" fmla="*/ 38 w 72"/>
                <a:gd name="T109" fmla="*/ 3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" h="99">
                  <a:moveTo>
                    <a:pt x="70" y="87"/>
                  </a:moveTo>
                  <a:cubicBezTo>
                    <a:pt x="72" y="84"/>
                    <a:pt x="68" y="76"/>
                    <a:pt x="68" y="70"/>
                  </a:cubicBezTo>
                  <a:cubicBezTo>
                    <a:pt x="68" y="65"/>
                    <a:pt x="61" y="67"/>
                    <a:pt x="63" y="70"/>
                  </a:cubicBezTo>
                  <a:cubicBezTo>
                    <a:pt x="65" y="73"/>
                    <a:pt x="59" y="71"/>
                    <a:pt x="58" y="74"/>
                  </a:cubicBezTo>
                  <a:cubicBezTo>
                    <a:pt x="58" y="77"/>
                    <a:pt x="54" y="74"/>
                    <a:pt x="54" y="77"/>
                  </a:cubicBezTo>
                  <a:cubicBezTo>
                    <a:pt x="54" y="80"/>
                    <a:pt x="50" y="77"/>
                    <a:pt x="47" y="76"/>
                  </a:cubicBezTo>
                  <a:cubicBezTo>
                    <a:pt x="45" y="74"/>
                    <a:pt x="42" y="80"/>
                    <a:pt x="39" y="81"/>
                  </a:cubicBezTo>
                  <a:cubicBezTo>
                    <a:pt x="36" y="81"/>
                    <a:pt x="34" y="88"/>
                    <a:pt x="36" y="88"/>
                  </a:cubicBezTo>
                  <a:cubicBezTo>
                    <a:pt x="39" y="88"/>
                    <a:pt x="40" y="85"/>
                    <a:pt x="43" y="85"/>
                  </a:cubicBezTo>
                  <a:cubicBezTo>
                    <a:pt x="45" y="85"/>
                    <a:pt x="44" y="82"/>
                    <a:pt x="48" y="83"/>
                  </a:cubicBezTo>
                  <a:cubicBezTo>
                    <a:pt x="52" y="83"/>
                    <a:pt x="49" y="95"/>
                    <a:pt x="54" y="95"/>
                  </a:cubicBezTo>
                  <a:cubicBezTo>
                    <a:pt x="59" y="96"/>
                    <a:pt x="60" y="99"/>
                    <a:pt x="62" y="99"/>
                  </a:cubicBezTo>
                  <a:cubicBezTo>
                    <a:pt x="64" y="99"/>
                    <a:pt x="61" y="92"/>
                    <a:pt x="62" y="90"/>
                  </a:cubicBezTo>
                  <a:cubicBezTo>
                    <a:pt x="62" y="88"/>
                    <a:pt x="67" y="90"/>
                    <a:pt x="70" y="87"/>
                  </a:cubicBezTo>
                  <a:moveTo>
                    <a:pt x="50" y="70"/>
                  </a:moveTo>
                  <a:cubicBezTo>
                    <a:pt x="51" y="72"/>
                    <a:pt x="57" y="68"/>
                    <a:pt x="55" y="66"/>
                  </a:cubicBezTo>
                  <a:cubicBezTo>
                    <a:pt x="54" y="64"/>
                    <a:pt x="49" y="68"/>
                    <a:pt x="50" y="70"/>
                  </a:cubicBezTo>
                  <a:moveTo>
                    <a:pt x="11" y="65"/>
                  </a:moveTo>
                  <a:cubicBezTo>
                    <a:pt x="8" y="69"/>
                    <a:pt x="0" y="76"/>
                    <a:pt x="1" y="78"/>
                  </a:cubicBezTo>
                  <a:cubicBezTo>
                    <a:pt x="3" y="80"/>
                    <a:pt x="11" y="68"/>
                    <a:pt x="15" y="65"/>
                  </a:cubicBezTo>
                  <a:cubicBezTo>
                    <a:pt x="19" y="62"/>
                    <a:pt x="18" y="60"/>
                    <a:pt x="17" y="57"/>
                  </a:cubicBezTo>
                  <a:cubicBezTo>
                    <a:pt x="15" y="55"/>
                    <a:pt x="14" y="61"/>
                    <a:pt x="11" y="65"/>
                  </a:cubicBezTo>
                  <a:moveTo>
                    <a:pt x="37" y="61"/>
                  </a:moveTo>
                  <a:cubicBezTo>
                    <a:pt x="38" y="61"/>
                    <a:pt x="40" y="61"/>
                    <a:pt x="41" y="59"/>
                  </a:cubicBezTo>
                  <a:cubicBezTo>
                    <a:pt x="41" y="57"/>
                    <a:pt x="43" y="63"/>
                    <a:pt x="41" y="65"/>
                  </a:cubicBezTo>
                  <a:cubicBezTo>
                    <a:pt x="39" y="67"/>
                    <a:pt x="39" y="72"/>
                    <a:pt x="42" y="73"/>
                  </a:cubicBezTo>
                  <a:cubicBezTo>
                    <a:pt x="45" y="74"/>
                    <a:pt x="51" y="63"/>
                    <a:pt x="50" y="61"/>
                  </a:cubicBezTo>
                  <a:cubicBezTo>
                    <a:pt x="49" y="59"/>
                    <a:pt x="47" y="62"/>
                    <a:pt x="47" y="60"/>
                  </a:cubicBezTo>
                  <a:cubicBezTo>
                    <a:pt x="48" y="57"/>
                    <a:pt x="40" y="50"/>
                    <a:pt x="36" y="51"/>
                  </a:cubicBezTo>
                  <a:cubicBezTo>
                    <a:pt x="33" y="52"/>
                    <a:pt x="34" y="62"/>
                    <a:pt x="37" y="61"/>
                  </a:cubicBezTo>
                  <a:moveTo>
                    <a:pt x="24" y="40"/>
                  </a:moveTo>
                  <a:cubicBezTo>
                    <a:pt x="25" y="43"/>
                    <a:pt x="27" y="49"/>
                    <a:pt x="31" y="48"/>
                  </a:cubicBezTo>
                  <a:cubicBezTo>
                    <a:pt x="36" y="46"/>
                    <a:pt x="24" y="38"/>
                    <a:pt x="24" y="40"/>
                  </a:cubicBezTo>
                  <a:moveTo>
                    <a:pt x="38" y="38"/>
                  </a:moveTo>
                  <a:cubicBezTo>
                    <a:pt x="43" y="37"/>
                    <a:pt x="48" y="43"/>
                    <a:pt x="47" y="45"/>
                  </a:cubicBezTo>
                  <a:cubicBezTo>
                    <a:pt x="47" y="47"/>
                    <a:pt x="48" y="53"/>
                    <a:pt x="50" y="51"/>
                  </a:cubicBezTo>
                  <a:cubicBezTo>
                    <a:pt x="52" y="49"/>
                    <a:pt x="55" y="52"/>
                    <a:pt x="53" y="54"/>
                  </a:cubicBezTo>
                  <a:cubicBezTo>
                    <a:pt x="51" y="57"/>
                    <a:pt x="56" y="60"/>
                    <a:pt x="56" y="64"/>
                  </a:cubicBezTo>
                  <a:cubicBezTo>
                    <a:pt x="57" y="67"/>
                    <a:pt x="59" y="64"/>
                    <a:pt x="59" y="62"/>
                  </a:cubicBezTo>
                  <a:cubicBezTo>
                    <a:pt x="58" y="59"/>
                    <a:pt x="59" y="59"/>
                    <a:pt x="62" y="57"/>
                  </a:cubicBezTo>
                  <a:cubicBezTo>
                    <a:pt x="65" y="55"/>
                    <a:pt x="62" y="52"/>
                    <a:pt x="60" y="48"/>
                  </a:cubicBezTo>
                  <a:cubicBezTo>
                    <a:pt x="58" y="45"/>
                    <a:pt x="52" y="46"/>
                    <a:pt x="52" y="42"/>
                  </a:cubicBezTo>
                  <a:cubicBezTo>
                    <a:pt x="52" y="39"/>
                    <a:pt x="47" y="38"/>
                    <a:pt x="47" y="36"/>
                  </a:cubicBezTo>
                  <a:cubicBezTo>
                    <a:pt x="47" y="34"/>
                    <a:pt x="40" y="32"/>
                    <a:pt x="37" y="34"/>
                  </a:cubicBezTo>
                  <a:cubicBezTo>
                    <a:pt x="33" y="36"/>
                    <a:pt x="35" y="30"/>
                    <a:pt x="33" y="27"/>
                  </a:cubicBezTo>
                  <a:cubicBezTo>
                    <a:pt x="30" y="24"/>
                    <a:pt x="35" y="20"/>
                    <a:pt x="38" y="17"/>
                  </a:cubicBezTo>
                  <a:cubicBezTo>
                    <a:pt x="41" y="13"/>
                    <a:pt x="37" y="7"/>
                    <a:pt x="37" y="5"/>
                  </a:cubicBezTo>
                  <a:cubicBezTo>
                    <a:pt x="38" y="2"/>
                    <a:pt x="38" y="1"/>
                    <a:pt x="36" y="2"/>
                  </a:cubicBezTo>
                  <a:cubicBezTo>
                    <a:pt x="35" y="3"/>
                    <a:pt x="28" y="0"/>
                    <a:pt x="25" y="1"/>
                  </a:cubicBezTo>
                  <a:cubicBezTo>
                    <a:pt x="22" y="3"/>
                    <a:pt x="25" y="17"/>
                    <a:pt x="24" y="19"/>
                  </a:cubicBezTo>
                  <a:cubicBezTo>
                    <a:pt x="22" y="20"/>
                    <a:pt x="21" y="16"/>
                    <a:pt x="20" y="18"/>
                  </a:cubicBezTo>
                  <a:cubicBezTo>
                    <a:pt x="20" y="20"/>
                    <a:pt x="20" y="28"/>
                    <a:pt x="22" y="28"/>
                  </a:cubicBezTo>
                  <a:cubicBezTo>
                    <a:pt x="24" y="28"/>
                    <a:pt x="25" y="30"/>
                    <a:pt x="24" y="33"/>
                  </a:cubicBezTo>
                  <a:cubicBezTo>
                    <a:pt x="23" y="37"/>
                    <a:pt x="28" y="37"/>
                    <a:pt x="32" y="36"/>
                  </a:cubicBezTo>
                  <a:cubicBezTo>
                    <a:pt x="36" y="34"/>
                    <a:pt x="34" y="39"/>
                    <a:pt x="38" y="3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8" name="Freeform 1555">
              <a:extLst>
                <a:ext uri="{FF2B5EF4-FFF2-40B4-BE49-F238E27FC236}">
                  <a16:creationId xmlns:a16="http://schemas.microsoft.com/office/drawing/2014/main" id="{40D77A3C-FA38-86E4-B7CF-1351B90825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545303" y="4371755"/>
              <a:ext cx="347636" cy="225414"/>
            </a:xfrm>
            <a:custGeom>
              <a:avLst/>
              <a:gdLst>
                <a:gd name="T0" fmla="*/ 87 w 93"/>
                <a:gd name="T1" fmla="*/ 8 h 60"/>
                <a:gd name="T2" fmla="*/ 85 w 93"/>
                <a:gd name="T3" fmla="*/ 8 h 60"/>
                <a:gd name="T4" fmla="*/ 89 w 93"/>
                <a:gd name="T5" fmla="*/ 15 h 60"/>
                <a:gd name="T6" fmla="*/ 87 w 93"/>
                <a:gd name="T7" fmla="*/ 8 h 60"/>
                <a:gd name="T8" fmla="*/ 79 w 93"/>
                <a:gd name="T9" fmla="*/ 16 h 60"/>
                <a:gd name="T10" fmla="*/ 70 w 93"/>
                <a:gd name="T11" fmla="*/ 22 h 60"/>
                <a:gd name="T12" fmla="*/ 55 w 93"/>
                <a:gd name="T13" fmla="*/ 22 h 60"/>
                <a:gd name="T14" fmla="*/ 67 w 93"/>
                <a:gd name="T15" fmla="*/ 28 h 60"/>
                <a:gd name="T16" fmla="*/ 82 w 93"/>
                <a:gd name="T17" fmla="*/ 20 h 60"/>
                <a:gd name="T18" fmla="*/ 84 w 93"/>
                <a:gd name="T19" fmla="*/ 14 h 60"/>
                <a:gd name="T20" fmla="*/ 79 w 93"/>
                <a:gd name="T21" fmla="*/ 16 h 60"/>
                <a:gd name="T22" fmla="*/ 67 w 93"/>
                <a:gd name="T23" fmla="*/ 56 h 60"/>
                <a:gd name="T24" fmla="*/ 62 w 93"/>
                <a:gd name="T25" fmla="*/ 51 h 60"/>
                <a:gd name="T26" fmla="*/ 54 w 93"/>
                <a:gd name="T27" fmla="*/ 47 h 60"/>
                <a:gd name="T28" fmla="*/ 49 w 93"/>
                <a:gd name="T29" fmla="*/ 37 h 60"/>
                <a:gd name="T30" fmla="*/ 47 w 93"/>
                <a:gd name="T31" fmla="*/ 31 h 60"/>
                <a:gd name="T32" fmla="*/ 49 w 93"/>
                <a:gd name="T33" fmla="*/ 26 h 60"/>
                <a:gd name="T34" fmla="*/ 34 w 93"/>
                <a:gd name="T35" fmla="*/ 18 h 60"/>
                <a:gd name="T36" fmla="*/ 5 w 93"/>
                <a:gd name="T37" fmla="*/ 2 h 60"/>
                <a:gd name="T38" fmla="*/ 0 w 93"/>
                <a:gd name="T39" fmla="*/ 0 h 60"/>
                <a:gd name="T40" fmla="*/ 0 w 93"/>
                <a:gd name="T41" fmla="*/ 47 h 60"/>
                <a:gd name="T42" fmla="*/ 8 w 93"/>
                <a:gd name="T43" fmla="*/ 50 h 60"/>
                <a:gd name="T44" fmla="*/ 16 w 93"/>
                <a:gd name="T45" fmla="*/ 45 h 60"/>
                <a:gd name="T46" fmla="*/ 21 w 93"/>
                <a:gd name="T47" fmla="*/ 39 h 60"/>
                <a:gd name="T48" fmla="*/ 36 w 93"/>
                <a:gd name="T49" fmla="*/ 43 h 60"/>
                <a:gd name="T50" fmla="*/ 53 w 93"/>
                <a:gd name="T51" fmla="*/ 57 h 60"/>
                <a:gd name="T52" fmla="*/ 68 w 93"/>
                <a:gd name="T53" fmla="*/ 60 h 60"/>
                <a:gd name="T54" fmla="*/ 67 w 93"/>
                <a:gd name="T55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3" h="60">
                  <a:moveTo>
                    <a:pt x="87" y="8"/>
                  </a:moveTo>
                  <a:cubicBezTo>
                    <a:pt x="83" y="6"/>
                    <a:pt x="80" y="4"/>
                    <a:pt x="85" y="8"/>
                  </a:cubicBezTo>
                  <a:cubicBezTo>
                    <a:pt x="89" y="13"/>
                    <a:pt x="87" y="16"/>
                    <a:pt x="89" y="15"/>
                  </a:cubicBezTo>
                  <a:cubicBezTo>
                    <a:pt x="93" y="14"/>
                    <a:pt x="90" y="10"/>
                    <a:pt x="87" y="8"/>
                  </a:cubicBezTo>
                  <a:moveTo>
                    <a:pt x="79" y="16"/>
                  </a:moveTo>
                  <a:cubicBezTo>
                    <a:pt x="79" y="18"/>
                    <a:pt x="76" y="19"/>
                    <a:pt x="70" y="22"/>
                  </a:cubicBezTo>
                  <a:cubicBezTo>
                    <a:pt x="65" y="24"/>
                    <a:pt x="55" y="19"/>
                    <a:pt x="55" y="22"/>
                  </a:cubicBezTo>
                  <a:cubicBezTo>
                    <a:pt x="55" y="24"/>
                    <a:pt x="61" y="28"/>
                    <a:pt x="67" y="28"/>
                  </a:cubicBezTo>
                  <a:cubicBezTo>
                    <a:pt x="73" y="28"/>
                    <a:pt x="82" y="22"/>
                    <a:pt x="82" y="20"/>
                  </a:cubicBezTo>
                  <a:cubicBezTo>
                    <a:pt x="82" y="18"/>
                    <a:pt x="86" y="15"/>
                    <a:pt x="84" y="14"/>
                  </a:cubicBezTo>
                  <a:cubicBezTo>
                    <a:pt x="83" y="12"/>
                    <a:pt x="79" y="14"/>
                    <a:pt x="79" y="16"/>
                  </a:cubicBezTo>
                  <a:moveTo>
                    <a:pt x="67" y="56"/>
                  </a:moveTo>
                  <a:cubicBezTo>
                    <a:pt x="65" y="55"/>
                    <a:pt x="62" y="52"/>
                    <a:pt x="62" y="51"/>
                  </a:cubicBezTo>
                  <a:cubicBezTo>
                    <a:pt x="62" y="49"/>
                    <a:pt x="57" y="49"/>
                    <a:pt x="54" y="47"/>
                  </a:cubicBezTo>
                  <a:cubicBezTo>
                    <a:pt x="51" y="45"/>
                    <a:pt x="52" y="39"/>
                    <a:pt x="49" y="37"/>
                  </a:cubicBezTo>
                  <a:cubicBezTo>
                    <a:pt x="46" y="36"/>
                    <a:pt x="43" y="31"/>
                    <a:pt x="47" y="31"/>
                  </a:cubicBezTo>
                  <a:cubicBezTo>
                    <a:pt x="51" y="31"/>
                    <a:pt x="52" y="29"/>
                    <a:pt x="49" y="26"/>
                  </a:cubicBezTo>
                  <a:cubicBezTo>
                    <a:pt x="46" y="23"/>
                    <a:pt x="35" y="22"/>
                    <a:pt x="34" y="18"/>
                  </a:cubicBezTo>
                  <a:cubicBezTo>
                    <a:pt x="34" y="14"/>
                    <a:pt x="14" y="4"/>
                    <a:pt x="5" y="2"/>
                  </a:cubicBezTo>
                  <a:cubicBezTo>
                    <a:pt x="4" y="1"/>
                    <a:pt x="2" y="1"/>
                    <a:pt x="0" y="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2" y="49"/>
                    <a:pt x="4" y="50"/>
                    <a:pt x="8" y="50"/>
                  </a:cubicBezTo>
                  <a:cubicBezTo>
                    <a:pt x="17" y="50"/>
                    <a:pt x="15" y="45"/>
                    <a:pt x="16" y="45"/>
                  </a:cubicBezTo>
                  <a:cubicBezTo>
                    <a:pt x="18" y="45"/>
                    <a:pt x="19" y="42"/>
                    <a:pt x="21" y="39"/>
                  </a:cubicBezTo>
                  <a:cubicBezTo>
                    <a:pt x="23" y="37"/>
                    <a:pt x="31" y="39"/>
                    <a:pt x="36" y="43"/>
                  </a:cubicBezTo>
                  <a:cubicBezTo>
                    <a:pt x="41" y="47"/>
                    <a:pt x="47" y="58"/>
                    <a:pt x="53" y="57"/>
                  </a:cubicBezTo>
                  <a:cubicBezTo>
                    <a:pt x="58" y="56"/>
                    <a:pt x="63" y="60"/>
                    <a:pt x="68" y="60"/>
                  </a:cubicBezTo>
                  <a:cubicBezTo>
                    <a:pt x="73" y="60"/>
                    <a:pt x="68" y="56"/>
                    <a:pt x="67" y="5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9" name="Freeform 1557">
              <a:extLst>
                <a:ext uri="{FF2B5EF4-FFF2-40B4-BE49-F238E27FC236}">
                  <a16:creationId xmlns:a16="http://schemas.microsoft.com/office/drawing/2014/main" id="{D31117A1-A795-EAC2-2BFC-CE1A9767D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3320" y="4027284"/>
              <a:ext cx="63494" cy="115882"/>
            </a:xfrm>
            <a:custGeom>
              <a:avLst/>
              <a:gdLst>
                <a:gd name="T0" fmla="*/ 4 w 17"/>
                <a:gd name="T1" fmla="*/ 0 h 31"/>
                <a:gd name="T2" fmla="*/ 1 w 17"/>
                <a:gd name="T3" fmla="*/ 7 h 31"/>
                <a:gd name="T4" fmla="*/ 1 w 17"/>
                <a:gd name="T5" fmla="*/ 17 h 31"/>
                <a:gd name="T6" fmla="*/ 4 w 17"/>
                <a:gd name="T7" fmla="*/ 28 h 31"/>
                <a:gd name="T8" fmla="*/ 16 w 17"/>
                <a:gd name="T9" fmla="*/ 18 h 31"/>
                <a:gd name="T10" fmla="*/ 4 w 17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31">
                  <a:moveTo>
                    <a:pt x="4" y="0"/>
                  </a:moveTo>
                  <a:cubicBezTo>
                    <a:pt x="2" y="0"/>
                    <a:pt x="2" y="4"/>
                    <a:pt x="1" y="7"/>
                  </a:cubicBezTo>
                  <a:cubicBezTo>
                    <a:pt x="0" y="10"/>
                    <a:pt x="0" y="13"/>
                    <a:pt x="1" y="17"/>
                  </a:cubicBezTo>
                  <a:cubicBezTo>
                    <a:pt x="1" y="22"/>
                    <a:pt x="1" y="26"/>
                    <a:pt x="4" y="28"/>
                  </a:cubicBezTo>
                  <a:cubicBezTo>
                    <a:pt x="9" y="31"/>
                    <a:pt x="16" y="24"/>
                    <a:pt x="16" y="18"/>
                  </a:cubicBezTo>
                  <a:cubicBezTo>
                    <a:pt x="17" y="12"/>
                    <a:pt x="6" y="0"/>
                    <a:pt x="4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0" name="Freeform 1559">
              <a:extLst>
                <a:ext uri="{FF2B5EF4-FFF2-40B4-BE49-F238E27FC236}">
                  <a16:creationId xmlns:a16="http://schemas.microsoft.com/office/drawing/2014/main" id="{51455A91-C2FD-4608-40CC-2980DE47E4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53113" y="3757423"/>
              <a:ext cx="333348" cy="201602"/>
            </a:xfrm>
            <a:custGeom>
              <a:avLst/>
              <a:gdLst>
                <a:gd name="T0" fmla="*/ 81 w 89"/>
                <a:gd name="T1" fmla="*/ 52 h 54"/>
                <a:gd name="T2" fmla="*/ 88 w 89"/>
                <a:gd name="T3" fmla="*/ 50 h 54"/>
                <a:gd name="T4" fmla="*/ 81 w 89"/>
                <a:gd name="T5" fmla="*/ 52 h 54"/>
                <a:gd name="T6" fmla="*/ 63 w 89"/>
                <a:gd name="T7" fmla="*/ 2 h 54"/>
                <a:gd name="T8" fmla="*/ 48 w 89"/>
                <a:gd name="T9" fmla="*/ 3 h 54"/>
                <a:gd name="T10" fmla="*/ 37 w 89"/>
                <a:gd name="T11" fmla="*/ 13 h 54"/>
                <a:gd name="T12" fmla="*/ 32 w 89"/>
                <a:gd name="T13" fmla="*/ 15 h 54"/>
                <a:gd name="T14" fmla="*/ 21 w 89"/>
                <a:gd name="T15" fmla="*/ 14 h 54"/>
                <a:gd name="T16" fmla="*/ 12 w 89"/>
                <a:gd name="T17" fmla="*/ 13 h 54"/>
                <a:gd name="T18" fmla="*/ 7 w 89"/>
                <a:gd name="T19" fmla="*/ 12 h 54"/>
                <a:gd name="T20" fmla="*/ 4 w 89"/>
                <a:gd name="T21" fmla="*/ 15 h 54"/>
                <a:gd name="T22" fmla="*/ 4 w 89"/>
                <a:gd name="T23" fmla="*/ 19 h 54"/>
                <a:gd name="T24" fmla="*/ 0 w 89"/>
                <a:gd name="T25" fmla="*/ 21 h 54"/>
                <a:gd name="T26" fmla="*/ 1 w 89"/>
                <a:gd name="T27" fmla="*/ 25 h 54"/>
                <a:gd name="T28" fmla="*/ 3 w 89"/>
                <a:gd name="T29" fmla="*/ 37 h 54"/>
                <a:gd name="T30" fmla="*/ 6 w 89"/>
                <a:gd name="T31" fmla="*/ 48 h 54"/>
                <a:gd name="T32" fmla="*/ 19 w 89"/>
                <a:gd name="T33" fmla="*/ 46 h 54"/>
                <a:gd name="T34" fmla="*/ 29 w 89"/>
                <a:gd name="T35" fmla="*/ 43 h 54"/>
                <a:gd name="T36" fmla="*/ 37 w 89"/>
                <a:gd name="T37" fmla="*/ 39 h 54"/>
                <a:gd name="T38" fmla="*/ 44 w 89"/>
                <a:gd name="T39" fmla="*/ 38 h 54"/>
                <a:gd name="T40" fmla="*/ 50 w 89"/>
                <a:gd name="T41" fmla="*/ 34 h 54"/>
                <a:gd name="T42" fmla="*/ 66 w 89"/>
                <a:gd name="T43" fmla="*/ 29 h 54"/>
                <a:gd name="T44" fmla="*/ 73 w 89"/>
                <a:gd name="T45" fmla="*/ 22 h 54"/>
                <a:gd name="T46" fmla="*/ 79 w 89"/>
                <a:gd name="T47" fmla="*/ 19 h 54"/>
                <a:gd name="T48" fmla="*/ 70 w 89"/>
                <a:gd name="T49" fmla="*/ 0 h 54"/>
                <a:gd name="T50" fmla="*/ 63 w 89"/>
                <a:gd name="T51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" h="54">
                  <a:moveTo>
                    <a:pt x="81" y="52"/>
                  </a:moveTo>
                  <a:cubicBezTo>
                    <a:pt x="83" y="54"/>
                    <a:pt x="88" y="51"/>
                    <a:pt x="88" y="50"/>
                  </a:cubicBezTo>
                  <a:cubicBezTo>
                    <a:pt x="89" y="49"/>
                    <a:pt x="78" y="49"/>
                    <a:pt x="81" y="52"/>
                  </a:cubicBezTo>
                  <a:moveTo>
                    <a:pt x="63" y="2"/>
                  </a:moveTo>
                  <a:cubicBezTo>
                    <a:pt x="59" y="3"/>
                    <a:pt x="49" y="3"/>
                    <a:pt x="48" y="3"/>
                  </a:cubicBezTo>
                  <a:cubicBezTo>
                    <a:pt x="47" y="4"/>
                    <a:pt x="38" y="10"/>
                    <a:pt x="37" y="13"/>
                  </a:cubicBezTo>
                  <a:cubicBezTo>
                    <a:pt x="35" y="16"/>
                    <a:pt x="34" y="17"/>
                    <a:pt x="32" y="15"/>
                  </a:cubicBezTo>
                  <a:cubicBezTo>
                    <a:pt x="30" y="14"/>
                    <a:pt x="22" y="14"/>
                    <a:pt x="21" y="14"/>
                  </a:cubicBezTo>
                  <a:cubicBezTo>
                    <a:pt x="21" y="13"/>
                    <a:pt x="15" y="12"/>
                    <a:pt x="12" y="13"/>
                  </a:cubicBezTo>
                  <a:cubicBezTo>
                    <a:pt x="9" y="13"/>
                    <a:pt x="8" y="11"/>
                    <a:pt x="7" y="12"/>
                  </a:cubicBezTo>
                  <a:cubicBezTo>
                    <a:pt x="5" y="12"/>
                    <a:pt x="4" y="14"/>
                    <a:pt x="4" y="15"/>
                  </a:cubicBezTo>
                  <a:cubicBezTo>
                    <a:pt x="3" y="15"/>
                    <a:pt x="4" y="18"/>
                    <a:pt x="4" y="19"/>
                  </a:cubicBezTo>
                  <a:cubicBezTo>
                    <a:pt x="4" y="19"/>
                    <a:pt x="2" y="20"/>
                    <a:pt x="0" y="21"/>
                  </a:cubicBezTo>
                  <a:cubicBezTo>
                    <a:pt x="1" y="22"/>
                    <a:pt x="1" y="24"/>
                    <a:pt x="1" y="25"/>
                  </a:cubicBezTo>
                  <a:cubicBezTo>
                    <a:pt x="0" y="28"/>
                    <a:pt x="1" y="34"/>
                    <a:pt x="3" y="37"/>
                  </a:cubicBezTo>
                  <a:cubicBezTo>
                    <a:pt x="5" y="40"/>
                    <a:pt x="5" y="47"/>
                    <a:pt x="6" y="48"/>
                  </a:cubicBezTo>
                  <a:cubicBezTo>
                    <a:pt x="7" y="49"/>
                    <a:pt x="15" y="49"/>
                    <a:pt x="19" y="46"/>
                  </a:cubicBezTo>
                  <a:cubicBezTo>
                    <a:pt x="23" y="44"/>
                    <a:pt x="26" y="43"/>
                    <a:pt x="29" y="43"/>
                  </a:cubicBezTo>
                  <a:cubicBezTo>
                    <a:pt x="32" y="43"/>
                    <a:pt x="36" y="41"/>
                    <a:pt x="37" y="39"/>
                  </a:cubicBezTo>
                  <a:cubicBezTo>
                    <a:pt x="38" y="38"/>
                    <a:pt x="42" y="38"/>
                    <a:pt x="44" y="38"/>
                  </a:cubicBezTo>
                  <a:cubicBezTo>
                    <a:pt x="46" y="38"/>
                    <a:pt x="48" y="36"/>
                    <a:pt x="50" y="34"/>
                  </a:cubicBezTo>
                  <a:cubicBezTo>
                    <a:pt x="52" y="32"/>
                    <a:pt x="59" y="31"/>
                    <a:pt x="66" y="29"/>
                  </a:cubicBezTo>
                  <a:cubicBezTo>
                    <a:pt x="73" y="27"/>
                    <a:pt x="71" y="24"/>
                    <a:pt x="73" y="22"/>
                  </a:cubicBezTo>
                  <a:cubicBezTo>
                    <a:pt x="74" y="20"/>
                    <a:pt x="76" y="20"/>
                    <a:pt x="79" y="19"/>
                  </a:cubicBezTo>
                  <a:cubicBezTo>
                    <a:pt x="76" y="12"/>
                    <a:pt x="72" y="4"/>
                    <a:pt x="70" y="0"/>
                  </a:cubicBezTo>
                  <a:cubicBezTo>
                    <a:pt x="67" y="1"/>
                    <a:pt x="64" y="2"/>
                    <a:pt x="63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1" name="Freeform 1562">
              <a:extLst>
                <a:ext uri="{FF2B5EF4-FFF2-40B4-BE49-F238E27FC236}">
                  <a16:creationId xmlns:a16="http://schemas.microsoft.com/office/drawing/2014/main" id="{1DD457E8-761E-C862-581B-1D40709BD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23098" y="4443188"/>
              <a:ext cx="225408" cy="165091"/>
            </a:xfrm>
            <a:custGeom>
              <a:avLst/>
              <a:gdLst>
                <a:gd name="T0" fmla="*/ 45 w 60"/>
                <a:gd name="T1" fmla="*/ 25 h 44"/>
                <a:gd name="T2" fmla="*/ 51 w 60"/>
                <a:gd name="T3" fmla="*/ 35 h 44"/>
                <a:gd name="T4" fmla="*/ 45 w 60"/>
                <a:gd name="T5" fmla="*/ 25 h 44"/>
                <a:gd name="T6" fmla="*/ 51 w 60"/>
                <a:gd name="T7" fmla="*/ 39 h 44"/>
                <a:gd name="T8" fmla="*/ 58 w 60"/>
                <a:gd name="T9" fmla="*/ 43 h 44"/>
                <a:gd name="T10" fmla="*/ 51 w 60"/>
                <a:gd name="T11" fmla="*/ 39 h 44"/>
                <a:gd name="T12" fmla="*/ 38 w 60"/>
                <a:gd name="T13" fmla="*/ 32 h 44"/>
                <a:gd name="T14" fmla="*/ 45 w 60"/>
                <a:gd name="T15" fmla="*/ 36 h 44"/>
                <a:gd name="T16" fmla="*/ 38 w 60"/>
                <a:gd name="T17" fmla="*/ 32 h 44"/>
                <a:gd name="T18" fmla="*/ 39 w 60"/>
                <a:gd name="T19" fmla="*/ 25 h 44"/>
                <a:gd name="T20" fmla="*/ 29 w 60"/>
                <a:gd name="T21" fmla="*/ 19 h 44"/>
                <a:gd name="T22" fmla="*/ 39 w 60"/>
                <a:gd name="T23" fmla="*/ 25 h 44"/>
                <a:gd name="T24" fmla="*/ 14 w 60"/>
                <a:gd name="T25" fmla="*/ 12 h 44"/>
                <a:gd name="T26" fmla="*/ 21 w 60"/>
                <a:gd name="T27" fmla="*/ 17 h 44"/>
                <a:gd name="T28" fmla="*/ 14 w 60"/>
                <a:gd name="T29" fmla="*/ 12 h 44"/>
                <a:gd name="T30" fmla="*/ 0 w 60"/>
                <a:gd name="T31" fmla="*/ 2 h 44"/>
                <a:gd name="T32" fmla="*/ 9 w 60"/>
                <a:gd name="T33" fmla="*/ 13 h 44"/>
                <a:gd name="T34" fmla="*/ 0 w 60"/>
                <a:gd name="T35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" h="44">
                  <a:moveTo>
                    <a:pt x="45" y="25"/>
                  </a:moveTo>
                  <a:cubicBezTo>
                    <a:pt x="44" y="28"/>
                    <a:pt x="50" y="35"/>
                    <a:pt x="51" y="35"/>
                  </a:cubicBezTo>
                  <a:cubicBezTo>
                    <a:pt x="52" y="35"/>
                    <a:pt x="47" y="22"/>
                    <a:pt x="45" y="25"/>
                  </a:cubicBezTo>
                  <a:moveTo>
                    <a:pt x="51" y="39"/>
                  </a:moveTo>
                  <a:cubicBezTo>
                    <a:pt x="52" y="40"/>
                    <a:pt x="56" y="44"/>
                    <a:pt x="58" y="43"/>
                  </a:cubicBezTo>
                  <a:cubicBezTo>
                    <a:pt x="60" y="41"/>
                    <a:pt x="51" y="38"/>
                    <a:pt x="51" y="39"/>
                  </a:cubicBezTo>
                  <a:moveTo>
                    <a:pt x="38" y="32"/>
                  </a:moveTo>
                  <a:cubicBezTo>
                    <a:pt x="38" y="35"/>
                    <a:pt x="43" y="37"/>
                    <a:pt x="45" y="36"/>
                  </a:cubicBezTo>
                  <a:cubicBezTo>
                    <a:pt x="47" y="35"/>
                    <a:pt x="37" y="29"/>
                    <a:pt x="38" y="32"/>
                  </a:cubicBezTo>
                  <a:moveTo>
                    <a:pt x="39" y="25"/>
                  </a:moveTo>
                  <a:cubicBezTo>
                    <a:pt x="41" y="24"/>
                    <a:pt x="29" y="17"/>
                    <a:pt x="29" y="19"/>
                  </a:cubicBezTo>
                  <a:cubicBezTo>
                    <a:pt x="28" y="21"/>
                    <a:pt x="37" y="26"/>
                    <a:pt x="39" y="25"/>
                  </a:cubicBezTo>
                  <a:moveTo>
                    <a:pt x="14" y="12"/>
                  </a:moveTo>
                  <a:cubicBezTo>
                    <a:pt x="14" y="13"/>
                    <a:pt x="19" y="18"/>
                    <a:pt x="21" y="17"/>
                  </a:cubicBezTo>
                  <a:cubicBezTo>
                    <a:pt x="22" y="16"/>
                    <a:pt x="15" y="10"/>
                    <a:pt x="14" y="12"/>
                  </a:cubicBezTo>
                  <a:moveTo>
                    <a:pt x="0" y="2"/>
                  </a:moveTo>
                  <a:cubicBezTo>
                    <a:pt x="0" y="4"/>
                    <a:pt x="7" y="15"/>
                    <a:pt x="9" y="13"/>
                  </a:cubicBezTo>
                  <a:cubicBezTo>
                    <a:pt x="14" y="10"/>
                    <a:pt x="1" y="0"/>
                    <a:pt x="0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2" name="Freeform 1566">
              <a:extLst>
                <a:ext uri="{FF2B5EF4-FFF2-40B4-BE49-F238E27FC236}">
                  <a16:creationId xmlns:a16="http://schemas.microsoft.com/office/drawing/2014/main" id="{C27B01AC-0B8B-1F68-EA21-D80244017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4079" y="3028798"/>
              <a:ext cx="396844" cy="255575"/>
            </a:xfrm>
            <a:custGeom>
              <a:avLst/>
              <a:gdLst>
                <a:gd name="T0" fmla="*/ 105 w 106"/>
                <a:gd name="T1" fmla="*/ 43 h 68"/>
                <a:gd name="T2" fmla="*/ 99 w 106"/>
                <a:gd name="T3" fmla="*/ 41 h 68"/>
                <a:gd name="T4" fmla="*/ 91 w 106"/>
                <a:gd name="T5" fmla="*/ 36 h 68"/>
                <a:gd name="T6" fmla="*/ 83 w 106"/>
                <a:gd name="T7" fmla="*/ 31 h 68"/>
                <a:gd name="T8" fmla="*/ 75 w 106"/>
                <a:gd name="T9" fmla="*/ 25 h 68"/>
                <a:gd name="T10" fmla="*/ 72 w 106"/>
                <a:gd name="T11" fmla="*/ 19 h 68"/>
                <a:gd name="T12" fmla="*/ 69 w 106"/>
                <a:gd name="T13" fmla="*/ 14 h 68"/>
                <a:gd name="T14" fmla="*/ 58 w 106"/>
                <a:gd name="T15" fmla="*/ 13 h 68"/>
                <a:gd name="T16" fmla="*/ 55 w 106"/>
                <a:gd name="T17" fmla="*/ 5 h 68"/>
                <a:gd name="T18" fmla="*/ 50 w 106"/>
                <a:gd name="T19" fmla="*/ 3 h 68"/>
                <a:gd name="T20" fmla="*/ 44 w 106"/>
                <a:gd name="T21" fmla="*/ 2 h 68"/>
                <a:gd name="T22" fmla="*/ 41 w 106"/>
                <a:gd name="T23" fmla="*/ 3 h 68"/>
                <a:gd name="T24" fmla="*/ 39 w 106"/>
                <a:gd name="T25" fmla="*/ 6 h 68"/>
                <a:gd name="T26" fmla="*/ 33 w 106"/>
                <a:gd name="T27" fmla="*/ 10 h 68"/>
                <a:gd name="T28" fmla="*/ 31 w 106"/>
                <a:gd name="T29" fmla="*/ 13 h 68"/>
                <a:gd name="T30" fmla="*/ 26 w 106"/>
                <a:gd name="T31" fmla="*/ 12 h 68"/>
                <a:gd name="T32" fmla="*/ 20 w 106"/>
                <a:gd name="T33" fmla="*/ 11 h 68"/>
                <a:gd name="T34" fmla="*/ 11 w 106"/>
                <a:gd name="T35" fmla="*/ 4 h 68"/>
                <a:gd name="T36" fmla="*/ 4 w 106"/>
                <a:gd name="T37" fmla="*/ 8 h 68"/>
                <a:gd name="T38" fmla="*/ 7 w 106"/>
                <a:gd name="T39" fmla="*/ 7 h 68"/>
                <a:gd name="T40" fmla="*/ 13 w 106"/>
                <a:gd name="T41" fmla="*/ 13 h 68"/>
                <a:gd name="T42" fmla="*/ 16 w 106"/>
                <a:gd name="T43" fmla="*/ 18 h 68"/>
                <a:gd name="T44" fmla="*/ 9 w 106"/>
                <a:gd name="T45" fmla="*/ 19 h 68"/>
                <a:gd name="T46" fmla="*/ 2 w 106"/>
                <a:gd name="T47" fmla="*/ 19 h 68"/>
                <a:gd name="T48" fmla="*/ 4 w 106"/>
                <a:gd name="T49" fmla="*/ 25 h 68"/>
                <a:gd name="T50" fmla="*/ 4 w 106"/>
                <a:gd name="T51" fmla="*/ 30 h 68"/>
                <a:gd name="T52" fmla="*/ 8 w 106"/>
                <a:gd name="T53" fmla="*/ 32 h 68"/>
                <a:gd name="T54" fmla="*/ 10 w 106"/>
                <a:gd name="T55" fmla="*/ 38 h 68"/>
                <a:gd name="T56" fmla="*/ 10 w 106"/>
                <a:gd name="T57" fmla="*/ 48 h 68"/>
                <a:gd name="T58" fmla="*/ 16 w 106"/>
                <a:gd name="T59" fmla="*/ 47 h 68"/>
                <a:gd name="T60" fmla="*/ 22 w 106"/>
                <a:gd name="T61" fmla="*/ 42 h 68"/>
                <a:gd name="T62" fmla="*/ 28 w 106"/>
                <a:gd name="T63" fmla="*/ 41 h 68"/>
                <a:gd name="T64" fmla="*/ 36 w 106"/>
                <a:gd name="T65" fmla="*/ 41 h 68"/>
                <a:gd name="T66" fmla="*/ 42 w 106"/>
                <a:gd name="T67" fmla="*/ 44 h 68"/>
                <a:gd name="T68" fmla="*/ 45 w 106"/>
                <a:gd name="T69" fmla="*/ 46 h 68"/>
                <a:gd name="T70" fmla="*/ 51 w 106"/>
                <a:gd name="T71" fmla="*/ 48 h 68"/>
                <a:gd name="T72" fmla="*/ 55 w 106"/>
                <a:gd name="T73" fmla="*/ 50 h 68"/>
                <a:gd name="T74" fmla="*/ 60 w 106"/>
                <a:gd name="T75" fmla="*/ 54 h 68"/>
                <a:gd name="T76" fmla="*/ 65 w 106"/>
                <a:gd name="T77" fmla="*/ 55 h 68"/>
                <a:gd name="T78" fmla="*/ 66 w 106"/>
                <a:gd name="T79" fmla="*/ 64 h 68"/>
                <a:gd name="T80" fmla="*/ 68 w 106"/>
                <a:gd name="T81" fmla="*/ 64 h 68"/>
                <a:gd name="T82" fmla="*/ 73 w 106"/>
                <a:gd name="T83" fmla="*/ 66 h 68"/>
                <a:gd name="T84" fmla="*/ 80 w 106"/>
                <a:gd name="T85" fmla="*/ 63 h 68"/>
                <a:gd name="T86" fmla="*/ 90 w 106"/>
                <a:gd name="T87" fmla="*/ 57 h 68"/>
                <a:gd name="T88" fmla="*/ 94 w 106"/>
                <a:gd name="T89" fmla="*/ 50 h 68"/>
                <a:gd name="T90" fmla="*/ 100 w 106"/>
                <a:gd name="T91" fmla="*/ 46 h 68"/>
                <a:gd name="T92" fmla="*/ 106 w 106"/>
                <a:gd name="T93" fmla="*/ 48 h 68"/>
                <a:gd name="T94" fmla="*/ 105 w 106"/>
                <a:gd name="T95" fmla="*/ 4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6" h="68">
                  <a:moveTo>
                    <a:pt x="105" y="43"/>
                  </a:moveTo>
                  <a:cubicBezTo>
                    <a:pt x="105" y="43"/>
                    <a:pt x="100" y="40"/>
                    <a:pt x="99" y="41"/>
                  </a:cubicBezTo>
                  <a:cubicBezTo>
                    <a:pt x="97" y="41"/>
                    <a:pt x="94" y="37"/>
                    <a:pt x="91" y="36"/>
                  </a:cubicBezTo>
                  <a:cubicBezTo>
                    <a:pt x="88" y="34"/>
                    <a:pt x="84" y="33"/>
                    <a:pt x="83" y="31"/>
                  </a:cubicBezTo>
                  <a:cubicBezTo>
                    <a:pt x="81" y="29"/>
                    <a:pt x="76" y="27"/>
                    <a:pt x="75" y="25"/>
                  </a:cubicBezTo>
                  <a:cubicBezTo>
                    <a:pt x="74" y="24"/>
                    <a:pt x="73" y="21"/>
                    <a:pt x="72" y="19"/>
                  </a:cubicBezTo>
                  <a:cubicBezTo>
                    <a:pt x="70" y="17"/>
                    <a:pt x="70" y="14"/>
                    <a:pt x="69" y="14"/>
                  </a:cubicBezTo>
                  <a:cubicBezTo>
                    <a:pt x="67" y="14"/>
                    <a:pt x="58" y="14"/>
                    <a:pt x="58" y="13"/>
                  </a:cubicBezTo>
                  <a:cubicBezTo>
                    <a:pt x="58" y="11"/>
                    <a:pt x="57" y="5"/>
                    <a:pt x="55" y="5"/>
                  </a:cubicBezTo>
                  <a:cubicBezTo>
                    <a:pt x="53" y="4"/>
                    <a:pt x="51" y="4"/>
                    <a:pt x="50" y="3"/>
                  </a:cubicBezTo>
                  <a:cubicBezTo>
                    <a:pt x="48" y="2"/>
                    <a:pt x="45" y="0"/>
                    <a:pt x="44" y="2"/>
                  </a:cubicBezTo>
                  <a:cubicBezTo>
                    <a:pt x="44" y="3"/>
                    <a:pt x="42" y="3"/>
                    <a:pt x="41" y="3"/>
                  </a:cubicBezTo>
                  <a:cubicBezTo>
                    <a:pt x="41" y="3"/>
                    <a:pt x="41" y="6"/>
                    <a:pt x="39" y="6"/>
                  </a:cubicBezTo>
                  <a:cubicBezTo>
                    <a:pt x="36" y="6"/>
                    <a:pt x="33" y="8"/>
                    <a:pt x="33" y="10"/>
                  </a:cubicBezTo>
                  <a:cubicBezTo>
                    <a:pt x="33" y="11"/>
                    <a:pt x="34" y="14"/>
                    <a:pt x="31" y="13"/>
                  </a:cubicBezTo>
                  <a:cubicBezTo>
                    <a:pt x="29" y="13"/>
                    <a:pt x="27" y="13"/>
                    <a:pt x="26" y="12"/>
                  </a:cubicBezTo>
                  <a:cubicBezTo>
                    <a:pt x="25" y="13"/>
                    <a:pt x="23" y="14"/>
                    <a:pt x="20" y="11"/>
                  </a:cubicBezTo>
                  <a:cubicBezTo>
                    <a:pt x="18" y="7"/>
                    <a:pt x="14" y="4"/>
                    <a:pt x="11" y="4"/>
                  </a:cubicBezTo>
                  <a:cubicBezTo>
                    <a:pt x="9" y="4"/>
                    <a:pt x="2" y="4"/>
                    <a:pt x="4" y="8"/>
                  </a:cubicBezTo>
                  <a:cubicBezTo>
                    <a:pt x="4" y="7"/>
                    <a:pt x="5" y="6"/>
                    <a:pt x="7" y="7"/>
                  </a:cubicBezTo>
                  <a:cubicBezTo>
                    <a:pt x="12" y="7"/>
                    <a:pt x="10" y="13"/>
                    <a:pt x="13" y="13"/>
                  </a:cubicBezTo>
                  <a:cubicBezTo>
                    <a:pt x="16" y="14"/>
                    <a:pt x="19" y="18"/>
                    <a:pt x="16" y="18"/>
                  </a:cubicBezTo>
                  <a:cubicBezTo>
                    <a:pt x="14" y="18"/>
                    <a:pt x="12" y="20"/>
                    <a:pt x="9" y="19"/>
                  </a:cubicBezTo>
                  <a:cubicBezTo>
                    <a:pt x="6" y="18"/>
                    <a:pt x="3" y="16"/>
                    <a:pt x="2" y="19"/>
                  </a:cubicBezTo>
                  <a:cubicBezTo>
                    <a:pt x="1" y="22"/>
                    <a:pt x="0" y="26"/>
                    <a:pt x="4" y="25"/>
                  </a:cubicBezTo>
                  <a:cubicBezTo>
                    <a:pt x="7" y="25"/>
                    <a:pt x="6" y="28"/>
                    <a:pt x="4" y="30"/>
                  </a:cubicBezTo>
                  <a:cubicBezTo>
                    <a:pt x="2" y="33"/>
                    <a:pt x="8" y="30"/>
                    <a:pt x="8" y="32"/>
                  </a:cubicBezTo>
                  <a:cubicBezTo>
                    <a:pt x="9" y="34"/>
                    <a:pt x="11" y="34"/>
                    <a:pt x="10" y="38"/>
                  </a:cubicBezTo>
                  <a:cubicBezTo>
                    <a:pt x="9" y="40"/>
                    <a:pt x="10" y="44"/>
                    <a:pt x="10" y="48"/>
                  </a:cubicBezTo>
                  <a:cubicBezTo>
                    <a:pt x="12" y="48"/>
                    <a:pt x="15" y="47"/>
                    <a:pt x="16" y="47"/>
                  </a:cubicBezTo>
                  <a:cubicBezTo>
                    <a:pt x="17" y="45"/>
                    <a:pt x="20" y="42"/>
                    <a:pt x="22" y="42"/>
                  </a:cubicBezTo>
                  <a:cubicBezTo>
                    <a:pt x="24" y="42"/>
                    <a:pt x="27" y="43"/>
                    <a:pt x="28" y="41"/>
                  </a:cubicBezTo>
                  <a:cubicBezTo>
                    <a:pt x="29" y="40"/>
                    <a:pt x="35" y="40"/>
                    <a:pt x="36" y="41"/>
                  </a:cubicBezTo>
                  <a:cubicBezTo>
                    <a:pt x="37" y="43"/>
                    <a:pt x="41" y="44"/>
                    <a:pt x="42" y="44"/>
                  </a:cubicBezTo>
                  <a:cubicBezTo>
                    <a:pt x="43" y="44"/>
                    <a:pt x="43" y="46"/>
                    <a:pt x="45" y="46"/>
                  </a:cubicBezTo>
                  <a:cubicBezTo>
                    <a:pt x="47" y="45"/>
                    <a:pt x="51" y="46"/>
                    <a:pt x="51" y="48"/>
                  </a:cubicBezTo>
                  <a:cubicBezTo>
                    <a:pt x="51" y="49"/>
                    <a:pt x="53" y="50"/>
                    <a:pt x="55" y="50"/>
                  </a:cubicBezTo>
                  <a:cubicBezTo>
                    <a:pt x="57" y="50"/>
                    <a:pt x="58" y="55"/>
                    <a:pt x="60" y="54"/>
                  </a:cubicBezTo>
                  <a:cubicBezTo>
                    <a:pt x="62" y="54"/>
                    <a:pt x="65" y="54"/>
                    <a:pt x="65" y="55"/>
                  </a:cubicBezTo>
                  <a:cubicBezTo>
                    <a:pt x="65" y="56"/>
                    <a:pt x="65" y="61"/>
                    <a:pt x="66" y="64"/>
                  </a:cubicBezTo>
                  <a:cubicBezTo>
                    <a:pt x="67" y="64"/>
                    <a:pt x="68" y="64"/>
                    <a:pt x="68" y="64"/>
                  </a:cubicBezTo>
                  <a:cubicBezTo>
                    <a:pt x="69" y="65"/>
                    <a:pt x="73" y="64"/>
                    <a:pt x="73" y="66"/>
                  </a:cubicBezTo>
                  <a:cubicBezTo>
                    <a:pt x="74" y="68"/>
                    <a:pt x="80" y="67"/>
                    <a:pt x="80" y="63"/>
                  </a:cubicBezTo>
                  <a:cubicBezTo>
                    <a:pt x="79" y="60"/>
                    <a:pt x="89" y="60"/>
                    <a:pt x="90" y="57"/>
                  </a:cubicBezTo>
                  <a:cubicBezTo>
                    <a:pt x="91" y="54"/>
                    <a:pt x="92" y="49"/>
                    <a:pt x="94" y="50"/>
                  </a:cubicBezTo>
                  <a:cubicBezTo>
                    <a:pt x="97" y="51"/>
                    <a:pt x="98" y="46"/>
                    <a:pt x="100" y="46"/>
                  </a:cubicBezTo>
                  <a:cubicBezTo>
                    <a:pt x="102" y="47"/>
                    <a:pt x="104" y="48"/>
                    <a:pt x="106" y="48"/>
                  </a:cubicBezTo>
                  <a:lnTo>
                    <a:pt x="105" y="4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3" name="Freeform 1568">
              <a:extLst>
                <a:ext uri="{FF2B5EF4-FFF2-40B4-BE49-F238E27FC236}">
                  <a16:creationId xmlns:a16="http://schemas.microsoft.com/office/drawing/2014/main" id="{C42A9DA9-C0F4-0ECC-FA15-0EC21639F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4386" y="3124043"/>
              <a:ext cx="546057" cy="460351"/>
            </a:xfrm>
            <a:custGeom>
              <a:avLst/>
              <a:gdLst>
                <a:gd name="T0" fmla="*/ 142 w 146"/>
                <a:gd name="T1" fmla="*/ 106 h 123"/>
                <a:gd name="T2" fmla="*/ 139 w 146"/>
                <a:gd name="T3" fmla="*/ 98 h 123"/>
                <a:gd name="T4" fmla="*/ 131 w 146"/>
                <a:gd name="T5" fmla="*/ 91 h 123"/>
                <a:gd name="T6" fmla="*/ 126 w 146"/>
                <a:gd name="T7" fmla="*/ 85 h 123"/>
                <a:gd name="T8" fmla="*/ 134 w 146"/>
                <a:gd name="T9" fmla="*/ 75 h 123"/>
                <a:gd name="T10" fmla="*/ 126 w 146"/>
                <a:gd name="T11" fmla="*/ 71 h 123"/>
                <a:gd name="T12" fmla="*/ 125 w 146"/>
                <a:gd name="T13" fmla="*/ 62 h 123"/>
                <a:gd name="T14" fmla="*/ 125 w 146"/>
                <a:gd name="T15" fmla="*/ 54 h 123"/>
                <a:gd name="T16" fmla="*/ 126 w 146"/>
                <a:gd name="T17" fmla="*/ 48 h 123"/>
                <a:gd name="T18" fmla="*/ 129 w 146"/>
                <a:gd name="T19" fmla="*/ 42 h 123"/>
                <a:gd name="T20" fmla="*/ 131 w 146"/>
                <a:gd name="T21" fmla="*/ 39 h 123"/>
                <a:gd name="T22" fmla="*/ 129 w 146"/>
                <a:gd name="T23" fmla="*/ 30 h 123"/>
                <a:gd name="T24" fmla="*/ 124 w 146"/>
                <a:gd name="T25" fmla="*/ 29 h 123"/>
                <a:gd name="T26" fmla="*/ 119 w 146"/>
                <a:gd name="T27" fmla="*/ 25 h 123"/>
                <a:gd name="T28" fmla="*/ 116 w 146"/>
                <a:gd name="T29" fmla="*/ 22 h 123"/>
                <a:gd name="T30" fmla="*/ 109 w 146"/>
                <a:gd name="T31" fmla="*/ 20 h 123"/>
                <a:gd name="T32" fmla="*/ 106 w 146"/>
                <a:gd name="T33" fmla="*/ 19 h 123"/>
                <a:gd name="T34" fmla="*/ 100 w 146"/>
                <a:gd name="T35" fmla="*/ 16 h 123"/>
                <a:gd name="T36" fmla="*/ 92 w 146"/>
                <a:gd name="T37" fmla="*/ 16 h 123"/>
                <a:gd name="T38" fmla="*/ 87 w 146"/>
                <a:gd name="T39" fmla="*/ 17 h 123"/>
                <a:gd name="T40" fmla="*/ 80 w 146"/>
                <a:gd name="T41" fmla="*/ 21 h 123"/>
                <a:gd name="T42" fmla="*/ 74 w 146"/>
                <a:gd name="T43" fmla="*/ 22 h 123"/>
                <a:gd name="T44" fmla="*/ 74 w 146"/>
                <a:gd name="T45" fmla="*/ 26 h 123"/>
                <a:gd name="T46" fmla="*/ 58 w 146"/>
                <a:gd name="T47" fmla="*/ 30 h 123"/>
                <a:gd name="T48" fmla="*/ 44 w 146"/>
                <a:gd name="T49" fmla="*/ 22 h 123"/>
                <a:gd name="T50" fmla="*/ 36 w 146"/>
                <a:gd name="T51" fmla="*/ 13 h 123"/>
                <a:gd name="T52" fmla="*/ 30 w 146"/>
                <a:gd name="T53" fmla="*/ 9 h 123"/>
                <a:gd name="T54" fmla="*/ 29 w 146"/>
                <a:gd name="T55" fmla="*/ 2 h 123"/>
                <a:gd name="T56" fmla="*/ 14 w 146"/>
                <a:gd name="T57" fmla="*/ 9 h 123"/>
                <a:gd name="T58" fmla="*/ 9 w 146"/>
                <a:gd name="T59" fmla="*/ 6 h 123"/>
                <a:gd name="T60" fmla="*/ 5 w 146"/>
                <a:gd name="T61" fmla="*/ 0 h 123"/>
                <a:gd name="T62" fmla="*/ 2 w 146"/>
                <a:gd name="T63" fmla="*/ 4 h 123"/>
                <a:gd name="T64" fmla="*/ 2 w 146"/>
                <a:gd name="T65" fmla="*/ 10 h 123"/>
                <a:gd name="T66" fmla="*/ 2 w 146"/>
                <a:gd name="T67" fmla="*/ 18 h 123"/>
                <a:gd name="T68" fmla="*/ 6 w 146"/>
                <a:gd name="T69" fmla="*/ 24 h 123"/>
                <a:gd name="T70" fmla="*/ 8 w 146"/>
                <a:gd name="T71" fmla="*/ 30 h 123"/>
                <a:gd name="T72" fmla="*/ 13 w 146"/>
                <a:gd name="T73" fmla="*/ 34 h 123"/>
                <a:gd name="T74" fmla="*/ 15 w 146"/>
                <a:gd name="T75" fmla="*/ 37 h 123"/>
                <a:gd name="T76" fmla="*/ 15 w 146"/>
                <a:gd name="T77" fmla="*/ 41 h 123"/>
                <a:gd name="T78" fmla="*/ 12 w 146"/>
                <a:gd name="T79" fmla="*/ 47 h 123"/>
                <a:gd name="T80" fmla="*/ 13 w 146"/>
                <a:gd name="T81" fmla="*/ 54 h 123"/>
                <a:gd name="T82" fmla="*/ 16 w 146"/>
                <a:gd name="T83" fmla="*/ 58 h 123"/>
                <a:gd name="T84" fmla="*/ 24 w 146"/>
                <a:gd name="T85" fmla="*/ 63 h 123"/>
                <a:gd name="T86" fmla="*/ 28 w 146"/>
                <a:gd name="T87" fmla="*/ 68 h 123"/>
                <a:gd name="T88" fmla="*/ 27 w 146"/>
                <a:gd name="T89" fmla="*/ 73 h 123"/>
                <a:gd name="T90" fmla="*/ 30 w 146"/>
                <a:gd name="T91" fmla="*/ 77 h 123"/>
                <a:gd name="T92" fmla="*/ 34 w 146"/>
                <a:gd name="T93" fmla="*/ 83 h 123"/>
                <a:gd name="T94" fmla="*/ 36 w 146"/>
                <a:gd name="T95" fmla="*/ 83 h 123"/>
                <a:gd name="T96" fmla="*/ 39 w 146"/>
                <a:gd name="T97" fmla="*/ 82 h 123"/>
                <a:gd name="T98" fmla="*/ 44 w 146"/>
                <a:gd name="T99" fmla="*/ 82 h 123"/>
                <a:gd name="T100" fmla="*/ 52 w 146"/>
                <a:gd name="T101" fmla="*/ 93 h 123"/>
                <a:gd name="T102" fmla="*/ 56 w 146"/>
                <a:gd name="T103" fmla="*/ 100 h 123"/>
                <a:gd name="T104" fmla="*/ 65 w 146"/>
                <a:gd name="T105" fmla="*/ 105 h 123"/>
                <a:gd name="T106" fmla="*/ 82 w 146"/>
                <a:gd name="T107" fmla="*/ 111 h 123"/>
                <a:gd name="T108" fmla="*/ 93 w 146"/>
                <a:gd name="T109" fmla="*/ 108 h 123"/>
                <a:gd name="T110" fmla="*/ 99 w 146"/>
                <a:gd name="T111" fmla="*/ 118 h 123"/>
                <a:gd name="T112" fmla="*/ 125 w 146"/>
                <a:gd name="T113" fmla="*/ 122 h 123"/>
                <a:gd name="T114" fmla="*/ 133 w 146"/>
                <a:gd name="T115" fmla="*/ 123 h 123"/>
                <a:gd name="T116" fmla="*/ 132 w 146"/>
                <a:gd name="T117" fmla="*/ 121 h 123"/>
                <a:gd name="T118" fmla="*/ 137 w 146"/>
                <a:gd name="T119" fmla="*/ 114 h 123"/>
                <a:gd name="T120" fmla="*/ 144 w 146"/>
                <a:gd name="T121" fmla="*/ 112 h 123"/>
                <a:gd name="T122" fmla="*/ 142 w 146"/>
                <a:gd name="T123" fmla="*/ 106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6" h="123">
                  <a:moveTo>
                    <a:pt x="142" y="106"/>
                  </a:moveTo>
                  <a:cubicBezTo>
                    <a:pt x="140" y="105"/>
                    <a:pt x="142" y="99"/>
                    <a:pt x="139" y="98"/>
                  </a:cubicBezTo>
                  <a:cubicBezTo>
                    <a:pt x="135" y="96"/>
                    <a:pt x="132" y="94"/>
                    <a:pt x="131" y="91"/>
                  </a:cubicBezTo>
                  <a:cubicBezTo>
                    <a:pt x="130" y="89"/>
                    <a:pt x="126" y="87"/>
                    <a:pt x="126" y="85"/>
                  </a:cubicBezTo>
                  <a:cubicBezTo>
                    <a:pt x="126" y="83"/>
                    <a:pt x="135" y="78"/>
                    <a:pt x="134" y="75"/>
                  </a:cubicBezTo>
                  <a:cubicBezTo>
                    <a:pt x="132" y="71"/>
                    <a:pt x="127" y="72"/>
                    <a:pt x="126" y="71"/>
                  </a:cubicBezTo>
                  <a:cubicBezTo>
                    <a:pt x="126" y="70"/>
                    <a:pt x="127" y="66"/>
                    <a:pt x="125" y="62"/>
                  </a:cubicBezTo>
                  <a:cubicBezTo>
                    <a:pt x="124" y="59"/>
                    <a:pt x="126" y="56"/>
                    <a:pt x="125" y="54"/>
                  </a:cubicBezTo>
                  <a:cubicBezTo>
                    <a:pt x="124" y="53"/>
                    <a:pt x="126" y="49"/>
                    <a:pt x="126" y="48"/>
                  </a:cubicBezTo>
                  <a:cubicBezTo>
                    <a:pt x="126" y="47"/>
                    <a:pt x="129" y="45"/>
                    <a:pt x="129" y="42"/>
                  </a:cubicBezTo>
                  <a:cubicBezTo>
                    <a:pt x="129" y="40"/>
                    <a:pt x="130" y="39"/>
                    <a:pt x="131" y="39"/>
                  </a:cubicBezTo>
                  <a:cubicBezTo>
                    <a:pt x="130" y="36"/>
                    <a:pt x="129" y="31"/>
                    <a:pt x="129" y="30"/>
                  </a:cubicBezTo>
                  <a:cubicBezTo>
                    <a:pt x="129" y="29"/>
                    <a:pt x="126" y="29"/>
                    <a:pt x="124" y="29"/>
                  </a:cubicBezTo>
                  <a:cubicBezTo>
                    <a:pt x="122" y="29"/>
                    <a:pt x="121" y="25"/>
                    <a:pt x="119" y="25"/>
                  </a:cubicBezTo>
                  <a:cubicBezTo>
                    <a:pt x="117" y="25"/>
                    <a:pt x="116" y="24"/>
                    <a:pt x="116" y="22"/>
                  </a:cubicBezTo>
                  <a:cubicBezTo>
                    <a:pt x="116" y="21"/>
                    <a:pt x="112" y="20"/>
                    <a:pt x="109" y="20"/>
                  </a:cubicBezTo>
                  <a:cubicBezTo>
                    <a:pt x="107" y="20"/>
                    <a:pt x="107" y="19"/>
                    <a:pt x="106" y="19"/>
                  </a:cubicBezTo>
                  <a:cubicBezTo>
                    <a:pt x="105" y="19"/>
                    <a:pt x="102" y="17"/>
                    <a:pt x="100" y="16"/>
                  </a:cubicBezTo>
                  <a:cubicBezTo>
                    <a:pt x="99" y="15"/>
                    <a:pt x="93" y="14"/>
                    <a:pt x="92" y="16"/>
                  </a:cubicBezTo>
                  <a:cubicBezTo>
                    <a:pt x="91" y="17"/>
                    <a:pt x="89" y="17"/>
                    <a:pt x="87" y="17"/>
                  </a:cubicBezTo>
                  <a:cubicBezTo>
                    <a:pt x="85" y="17"/>
                    <a:pt x="81" y="20"/>
                    <a:pt x="80" y="21"/>
                  </a:cubicBezTo>
                  <a:cubicBezTo>
                    <a:pt x="80" y="22"/>
                    <a:pt x="76" y="22"/>
                    <a:pt x="74" y="22"/>
                  </a:cubicBezTo>
                  <a:cubicBezTo>
                    <a:pt x="74" y="24"/>
                    <a:pt x="74" y="26"/>
                    <a:pt x="74" y="26"/>
                  </a:cubicBezTo>
                  <a:cubicBezTo>
                    <a:pt x="73" y="28"/>
                    <a:pt x="64" y="29"/>
                    <a:pt x="58" y="30"/>
                  </a:cubicBezTo>
                  <a:cubicBezTo>
                    <a:pt x="52" y="30"/>
                    <a:pt x="51" y="22"/>
                    <a:pt x="44" y="22"/>
                  </a:cubicBezTo>
                  <a:cubicBezTo>
                    <a:pt x="40" y="22"/>
                    <a:pt x="36" y="17"/>
                    <a:pt x="36" y="13"/>
                  </a:cubicBezTo>
                  <a:cubicBezTo>
                    <a:pt x="33" y="12"/>
                    <a:pt x="30" y="10"/>
                    <a:pt x="30" y="9"/>
                  </a:cubicBezTo>
                  <a:cubicBezTo>
                    <a:pt x="31" y="8"/>
                    <a:pt x="32" y="1"/>
                    <a:pt x="29" y="2"/>
                  </a:cubicBezTo>
                  <a:cubicBezTo>
                    <a:pt x="25" y="4"/>
                    <a:pt x="20" y="10"/>
                    <a:pt x="14" y="9"/>
                  </a:cubicBezTo>
                  <a:cubicBezTo>
                    <a:pt x="8" y="8"/>
                    <a:pt x="12" y="7"/>
                    <a:pt x="9" y="6"/>
                  </a:cubicBezTo>
                  <a:cubicBezTo>
                    <a:pt x="6" y="4"/>
                    <a:pt x="8" y="1"/>
                    <a:pt x="5" y="0"/>
                  </a:cubicBezTo>
                  <a:cubicBezTo>
                    <a:pt x="1" y="0"/>
                    <a:pt x="4" y="4"/>
                    <a:pt x="2" y="4"/>
                  </a:cubicBezTo>
                  <a:cubicBezTo>
                    <a:pt x="0" y="4"/>
                    <a:pt x="2" y="9"/>
                    <a:pt x="2" y="10"/>
                  </a:cubicBezTo>
                  <a:cubicBezTo>
                    <a:pt x="3" y="11"/>
                    <a:pt x="1" y="18"/>
                    <a:pt x="2" y="18"/>
                  </a:cubicBezTo>
                  <a:cubicBezTo>
                    <a:pt x="4" y="18"/>
                    <a:pt x="6" y="23"/>
                    <a:pt x="6" y="24"/>
                  </a:cubicBezTo>
                  <a:cubicBezTo>
                    <a:pt x="6" y="25"/>
                    <a:pt x="8" y="28"/>
                    <a:pt x="8" y="30"/>
                  </a:cubicBezTo>
                  <a:cubicBezTo>
                    <a:pt x="8" y="32"/>
                    <a:pt x="11" y="34"/>
                    <a:pt x="13" y="34"/>
                  </a:cubicBezTo>
                  <a:cubicBezTo>
                    <a:pt x="14" y="34"/>
                    <a:pt x="16" y="35"/>
                    <a:pt x="15" y="37"/>
                  </a:cubicBezTo>
                  <a:cubicBezTo>
                    <a:pt x="15" y="38"/>
                    <a:pt x="16" y="41"/>
                    <a:pt x="15" y="41"/>
                  </a:cubicBezTo>
                  <a:cubicBezTo>
                    <a:pt x="13" y="41"/>
                    <a:pt x="13" y="46"/>
                    <a:pt x="12" y="47"/>
                  </a:cubicBezTo>
                  <a:cubicBezTo>
                    <a:pt x="10" y="48"/>
                    <a:pt x="11" y="53"/>
                    <a:pt x="13" y="54"/>
                  </a:cubicBezTo>
                  <a:cubicBezTo>
                    <a:pt x="14" y="54"/>
                    <a:pt x="16" y="56"/>
                    <a:pt x="16" y="58"/>
                  </a:cubicBezTo>
                  <a:cubicBezTo>
                    <a:pt x="16" y="60"/>
                    <a:pt x="22" y="63"/>
                    <a:pt x="24" y="63"/>
                  </a:cubicBezTo>
                  <a:cubicBezTo>
                    <a:pt x="26" y="63"/>
                    <a:pt x="26" y="66"/>
                    <a:pt x="28" y="68"/>
                  </a:cubicBezTo>
                  <a:cubicBezTo>
                    <a:pt x="29" y="69"/>
                    <a:pt x="27" y="71"/>
                    <a:pt x="27" y="73"/>
                  </a:cubicBezTo>
                  <a:cubicBezTo>
                    <a:pt x="27" y="74"/>
                    <a:pt x="30" y="75"/>
                    <a:pt x="30" y="77"/>
                  </a:cubicBezTo>
                  <a:cubicBezTo>
                    <a:pt x="30" y="79"/>
                    <a:pt x="32" y="81"/>
                    <a:pt x="34" y="83"/>
                  </a:cubicBezTo>
                  <a:cubicBezTo>
                    <a:pt x="35" y="83"/>
                    <a:pt x="35" y="83"/>
                    <a:pt x="36" y="83"/>
                  </a:cubicBezTo>
                  <a:cubicBezTo>
                    <a:pt x="38" y="83"/>
                    <a:pt x="37" y="81"/>
                    <a:pt x="39" y="82"/>
                  </a:cubicBezTo>
                  <a:cubicBezTo>
                    <a:pt x="41" y="83"/>
                    <a:pt x="43" y="82"/>
                    <a:pt x="44" y="82"/>
                  </a:cubicBezTo>
                  <a:cubicBezTo>
                    <a:pt x="46" y="82"/>
                    <a:pt x="50" y="90"/>
                    <a:pt x="52" y="93"/>
                  </a:cubicBezTo>
                  <a:cubicBezTo>
                    <a:pt x="54" y="97"/>
                    <a:pt x="53" y="99"/>
                    <a:pt x="56" y="100"/>
                  </a:cubicBezTo>
                  <a:cubicBezTo>
                    <a:pt x="58" y="102"/>
                    <a:pt x="61" y="101"/>
                    <a:pt x="65" y="105"/>
                  </a:cubicBezTo>
                  <a:cubicBezTo>
                    <a:pt x="68" y="108"/>
                    <a:pt x="78" y="111"/>
                    <a:pt x="82" y="111"/>
                  </a:cubicBezTo>
                  <a:cubicBezTo>
                    <a:pt x="86" y="111"/>
                    <a:pt x="88" y="107"/>
                    <a:pt x="93" y="108"/>
                  </a:cubicBezTo>
                  <a:cubicBezTo>
                    <a:pt x="99" y="109"/>
                    <a:pt x="97" y="115"/>
                    <a:pt x="99" y="118"/>
                  </a:cubicBezTo>
                  <a:cubicBezTo>
                    <a:pt x="101" y="120"/>
                    <a:pt x="121" y="121"/>
                    <a:pt x="125" y="122"/>
                  </a:cubicBezTo>
                  <a:cubicBezTo>
                    <a:pt x="126" y="123"/>
                    <a:pt x="129" y="123"/>
                    <a:pt x="133" y="123"/>
                  </a:cubicBezTo>
                  <a:cubicBezTo>
                    <a:pt x="133" y="122"/>
                    <a:pt x="132" y="122"/>
                    <a:pt x="132" y="121"/>
                  </a:cubicBezTo>
                  <a:cubicBezTo>
                    <a:pt x="132" y="118"/>
                    <a:pt x="135" y="115"/>
                    <a:pt x="137" y="114"/>
                  </a:cubicBezTo>
                  <a:cubicBezTo>
                    <a:pt x="139" y="112"/>
                    <a:pt x="141" y="112"/>
                    <a:pt x="144" y="112"/>
                  </a:cubicBezTo>
                  <a:cubicBezTo>
                    <a:pt x="146" y="111"/>
                    <a:pt x="144" y="107"/>
                    <a:pt x="142" y="10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4" name="Freeform 1570">
              <a:extLst>
                <a:ext uri="{FF2B5EF4-FFF2-40B4-BE49-F238E27FC236}">
                  <a16:creationId xmlns:a16="http://schemas.microsoft.com/office/drawing/2014/main" id="{7441BFE1-DC10-E036-95B8-9508744003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964229" y="2579559"/>
              <a:ext cx="1122274" cy="528610"/>
            </a:xfrm>
            <a:custGeom>
              <a:avLst/>
              <a:gdLst>
                <a:gd name="T0" fmla="*/ 206 w 299"/>
                <a:gd name="T1" fmla="*/ 101 h 141"/>
                <a:gd name="T2" fmla="*/ 243 w 299"/>
                <a:gd name="T3" fmla="*/ 85 h 141"/>
                <a:gd name="T4" fmla="*/ 102 w 299"/>
                <a:gd name="T5" fmla="*/ 86 h 141"/>
                <a:gd name="T6" fmla="*/ 295 w 299"/>
                <a:gd name="T7" fmla="*/ 57 h 141"/>
                <a:gd name="T8" fmla="*/ 284 w 299"/>
                <a:gd name="T9" fmla="*/ 52 h 141"/>
                <a:gd name="T10" fmla="*/ 267 w 299"/>
                <a:gd name="T11" fmla="*/ 47 h 141"/>
                <a:gd name="T12" fmla="*/ 250 w 299"/>
                <a:gd name="T13" fmla="*/ 46 h 141"/>
                <a:gd name="T14" fmla="*/ 227 w 299"/>
                <a:gd name="T15" fmla="*/ 12 h 141"/>
                <a:gd name="T16" fmla="*/ 207 w 299"/>
                <a:gd name="T17" fmla="*/ 18 h 141"/>
                <a:gd name="T18" fmla="*/ 201 w 299"/>
                <a:gd name="T19" fmla="*/ 14 h 141"/>
                <a:gd name="T20" fmla="*/ 192 w 299"/>
                <a:gd name="T21" fmla="*/ 11 h 141"/>
                <a:gd name="T22" fmla="*/ 185 w 299"/>
                <a:gd name="T23" fmla="*/ 4 h 141"/>
                <a:gd name="T24" fmla="*/ 166 w 299"/>
                <a:gd name="T25" fmla="*/ 3 h 141"/>
                <a:gd name="T26" fmla="*/ 137 w 299"/>
                <a:gd name="T27" fmla="*/ 10 h 141"/>
                <a:gd name="T28" fmla="*/ 111 w 299"/>
                <a:gd name="T29" fmla="*/ 14 h 141"/>
                <a:gd name="T30" fmla="*/ 110 w 299"/>
                <a:gd name="T31" fmla="*/ 25 h 141"/>
                <a:gd name="T32" fmla="*/ 106 w 299"/>
                <a:gd name="T33" fmla="*/ 38 h 141"/>
                <a:gd name="T34" fmla="*/ 109 w 299"/>
                <a:gd name="T35" fmla="*/ 47 h 141"/>
                <a:gd name="T36" fmla="*/ 97 w 299"/>
                <a:gd name="T37" fmla="*/ 46 h 141"/>
                <a:gd name="T38" fmla="*/ 80 w 299"/>
                <a:gd name="T39" fmla="*/ 43 h 141"/>
                <a:gd name="T40" fmla="*/ 62 w 299"/>
                <a:gd name="T41" fmla="*/ 46 h 141"/>
                <a:gd name="T42" fmla="*/ 46 w 299"/>
                <a:gd name="T43" fmla="*/ 37 h 141"/>
                <a:gd name="T44" fmla="*/ 31 w 299"/>
                <a:gd name="T45" fmla="*/ 39 h 141"/>
                <a:gd name="T46" fmla="*/ 17 w 299"/>
                <a:gd name="T47" fmla="*/ 50 h 141"/>
                <a:gd name="T48" fmla="*/ 6 w 299"/>
                <a:gd name="T49" fmla="*/ 53 h 141"/>
                <a:gd name="T50" fmla="*/ 2 w 299"/>
                <a:gd name="T51" fmla="*/ 63 h 141"/>
                <a:gd name="T52" fmla="*/ 6 w 299"/>
                <a:gd name="T53" fmla="*/ 74 h 141"/>
                <a:gd name="T54" fmla="*/ 17 w 299"/>
                <a:gd name="T55" fmla="*/ 84 h 141"/>
                <a:gd name="T56" fmla="*/ 22 w 299"/>
                <a:gd name="T57" fmla="*/ 88 h 141"/>
                <a:gd name="T58" fmla="*/ 50 w 299"/>
                <a:gd name="T59" fmla="*/ 96 h 141"/>
                <a:gd name="T60" fmla="*/ 32 w 299"/>
                <a:gd name="T61" fmla="*/ 105 h 141"/>
                <a:gd name="T62" fmla="*/ 37 w 299"/>
                <a:gd name="T63" fmla="*/ 118 h 141"/>
                <a:gd name="T64" fmla="*/ 48 w 299"/>
                <a:gd name="T65" fmla="*/ 134 h 141"/>
                <a:gd name="T66" fmla="*/ 65 w 299"/>
                <a:gd name="T67" fmla="*/ 132 h 141"/>
                <a:gd name="T68" fmla="*/ 90 w 299"/>
                <a:gd name="T69" fmla="*/ 95 h 141"/>
                <a:gd name="T70" fmla="*/ 100 w 299"/>
                <a:gd name="T71" fmla="*/ 91 h 141"/>
                <a:gd name="T72" fmla="*/ 115 w 299"/>
                <a:gd name="T73" fmla="*/ 114 h 141"/>
                <a:gd name="T74" fmla="*/ 145 w 299"/>
                <a:gd name="T75" fmla="*/ 118 h 141"/>
                <a:gd name="T76" fmla="*/ 157 w 299"/>
                <a:gd name="T77" fmla="*/ 135 h 141"/>
                <a:gd name="T78" fmla="*/ 174 w 299"/>
                <a:gd name="T79" fmla="*/ 132 h 141"/>
                <a:gd name="T80" fmla="*/ 185 w 299"/>
                <a:gd name="T81" fmla="*/ 122 h 141"/>
                <a:gd name="T82" fmla="*/ 209 w 299"/>
                <a:gd name="T83" fmla="*/ 118 h 141"/>
                <a:gd name="T84" fmla="*/ 245 w 299"/>
                <a:gd name="T85" fmla="*/ 124 h 141"/>
                <a:gd name="T86" fmla="*/ 255 w 299"/>
                <a:gd name="T87" fmla="*/ 117 h 141"/>
                <a:gd name="T88" fmla="*/ 255 w 299"/>
                <a:gd name="T89" fmla="*/ 100 h 141"/>
                <a:gd name="T90" fmla="*/ 267 w 299"/>
                <a:gd name="T91" fmla="*/ 97 h 141"/>
                <a:gd name="T92" fmla="*/ 283 w 299"/>
                <a:gd name="T93" fmla="*/ 83 h 141"/>
                <a:gd name="T94" fmla="*/ 294 w 299"/>
                <a:gd name="T95" fmla="*/ 69 h 141"/>
                <a:gd name="T96" fmla="*/ 298 w 299"/>
                <a:gd name="T97" fmla="*/ 5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9" h="141">
                  <a:moveTo>
                    <a:pt x="235" y="88"/>
                  </a:moveTo>
                  <a:cubicBezTo>
                    <a:pt x="229" y="88"/>
                    <a:pt x="216" y="85"/>
                    <a:pt x="210" y="91"/>
                  </a:cubicBezTo>
                  <a:cubicBezTo>
                    <a:pt x="205" y="97"/>
                    <a:pt x="209" y="100"/>
                    <a:pt x="206" y="101"/>
                  </a:cubicBezTo>
                  <a:cubicBezTo>
                    <a:pt x="204" y="101"/>
                    <a:pt x="202" y="92"/>
                    <a:pt x="205" y="89"/>
                  </a:cubicBezTo>
                  <a:cubicBezTo>
                    <a:pt x="208" y="86"/>
                    <a:pt x="218" y="84"/>
                    <a:pt x="224" y="86"/>
                  </a:cubicBezTo>
                  <a:cubicBezTo>
                    <a:pt x="230" y="87"/>
                    <a:pt x="241" y="85"/>
                    <a:pt x="243" y="85"/>
                  </a:cubicBezTo>
                  <a:cubicBezTo>
                    <a:pt x="244" y="85"/>
                    <a:pt x="241" y="88"/>
                    <a:pt x="235" y="88"/>
                  </a:cubicBezTo>
                  <a:moveTo>
                    <a:pt x="112" y="89"/>
                  </a:moveTo>
                  <a:cubicBezTo>
                    <a:pt x="111" y="90"/>
                    <a:pt x="102" y="88"/>
                    <a:pt x="102" y="86"/>
                  </a:cubicBezTo>
                  <a:cubicBezTo>
                    <a:pt x="101" y="85"/>
                    <a:pt x="114" y="87"/>
                    <a:pt x="112" y="89"/>
                  </a:cubicBezTo>
                  <a:moveTo>
                    <a:pt x="298" y="57"/>
                  </a:moveTo>
                  <a:cubicBezTo>
                    <a:pt x="298" y="56"/>
                    <a:pt x="296" y="56"/>
                    <a:pt x="295" y="57"/>
                  </a:cubicBezTo>
                  <a:cubicBezTo>
                    <a:pt x="294" y="58"/>
                    <a:pt x="291" y="58"/>
                    <a:pt x="289" y="58"/>
                  </a:cubicBezTo>
                  <a:cubicBezTo>
                    <a:pt x="288" y="58"/>
                    <a:pt x="286" y="56"/>
                    <a:pt x="286" y="55"/>
                  </a:cubicBezTo>
                  <a:cubicBezTo>
                    <a:pt x="286" y="54"/>
                    <a:pt x="285" y="52"/>
                    <a:pt x="284" y="52"/>
                  </a:cubicBezTo>
                  <a:cubicBezTo>
                    <a:pt x="283" y="52"/>
                    <a:pt x="281" y="52"/>
                    <a:pt x="279" y="49"/>
                  </a:cubicBezTo>
                  <a:cubicBezTo>
                    <a:pt x="278" y="46"/>
                    <a:pt x="276" y="46"/>
                    <a:pt x="275" y="45"/>
                  </a:cubicBezTo>
                  <a:cubicBezTo>
                    <a:pt x="273" y="44"/>
                    <a:pt x="269" y="46"/>
                    <a:pt x="267" y="47"/>
                  </a:cubicBezTo>
                  <a:cubicBezTo>
                    <a:pt x="266" y="47"/>
                    <a:pt x="263" y="46"/>
                    <a:pt x="260" y="46"/>
                  </a:cubicBezTo>
                  <a:cubicBezTo>
                    <a:pt x="258" y="45"/>
                    <a:pt x="257" y="41"/>
                    <a:pt x="255" y="42"/>
                  </a:cubicBezTo>
                  <a:cubicBezTo>
                    <a:pt x="252" y="42"/>
                    <a:pt x="252" y="46"/>
                    <a:pt x="250" y="46"/>
                  </a:cubicBezTo>
                  <a:cubicBezTo>
                    <a:pt x="249" y="46"/>
                    <a:pt x="246" y="38"/>
                    <a:pt x="243" y="33"/>
                  </a:cubicBezTo>
                  <a:cubicBezTo>
                    <a:pt x="240" y="28"/>
                    <a:pt x="234" y="19"/>
                    <a:pt x="229" y="17"/>
                  </a:cubicBezTo>
                  <a:cubicBezTo>
                    <a:pt x="224" y="15"/>
                    <a:pt x="226" y="13"/>
                    <a:pt x="227" y="12"/>
                  </a:cubicBezTo>
                  <a:cubicBezTo>
                    <a:pt x="228" y="10"/>
                    <a:pt x="224" y="10"/>
                    <a:pt x="222" y="11"/>
                  </a:cubicBezTo>
                  <a:cubicBezTo>
                    <a:pt x="220" y="12"/>
                    <a:pt x="218" y="14"/>
                    <a:pt x="215" y="15"/>
                  </a:cubicBezTo>
                  <a:cubicBezTo>
                    <a:pt x="213" y="15"/>
                    <a:pt x="210" y="19"/>
                    <a:pt x="207" y="18"/>
                  </a:cubicBezTo>
                  <a:cubicBezTo>
                    <a:pt x="205" y="17"/>
                    <a:pt x="204" y="21"/>
                    <a:pt x="202" y="19"/>
                  </a:cubicBezTo>
                  <a:cubicBezTo>
                    <a:pt x="200" y="18"/>
                    <a:pt x="205" y="16"/>
                    <a:pt x="205" y="15"/>
                  </a:cubicBezTo>
                  <a:cubicBezTo>
                    <a:pt x="205" y="13"/>
                    <a:pt x="201" y="15"/>
                    <a:pt x="201" y="14"/>
                  </a:cubicBezTo>
                  <a:cubicBezTo>
                    <a:pt x="200" y="13"/>
                    <a:pt x="197" y="12"/>
                    <a:pt x="197" y="14"/>
                  </a:cubicBezTo>
                  <a:cubicBezTo>
                    <a:pt x="197" y="15"/>
                    <a:pt x="195" y="14"/>
                    <a:pt x="195" y="13"/>
                  </a:cubicBezTo>
                  <a:cubicBezTo>
                    <a:pt x="195" y="12"/>
                    <a:pt x="194" y="10"/>
                    <a:pt x="192" y="11"/>
                  </a:cubicBezTo>
                  <a:cubicBezTo>
                    <a:pt x="191" y="13"/>
                    <a:pt x="187" y="14"/>
                    <a:pt x="186" y="12"/>
                  </a:cubicBezTo>
                  <a:cubicBezTo>
                    <a:pt x="185" y="11"/>
                    <a:pt x="186" y="11"/>
                    <a:pt x="186" y="9"/>
                  </a:cubicBezTo>
                  <a:cubicBezTo>
                    <a:pt x="187" y="8"/>
                    <a:pt x="185" y="6"/>
                    <a:pt x="185" y="4"/>
                  </a:cubicBezTo>
                  <a:cubicBezTo>
                    <a:pt x="185" y="2"/>
                    <a:pt x="182" y="1"/>
                    <a:pt x="180" y="1"/>
                  </a:cubicBezTo>
                  <a:cubicBezTo>
                    <a:pt x="179" y="2"/>
                    <a:pt x="176" y="1"/>
                    <a:pt x="175" y="0"/>
                  </a:cubicBezTo>
                  <a:cubicBezTo>
                    <a:pt x="173" y="0"/>
                    <a:pt x="166" y="1"/>
                    <a:pt x="166" y="3"/>
                  </a:cubicBezTo>
                  <a:cubicBezTo>
                    <a:pt x="165" y="4"/>
                    <a:pt x="156" y="5"/>
                    <a:pt x="155" y="6"/>
                  </a:cubicBezTo>
                  <a:cubicBezTo>
                    <a:pt x="153" y="7"/>
                    <a:pt x="147" y="8"/>
                    <a:pt x="144" y="8"/>
                  </a:cubicBezTo>
                  <a:cubicBezTo>
                    <a:pt x="142" y="8"/>
                    <a:pt x="140" y="10"/>
                    <a:pt x="137" y="10"/>
                  </a:cubicBezTo>
                  <a:cubicBezTo>
                    <a:pt x="134" y="10"/>
                    <a:pt x="128" y="11"/>
                    <a:pt x="126" y="13"/>
                  </a:cubicBezTo>
                  <a:cubicBezTo>
                    <a:pt x="123" y="15"/>
                    <a:pt x="119" y="13"/>
                    <a:pt x="117" y="14"/>
                  </a:cubicBezTo>
                  <a:cubicBezTo>
                    <a:pt x="115" y="14"/>
                    <a:pt x="112" y="13"/>
                    <a:pt x="111" y="14"/>
                  </a:cubicBezTo>
                  <a:cubicBezTo>
                    <a:pt x="110" y="15"/>
                    <a:pt x="110" y="19"/>
                    <a:pt x="111" y="20"/>
                  </a:cubicBezTo>
                  <a:cubicBezTo>
                    <a:pt x="112" y="22"/>
                    <a:pt x="117" y="22"/>
                    <a:pt x="118" y="23"/>
                  </a:cubicBezTo>
                  <a:cubicBezTo>
                    <a:pt x="118" y="24"/>
                    <a:pt x="112" y="24"/>
                    <a:pt x="110" y="25"/>
                  </a:cubicBezTo>
                  <a:cubicBezTo>
                    <a:pt x="107" y="25"/>
                    <a:pt x="108" y="28"/>
                    <a:pt x="109" y="30"/>
                  </a:cubicBezTo>
                  <a:cubicBezTo>
                    <a:pt x="109" y="32"/>
                    <a:pt x="106" y="33"/>
                    <a:pt x="104" y="34"/>
                  </a:cubicBezTo>
                  <a:cubicBezTo>
                    <a:pt x="102" y="35"/>
                    <a:pt x="104" y="38"/>
                    <a:pt x="106" y="38"/>
                  </a:cubicBezTo>
                  <a:cubicBezTo>
                    <a:pt x="108" y="38"/>
                    <a:pt x="110" y="39"/>
                    <a:pt x="111" y="39"/>
                  </a:cubicBezTo>
                  <a:cubicBezTo>
                    <a:pt x="113" y="39"/>
                    <a:pt x="113" y="43"/>
                    <a:pt x="113" y="45"/>
                  </a:cubicBezTo>
                  <a:cubicBezTo>
                    <a:pt x="113" y="47"/>
                    <a:pt x="111" y="47"/>
                    <a:pt x="109" y="47"/>
                  </a:cubicBezTo>
                  <a:cubicBezTo>
                    <a:pt x="106" y="47"/>
                    <a:pt x="105" y="45"/>
                    <a:pt x="103" y="45"/>
                  </a:cubicBezTo>
                  <a:cubicBezTo>
                    <a:pt x="101" y="45"/>
                    <a:pt x="102" y="48"/>
                    <a:pt x="100" y="49"/>
                  </a:cubicBezTo>
                  <a:cubicBezTo>
                    <a:pt x="99" y="49"/>
                    <a:pt x="99" y="46"/>
                    <a:pt x="97" y="46"/>
                  </a:cubicBezTo>
                  <a:cubicBezTo>
                    <a:pt x="95" y="46"/>
                    <a:pt x="93" y="46"/>
                    <a:pt x="92" y="44"/>
                  </a:cubicBezTo>
                  <a:cubicBezTo>
                    <a:pt x="91" y="42"/>
                    <a:pt x="87" y="42"/>
                    <a:pt x="85" y="44"/>
                  </a:cubicBezTo>
                  <a:cubicBezTo>
                    <a:pt x="83" y="46"/>
                    <a:pt x="82" y="45"/>
                    <a:pt x="80" y="43"/>
                  </a:cubicBezTo>
                  <a:cubicBezTo>
                    <a:pt x="79" y="42"/>
                    <a:pt x="74" y="44"/>
                    <a:pt x="73" y="46"/>
                  </a:cubicBezTo>
                  <a:cubicBezTo>
                    <a:pt x="73" y="47"/>
                    <a:pt x="69" y="48"/>
                    <a:pt x="66" y="46"/>
                  </a:cubicBezTo>
                  <a:cubicBezTo>
                    <a:pt x="64" y="45"/>
                    <a:pt x="62" y="44"/>
                    <a:pt x="62" y="46"/>
                  </a:cubicBezTo>
                  <a:cubicBezTo>
                    <a:pt x="62" y="49"/>
                    <a:pt x="60" y="47"/>
                    <a:pt x="60" y="45"/>
                  </a:cubicBezTo>
                  <a:cubicBezTo>
                    <a:pt x="60" y="44"/>
                    <a:pt x="56" y="41"/>
                    <a:pt x="54" y="40"/>
                  </a:cubicBezTo>
                  <a:cubicBezTo>
                    <a:pt x="52" y="39"/>
                    <a:pt x="46" y="39"/>
                    <a:pt x="46" y="37"/>
                  </a:cubicBezTo>
                  <a:cubicBezTo>
                    <a:pt x="45" y="36"/>
                    <a:pt x="41" y="35"/>
                    <a:pt x="40" y="37"/>
                  </a:cubicBezTo>
                  <a:cubicBezTo>
                    <a:pt x="39" y="40"/>
                    <a:pt x="38" y="38"/>
                    <a:pt x="36" y="37"/>
                  </a:cubicBezTo>
                  <a:cubicBezTo>
                    <a:pt x="35" y="37"/>
                    <a:pt x="32" y="38"/>
                    <a:pt x="31" y="39"/>
                  </a:cubicBezTo>
                  <a:cubicBezTo>
                    <a:pt x="30" y="40"/>
                    <a:pt x="25" y="43"/>
                    <a:pt x="23" y="43"/>
                  </a:cubicBezTo>
                  <a:cubicBezTo>
                    <a:pt x="21" y="43"/>
                    <a:pt x="22" y="46"/>
                    <a:pt x="19" y="46"/>
                  </a:cubicBezTo>
                  <a:cubicBezTo>
                    <a:pt x="16" y="47"/>
                    <a:pt x="17" y="49"/>
                    <a:pt x="17" y="50"/>
                  </a:cubicBezTo>
                  <a:cubicBezTo>
                    <a:pt x="18" y="52"/>
                    <a:pt x="19" y="54"/>
                    <a:pt x="17" y="55"/>
                  </a:cubicBezTo>
                  <a:cubicBezTo>
                    <a:pt x="14" y="56"/>
                    <a:pt x="13" y="52"/>
                    <a:pt x="11" y="50"/>
                  </a:cubicBezTo>
                  <a:cubicBezTo>
                    <a:pt x="8" y="48"/>
                    <a:pt x="6" y="50"/>
                    <a:pt x="6" y="53"/>
                  </a:cubicBezTo>
                  <a:cubicBezTo>
                    <a:pt x="6" y="55"/>
                    <a:pt x="4" y="55"/>
                    <a:pt x="3" y="57"/>
                  </a:cubicBezTo>
                  <a:cubicBezTo>
                    <a:pt x="1" y="59"/>
                    <a:pt x="5" y="60"/>
                    <a:pt x="5" y="61"/>
                  </a:cubicBezTo>
                  <a:cubicBezTo>
                    <a:pt x="5" y="62"/>
                    <a:pt x="3" y="63"/>
                    <a:pt x="2" y="63"/>
                  </a:cubicBezTo>
                  <a:cubicBezTo>
                    <a:pt x="2" y="63"/>
                    <a:pt x="0" y="67"/>
                    <a:pt x="1" y="68"/>
                  </a:cubicBezTo>
                  <a:cubicBezTo>
                    <a:pt x="1" y="69"/>
                    <a:pt x="5" y="68"/>
                    <a:pt x="5" y="71"/>
                  </a:cubicBezTo>
                  <a:cubicBezTo>
                    <a:pt x="5" y="73"/>
                    <a:pt x="4" y="75"/>
                    <a:pt x="6" y="74"/>
                  </a:cubicBezTo>
                  <a:cubicBezTo>
                    <a:pt x="8" y="74"/>
                    <a:pt x="10" y="74"/>
                    <a:pt x="11" y="74"/>
                  </a:cubicBezTo>
                  <a:cubicBezTo>
                    <a:pt x="13" y="74"/>
                    <a:pt x="14" y="77"/>
                    <a:pt x="16" y="79"/>
                  </a:cubicBezTo>
                  <a:cubicBezTo>
                    <a:pt x="18" y="82"/>
                    <a:pt x="19" y="83"/>
                    <a:pt x="17" y="84"/>
                  </a:cubicBezTo>
                  <a:cubicBezTo>
                    <a:pt x="15" y="85"/>
                    <a:pt x="16" y="86"/>
                    <a:pt x="19" y="87"/>
                  </a:cubicBezTo>
                  <a:cubicBezTo>
                    <a:pt x="19" y="88"/>
                    <a:pt x="20" y="88"/>
                    <a:pt x="21" y="89"/>
                  </a:cubicBezTo>
                  <a:cubicBezTo>
                    <a:pt x="21" y="88"/>
                    <a:pt x="22" y="88"/>
                    <a:pt x="22" y="88"/>
                  </a:cubicBezTo>
                  <a:cubicBezTo>
                    <a:pt x="26" y="84"/>
                    <a:pt x="33" y="81"/>
                    <a:pt x="38" y="83"/>
                  </a:cubicBezTo>
                  <a:cubicBezTo>
                    <a:pt x="43" y="84"/>
                    <a:pt x="47" y="82"/>
                    <a:pt x="49" y="85"/>
                  </a:cubicBezTo>
                  <a:cubicBezTo>
                    <a:pt x="51" y="88"/>
                    <a:pt x="49" y="94"/>
                    <a:pt x="50" y="96"/>
                  </a:cubicBezTo>
                  <a:cubicBezTo>
                    <a:pt x="51" y="98"/>
                    <a:pt x="46" y="98"/>
                    <a:pt x="43" y="98"/>
                  </a:cubicBezTo>
                  <a:cubicBezTo>
                    <a:pt x="39" y="97"/>
                    <a:pt x="33" y="99"/>
                    <a:pt x="34" y="101"/>
                  </a:cubicBezTo>
                  <a:cubicBezTo>
                    <a:pt x="34" y="103"/>
                    <a:pt x="37" y="107"/>
                    <a:pt x="32" y="105"/>
                  </a:cubicBezTo>
                  <a:cubicBezTo>
                    <a:pt x="28" y="103"/>
                    <a:pt x="26" y="107"/>
                    <a:pt x="29" y="107"/>
                  </a:cubicBezTo>
                  <a:cubicBezTo>
                    <a:pt x="31" y="107"/>
                    <a:pt x="34" y="110"/>
                    <a:pt x="34" y="112"/>
                  </a:cubicBezTo>
                  <a:cubicBezTo>
                    <a:pt x="34" y="114"/>
                    <a:pt x="35" y="119"/>
                    <a:pt x="37" y="118"/>
                  </a:cubicBezTo>
                  <a:cubicBezTo>
                    <a:pt x="39" y="117"/>
                    <a:pt x="39" y="121"/>
                    <a:pt x="42" y="121"/>
                  </a:cubicBezTo>
                  <a:cubicBezTo>
                    <a:pt x="45" y="121"/>
                    <a:pt x="48" y="122"/>
                    <a:pt x="46" y="125"/>
                  </a:cubicBezTo>
                  <a:cubicBezTo>
                    <a:pt x="43" y="128"/>
                    <a:pt x="47" y="135"/>
                    <a:pt x="48" y="134"/>
                  </a:cubicBezTo>
                  <a:cubicBezTo>
                    <a:pt x="48" y="133"/>
                    <a:pt x="48" y="130"/>
                    <a:pt x="49" y="129"/>
                  </a:cubicBezTo>
                  <a:cubicBezTo>
                    <a:pt x="47" y="125"/>
                    <a:pt x="54" y="125"/>
                    <a:pt x="56" y="125"/>
                  </a:cubicBezTo>
                  <a:cubicBezTo>
                    <a:pt x="59" y="125"/>
                    <a:pt x="63" y="128"/>
                    <a:pt x="65" y="132"/>
                  </a:cubicBezTo>
                  <a:cubicBezTo>
                    <a:pt x="68" y="135"/>
                    <a:pt x="71" y="133"/>
                    <a:pt x="71" y="133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90" y="95"/>
                    <a:pt x="90" y="95"/>
                    <a:pt x="90" y="95"/>
                  </a:cubicBezTo>
                  <a:cubicBezTo>
                    <a:pt x="90" y="95"/>
                    <a:pt x="90" y="94"/>
                    <a:pt x="91" y="94"/>
                  </a:cubicBezTo>
                  <a:cubicBezTo>
                    <a:pt x="93" y="90"/>
                    <a:pt x="96" y="93"/>
                    <a:pt x="97" y="94"/>
                  </a:cubicBezTo>
                  <a:cubicBezTo>
                    <a:pt x="98" y="95"/>
                    <a:pt x="98" y="90"/>
                    <a:pt x="100" y="91"/>
                  </a:cubicBezTo>
                  <a:cubicBezTo>
                    <a:pt x="103" y="91"/>
                    <a:pt x="100" y="95"/>
                    <a:pt x="102" y="95"/>
                  </a:cubicBezTo>
                  <a:cubicBezTo>
                    <a:pt x="104" y="95"/>
                    <a:pt x="107" y="100"/>
                    <a:pt x="106" y="105"/>
                  </a:cubicBezTo>
                  <a:cubicBezTo>
                    <a:pt x="109" y="107"/>
                    <a:pt x="114" y="113"/>
                    <a:pt x="115" y="114"/>
                  </a:cubicBezTo>
                  <a:cubicBezTo>
                    <a:pt x="115" y="116"/>
                    <a:pt x="123" y="113"/>
                    <a:pt x="124" y="114"/>
                  </a:cubicBezTo>
                  <a:cubicBezTo>
                    <a:pt x="126" y="114"/>
                    <a:pt x="137" y="114"/>
                    <a:pt x="139" y="114"/>
                  </a:cubicBezTo>
                  <a:cubicBezTo>
                    <a:pt x="141" y="114"/>
                    <a:pt x="143" y="118"/>
                    <a:pt x="145" y="118"/>
                  </a:cubicBezTo>
                  <a:cubicBezTo>
                    <a:pt x="147" y="119"/>
                    <a:pt x="146" y="123"/>
                    <a:pt x="147" y="125"/>
                  </a:cubicBezTo>
                  <a:cubicBezTo>
                    <a:pt x="147" y="128"/>
                    <a:pt x="150" y="131"/>
                    <a:pt x="151" y="133"/>
                  </a:cubicBezTo>
                  <a:cubicBezTo>
                    <a:pt x="151" y="135"/>
                    <a:pt x="155" y="134"/>
                    <a:pt x="157" y="135"/>
                  </a:cubicBezTo>
                  <a:cubicBezTo>
                    <a:pt x="159" y="135"/>
                    <a:pt x="163" y="136"/>
                    <a:pt x="163" y="139"/>
                  </a:cubicBezTo>
                  <a:cubicBezTo>
                    <a:pt x="163" y="141"/>
                    <a:pt x="166" y="139"/>
                    <a:pt x="167" y="137"/>
                  </a:cubicBezTo>
                  <a:cubicBezTo>
                    <a:pt x="167" y="136"/>
                    <a:pt x="170" y="133"/>
                    <a:pt x="174" y="132"/>
                  </a:cubicBezTo>
                  <a:cubicBezTo>
                    <a:pt x="176" y="131"/>
                    <a:pt x="177" y="131"/>
                    <a:pt x="178" y="131"/>
                  </a:cubicBezTo>
                  <a:cubicBezTo>
                    <a:pt x="179" y="129"/>
                    <a:pt x="180" y="127"/>
                    <a:pt x="181" y="127"/>
                  </a:cubicBezTo>
                  <a:cubicBezTo>
                    <a:pt x="182" y="126"/>
                    <a:pt x="185" y="124"/>
                    <a:pt x="185" y="122"/>
                  </a:cubicBezTo>
                  <a:cubicBezTo>
                    <a:pt x="185" y="120"/>
                    <a:pt x="191" y="120"/>
                    <a:pt x="195" y="122"/>
                  </a:cubicBezTo>
                  <a:cubicBezTo>
                    <a:pt x="199" y="124"/>
                    <a:pt x="202" y="124"/>
                    <a:pt x="202" y="121"/>
                  </a:cubicBezTo>
                  <a:cubicBezTo>
                    <a:pt x="202" y="118"/>
                    <a:pt x="208" y="117"/>
                    <a:pt x="209" y="118"/>
                  </a:cubicBezTo>
                  <a:cubicBezTo>
                    <a:pt x="211" y="119"/>
                    <a:pt x="217" y="122"/>
                    <a:pt x="219" y="121"/>
                  </a:cubicBezTo>
                  <a:cubicBezTo>
                    <a:pt x="222" y="119"/>
                    <a:pt x="235" y="121"/>
                    <a:pt x="238" y="122"/>
                  </a:cubicBezTo>
                  <a:cubicBezTo>
                    <a:pt x="241" y="122"/>
                    <a:pt x="242" y="120"/>
                    <a:pt x="245" y="124"/>
                  </a:cubicBezTo>
                  <a:cubicBezTo>
                    <a:pt x="247" y="126"/>
                    <a:pt x="249" y="124"/>
                    <a:pt x="251" y="126"/>
                  </a:cubicBezTo>
                  <a:cubicBezTo>
                    <a:pt x="251" y="125"/>
                    <a:pt x="251" y="124"/>
                    <a:pt x="251" y="123"/>
                  </a:cubicBezTo>
                  <a:cubicBezTo>
                    <a:pt x="251" y="121"/>
                    <a:pt x="254" y="119"/>
                    <a:pt x="255" y="117"/>
                  </a:cubicBezTo>
                  <a:cubicBezTo>
                    <a:pt x="256" y="116"/>
                    <a:pt x="252" y="111"/>
                    <a:pt x="252" y="109"/>
                  </a:cubicBezTo>
                  <a:cubicBezTo>
                    <a:pt x="252" y="108"/>
                    <a:pt x="252" y="104"/>
                    <a:pt x="250" y="103"/>
                  </a:cubicBezTo>
                  <a:cubicBezTo>
                    <a:pt x="249" y="102"/>
                    <a:pt x="253" y="100"/>
                    <a:pt x="255" y="100"/>
                  </a:cubicBezTo>
                  <a:cubicBezTo>
                    <a:pt x="257" y="100"/>
                    <a:pt x="260" y="98"/>
                    <a:pt x="261" y="99"/>
                  </a:cubicBezTo>
                  <a:cubicBezTo>
                    <a:pt x="263" y="100"/>
                    <a:pt x="265" y="100"/>
                    <a:pt x="267" y="100"/>
                  </a:cubicBezTo>
                  <a:cubicBezTo>
                    <a:pt x="269" y="100"/>
                    <a:pt x="268" y="98"/>
                    <a:pt x="267" y="97"/>
                  </a:cubicBezTo>
                  <a:cubicBezTo>
                    <a:pt x="266" y="95"/>
                    <a:pt x="270" y="86"/>
                    <a:pt x="271" y="82"/>
                  </a:cubicBezTo>
                  <a:cubicBezTo>
                    <a:pt x="272" y="79"/>
                    <a:pt x="274" y="82"/>
                    <a:pt x="276" y="82"/>
                  </a:cubicBezTo>
                  <a:cubicBezTo>
                    <a:pt x="279" y="83"/>
                    <a:pt x="281" y="82"/>
                    <a:pt x="283" y="83"/>
                  </a:cubicBezTo>
                  <a:cubicBezTo>
                    <a:pt x="284" y="84"/>
                    <a:pt x="289" y="82"/>
                    <a:pt x="290" y="80"/>
                  </a:cubicBezTo>
                  <a:cubicBezTo>
                    <a:pt x="291" y="79"/>
                    <a:pt x="289" y="78"/>
                    <a:pt x="289" y="74"/>
                  </a:cubicBezTo>
                  <a:cubicBezTo>
                    <a:pt x="289" y="71"/>
                    <a:pt x="291" y="69"/>
                    <a:pt x="294" y="69"/>
                  </a:cubicBezTo>
                  <a:cubicBezTo>
                    <a:pt x="296" y="69"/>
                    <a:pt x="297" y="67"/>
                    <a:pt x="297" y="65"/>
                  </a:cubicBezTo>
                  <a:cubicBezTo>
                    <a:pt x="297" y="63"/>
                    <a:pt x="299" y="62"/>
                    <a:pt x="299" y="60"/>
                  </a:cubicBezTo>
                  <a:cubicBezTo>
                    <a:pt x="299" y="59"/>
                    <a:pt x="298" y="58"/>
                    <a:pt x="298" y="5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5" name="Freeform 1572">
              <a:extLst>
                <a:ext uri="{FF2B5EF4-FFF2-40B4-BE49-F238E27FC236}">
                  <a16:creationId xmlns:a16="http://schemas.microsoft.com/office/drawing/2014/main" id="{38BC2223-9690-8DD1-C600-92E6DC6404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29276" y="1282636"/>
              <a:ext cx="4698630" cy="1803310"/>
            </a:xfrm>
            <a:custGeom>
              <a:avLst/>
              <a:gdLst>
                <a:gd name="T0" fmla="*/ 269 w 1253"/>
                <a:gd name="T1" fmla="*/ 5 h 481"/>
                <a:gd name="T2" fmla="*/ 234 w 1253"/>
                <a:gd name="T3" fmla="*/ 150 h 481"/>
                <a:gd name="T4" fmla="*/ 345 w 1253"/>
                <a:gd name="T5" fmla="*/ 91 h 481"/>
                <a:gd name="T6" fmla="*/ 256 w 1253"/>
                <a:gd name="T7" fmla="*/ 128 h 481"/>
                <a:gd name="T8" fmla="*/ 1219 w 1253"/>
                <a:gd name="T9" fmla="*/ 223 h 481"/>
                <a:gd name="T10" fmla="*/ 1096 w 1253"/>
                <a:gd name="T11" fmla="*/ 190 h 481"/>
                <a:gd name="T12" fmla="*/ 971 w 1253"/>
                <a:gd name="T13" fmla="*/ 165 h 481"/>
                <a:gd name="T14" fmla="*/ 898 w 1253"/>
                <a:gd name="T15" fmla="*/ 139 h 481"/>
                <a:gd name="T16" fmla="*/ 827 w 1253"/>
                <a:gd name="T17" fmla="*/ 154 h 481"/>
                <a:gd name="T18" fmla="*/ 778 w 1253"/>
                <a:gd name="T19" fmla="*/ 129 h 481"/>
                <a:gd name="T20" fmla="*/ 683 w 1253"/>
                <a:gd name="T21" fmla="*/ 132 h 481"/>
                <a:gd name="T22" fmla="*/ 669 w 1253"/>
                <a:gd name="T23" fmla="*/ 112 h 481"/>
                <a:gd name="T24" fmla="*/ 632 w 1253"/>
                <a:gd name="T25" fmla="*/ 83 h 481"/>
                <a:gd name="T26" fmla="*/ 580 w 1253"/>
                <a:gd name="T27" fmla="*/ 89 h 481"/>
                <a:gd name="T28" fmla="*/ 501 w 1253"/>
                <a:gd name="T29" fmla="*/ 103 h 481"/>
                <a:gd name="T30" fmla="*/ 484 w 1253"/>
                <a:gd name="T31" fmla="*/ 125 h 481"/>
                <a:gd name="T32" fmla="*/ 429 w 1253"/>
                <a:gd name="T33" fmla="*/ 159 h 481"/>
                <a:gd name="T34" fmla="*/ 407 w 1253"/>
                <a:gd name="T35" fmla="*/ 188 h 481"/>
                <a:gd name="T36" fmla="*/ 391 w 1253"/>
                <a:gd name="T37" fmla="*/ 222 h 481"/>
                <a:gd name="T38" fmla="*/ 399 w 1253"/>
                <a:gd name="T39" fmla="*/ 197 h 481"/>
                <a:gd name="T40" fmla="*/ 353 w 1253"/>
                <a:gd name="T41" fmla="*/ 166 h 481"/>
                <a:gd name="T42" fmla="*/ 292 w 1253"/>
                <a:gd name="T43" fmla="*/ 177 h 481"/>
                <a:gd name="T44" fmla="*/ 254 w 1253"/>
                <a:gd name="T45" fmla="*/ 190 h 481"/>
                <a:gd name="T46" fmla="*/ 177 w 1253"/>
                <a:gd name="T47" fmla="*/ 193 h 481"/>
                <a:gd name="T48" fmla="*/ 144 w 1253"/>
                <a:gd name="T49" fmla="*/ 242 h 481"/>
                <a:gd name="T50" fmla="*/ 101 w 1253"/>
                <a:gd name="T51" fmla="*/ 219 h 481"/>
                <a:gd name="T52" fmla="*/ 104 w 1253"/>
                <a:gd name="T53" fmla="*/ 183 h 481"/>
                <a:gd name="T54" fmla="*/ 76 w 1253"/>
                <a:gd name="T55" fmla="*/ 205 h 481"/>
                <a:gd name="T56" fmla="*/ 60 w 1253"/>
                <a:gd name="T57" fmla="*/ 289 h 481"/>
                <a:gd name="T58" fmla="*/ 63 w 1253"/>
                <a:gd name="T59" fmla="*/ 337 h 481"/>
                <a:gd name="T60" fmla="*/ 98 w 1253"/>
                <a:gd name="T61" fmla="*/ 376 h 481"/>
                <a:gd name="T62" fmla="*/ 149 w 1253"/>
                <a:gd name="T63" fmla="*/ 410 h 481"/>
                <a:gd name="T64" fmla="*/ 147 w 1253"/>
                <a:gd name="T65" fmla="*/ 460 h 481"/>
                <a:gd name="T66" fmla="*/ 204 w 1253"/>
                <a:gd name="T67" fmla="*/ 443 h 481"/>
                <a:gd name="T68" fmla="*/ 213 w 1253"/>
                <a:gd name="T69" fmla="*/ 397 h 481"/>
                <a:gd name="T70" fmla="*/ 293 w 1253"/>
                <a:gd name="T71" fmla="*/ 393 h 481"/>
                <a:gd name="T72" fmla="*/ 333 w 1253"/>
                <a:gd name="T73" fmla="*/ 357 h 481"/>
                <a:gd name="T74" fmla="*/ 403 w 1253"/>
                <a:gd name="T75" fmla="*/ 365 h 481"/>
                <a:gd name="T76" fmla="*/ 491 w 1253"/>
                <a:gd name="T77" fmla="*/ 403 h 481"/>
                <a:gd name="T78" fmla="*/ 569 w 1253"/>
                <a:gd name="T79" fmla="*/ 399 h 481"/>
                <a:gd name="T80" fmla="*/ 629 w 1253"/>
                <a:gd name="T81" fmla="*/ 398 h 481"/>
                <a:gd name="T82" fmla="*/ 728 w 1253"/>
                <a:gd name="T83" fmla="*/ 390 h 481"/>
                <a:gd name="T84" fmla="*/ 804 w 1253"/>
                <a:gd name="T85" fmla="*/ 410 h 481"/>
                <a:gd name="T86" fmla="*/ 813 w 1253"/>
                <a:gd name="T87" fmla="*/ 467 h 481"/>
                <a:gd name="T88" fmla="*/ 882 w 1253"/>
                <a:gd name="T89" fmla="*/ 363 h 481"/>
                <a:gd name="T90" fmla="*/ 876 w 1253"/>
                <a:gd name="T91" fmla="*/ 326 h 481"/>
                <a:gd name="T92" fmla="*/ 978 w 1253"/>
                <a:gd name="T93" fmla="*/ 308 h 481"/>
                <a:gd name="T94" fmla="*/ 1049 w 1253"/>
                <a:gd name="T95" fmla="*/ 280 h 481"/>
                <a:gd name="T96" fmla="*/ 999 w 1253"/>
                <a:gd name="T97" fmla="*/ 375 h 481"/>
                <a:gd name="T98" fmla="*/ 1049 w 1253"/>
                <a:gd name="T99" fmla="*/ 326 h 481"/>
                <a:gd name="T100" fmla="*/ 1122 w 1253"/>
                <a:gd name="T101" fmla="*/ 285 h 481"/>
                <a:gd name="T102" fmla="*/ 1168 w 1253"/>
                <a:gd name="T103" fmla="*/ 244 h 481"/>
                <a:gd name="T104" fmla="*/ 1231 w 1253"/>
                <a:gd name="T105" fmla="*/ 248 h 481"/>
                <a:gd name="T106" fmla="*/ 673 w 1253"/>
                <a:gd name="T107" fmla="*/ 114 h 481"/>
                <a:gd name="T108" fmla="*/ 225 w 1253"/>
                <a:gd name="T109" fmla="*/ 187 h 481"/>
                <a:gd name="T110" fmla="*/ 900 w 1253"/>
                <a:gd name="T111" fmla="*/ 411 h 481"/>
                <a:gd name="T112" fmla="*/ 896 w 1253"/>
                <a:gd name="T113" fmla="*/ 108 h 481"/>
                <a:gd name="T114" fmla="*/ 925 w 1253"/>
                <a:gd name="T115" fmla="*/ 105 h 481"/>
                <a:gd name="T116" fmla="*/ 556 w 1253"/>
                <a:gd name="T117" fmla="*/ 5 h 481"/>
                <a:gd name="T118" fmla="*/ 580 w 1253"/>
                <a:gd name="T119" fmla="*/ 60 h 481"/>
                <a:gd name="T120" fmla="*/ 572 w 1253"/>
                <a:gd name="T121" fmla="*/ 28 h 481"/>
                <a:gd name="T122" fmla="*/ 9 w 1253"/>
                <a:gd name="T123" fmla="*/ 35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53" h="481">
                  <a:moveTo>
                    <a:pt x="282" y="11"/>
                  </a:moveTo>
                  <a:cubicBezTo>
                    <a:pt x="283" y="7"/>
                    <a:pt x="275" y="10"/>
                    <a:pt x="270" y="8"/>
                  </a:cubicBezTo>
                  <a:cubicBezTo>
                    <a:pt x="264" y="6"/>
                    <a:pt x="261" y="6"/>
                    <a:pt x="264" y="9"/>
                  </a:cubicBezTo>
                  <a:cubicBezTo>
                    <a:pt x="266" y="11"/>
                    <a:pt x="255" y="12"/>
                    <a:pt x="257" y="14"/>
                  </a:cubicBezTo>
                  <a:cubicBezTo>
                    <a:pt x="261" y="18"/>
                    <a:pt x="281" y="16"/>
                    <a:pt x="282" y="11"/>
                  </a:cubicBezTo>
                  <a:moveTo>
                    <a:pt x="317" y="15"/>
                  </a:moveTo>
                  <a:cubicBezTo>
                    <a:pt x="318" y="13"/>
                    <a:pt x="314" y="13"/>
                    <a:pt x="313" y="11"/>
                  </a:cubicBezTo>
                  <a:cubicBezTo>
                    <a:pt x="313" y="9"/>
                    <a:pt x="301" y="8"/>
                    <a:pt x="301" y="11"/>
                  </a:cubicBezTo>
                  <a:cubicBezTo>
                    <a:pt x="302" y="13"/>
                    <a:pt x="293" y="15"/>
                    <a:pt x="296" y="17"/>
                  </a:cubicBezTo>
                  <a:cubicBezTo>
                    <a:pt x="301" y="21"/>
                    <a:pt x="315" y="17"/>
                    <a:pt x="317" y="15"/>
                  </a:cubicBezTo>
                  <a:moveTo>
                    <a:pt x="278" y="7"/>
                  </a:moveTo>
                  <a:cubicBezTo>
                    <a:pt x="284" y="7"/>
                    <a:pt x="282" y="4"/>
                    <a:pt x="286" y="4"/>
                  </a:cubicBezTo>
                  <a:cubicBezTo>
                    <a:pt x="289" y="5"/>
                    <a:pt x="294" y="5"/>
                    <a:pt x="292" y="2"/>
                  </a:cubicBezTo>
                  <a:cubicBezTo>
                    <a:pt x="290" y="0"/>
                    <a:pt x="278" y="1"/>
                    <a:pt x="279" y="3"/>
                  </a:cubicBezTo>
                  <a:cubicBezTo>
                    <a:pt x="280" y="5"/>
                    <a:pt x="269" y="4"/>
                    <a:pt x="269" y="5"/>
                  </a:cubicBezTo>
                  <a:cubicBezTo>
                    <a:pt x="269" y="6"/>
                    <a:pt x="273" y="7"/>
                    <a:pt x="278" y="7"/>
                  </a:cubicBezTo>
                  <a:moveTo>
                    <a:pt x="252" y="22"/>
                  </a:moveTo>
                  <a:cubicBezTo>
                    <a:pt x="252" y="18"/>
                    <a:pt x="240" y="22"/>
                    <a:pt x="242" y="23"/>
                  </a:cubicBezTo>
                  <a:cubicBezTo>
                    <a:pt x="244" y="23"/>
                    <a:pt x="252" y="25"/>
                    <a:pt x="252" y="22"/>
                  </a:cubicBezTo>
                  <a:moveTo>
                    <a:pt x="280" y="19"/>
                  </a:moveTo>
                  <a:cubicBezTo>
                    <a:pt x="280" y="21"/>
                    <a:pt x="278" y="21"/>
                    <a:pt x="274" y="21"/>
                  </a:cubicBezTo>
                  <a:cubicBezTo>
                    <a:pt x="270" y="21"/>
                    <a:pt x="268" y="23"/>
                    <a:pt x="270" y="25"/>
                  </a:cubicBezTo>
                  <a:cubicBezTo>
                    <a:pt x="272" y="27"/>
                    <a:pt x="284" y="26"/>
                    <a:pt x="286" y="24"/>
                  </a:cubicBezTo>
                  <a:cubicBezTo>
                    <a:pt x="288" y="21"/>
                    <a:pt x="293" y="23"/>
                    <a:pt x="294" y="21"/>
                  </a:cubicBezTo>
                  <a:cubicBezTo>
                    <a:pt x="295" y="18"/>
                    <a:pt x="279" y="17"/>
                    <a:pt x="280" y="19"/>
                  </a:cubicBezTo>
                  <a:moveTo>
                    <a:pt x="250" y="132"/>
                  </a:moveTo>
                  <a:cubicBezTo>
                    <a:pt x="250" y="134"/>
                    <a:pt x="249" y="135"/>
                    <a:pt x="245" y="135"/>
                  </a:cubicBezTo>
                  <a:cubicBezTo>
                    <a:pt x="241" y="135"/>
                    <a:pt x="247" y="138"/>
                    <a:pt x="247" y="140"/>
                  </a:cubicBezTo>
                  <a:cubicBezTo>
                    <a:pt x="247" y="143"/>
                    <a:pt x="243" y="141"/>
                    <a:pt x="243" y="145"/>
                  </a:cubicBezTo>
                  <a:cubicBezTo>
                    <a:pt x="242" y="148"/>
                    <a:pt x="235" y="145"/>
                    <a:pt x="234" y="150"/>
                  </a:cubicBezTo>
                  <a:cubicBezTo>
                    <a:pt x="232" y="154"/>
                    <a:pt x="237" y="154"/>
                    <a:pt x="241" y="154"/>
                  </a:cubicBezTo>
                  <a:cubicBezTo>
                    <a:pt x="244" y="154"/>
                    <a:pt x="240" y="157"/>
                    <a:pt x="242" y="159"/>
                  </a:cubicBezTo>
                  <a:cubicBezTo>
                    <a:pt x="245" y="161"/>
                    <a:pt x="247" y="161"/>
                    <a:pt x="245" y="157"/>
                  </a:cubicBezTo>
                  <a:cubicBezTo>
                    <a:pt x="243" y="153"/>
                    <a:pt x="254" y="158"/>
                    <a:pt x="251" y="161"/>
                  </a:cubicBezTo>
                  <a:cubicBezTo>
                    <a:pt x="248" y="164"/>
                    <a:pt x="256" y="166"/>
                    <a:pt x="260" y="166"/>
                  </a:cubicBezTo>
                  <a:cubicBezTo>
                    <a:pt x="264" y="166"/>
                    <a:pt x="279" y="170"/>
                    <a:pt x="279" y="166"/>
                  </a:cubicBezTo>
                  <a:cubicBezTo>
                    <a:pt x="280" y="164"/>
                    <a:pt x="274" y="162"/>
                    <a:pt x="269" y="157"/>
                  </a:cubicBezTo>
                  <a:cubicBezTo>
                    <a:pt x="265" y="153"/>
                    <a:pt x="262" y="145"/>
                    <a:pt x="267" y="141"/>
                  </a:cubicBezTo>
                  <a:cubicBezTo>
                    <a:pt x="272" y="138"/>
                    <a:pt x="267" y="137"/>
                    <a:pt x="273" y="133"/>
                  </a:cubicBezTo>
                  <a:cubicBezTo>
                    <a:pt x="278" y="129"/>
                    <a:pt x="275" y="126"/>
                    <a:pt x="279" y="125"/>
                  </a:cubicBezTo>
                  <a:cubicBezTo>
                    <a:pt x="283" y="125"/>
                    <a:pt x="279" y="121"/>
                    <a:pt x="283" y="120"/>
                  </a:cubicBezTo>
                  <a:cubicBezTo>
                    <a:pt x="287" y="120"/>
                    <a:pt x="288" y="115"/>
                    <a:pt x="288" y="113"/>
                  </a:cubicBezTo>
                  <a:cubicBezTo>
                    <a:pt x="287" y="112"/>
                    <a:pt x="292" y="113"/>
                    <a:pt x="295" y="111"/>
                  </a:cubicBezTo>
                  <a:cubicBezTo>
                    <a:pt x="297" y="108"/>
                    <a:pt x="303" y="110"/>
                    <a:pt x="304" y="106"/>
                  </a:cubicBezTo>
                  <a:cubicBezTo>
                    <a:pt x="306" y="103"/>
                    <a:pt x="331" y="94"/>
                    <a:pt x="345" y="91"/>
                  </a:cubicBezTo>
                  <a:cubicBezTo>
                    <a:pt x="359" y="88"/>
                    <a:pt x="369" y="82"/>
                    <a:pt x="364" y="78"/>
                  </a:cubicBezTo>
                  <a:cubicBezTo>
                    <a:pt x="359" y="74"/>
                    <a:pt x="345" y="79"/>
                    <a:pt x="341" y="82"/>
                  </a:cubicBezTo>
                  <a:cubicBezTo>
                    <a:pt x="338" y="85"/>
                    <a:pt x="333" y="83"/>
                    <a:pt x="329" y="85"/>
                  </a:cubicBezTo>
                  <a:cubicBezTo>
                    <a:pt x="326" y="87"/>
                    <a:pt x="319" y="89"/>
                    <a:pt x="315" y="86"/>
                  </a:cubicBezTo>
                  <a:cubicBezTo>
                    <a:pt x="311" y="84"/>
                    <a:pt x="307" y="89"/>
                    <a:pt x="304" y="89"/>
                  </a:cubicBezTo>
                  <a:cubicBezTo>
                    <a:pt x="301" y="89"/>
                    <a:pt x="298" y="92"/>
                    <a:pt x="295" y="92"/>
                  </a:cubicBezTo>
                  <a:cubicBezTo>
                    <a:pt x="292" y="91"/>
                    <a:pt x="286" y="94"/>
                    <a:pt x="285" y="96"/>
                  </a:cubicBezTo>
                  <a:cubicBezTo>
                    <a:pt x="285" y="97"/>
                    <a:pt x="280" y="97"/>
                    <a:pt x="280" y="99"/>
                  </a:cubicBezTo>
                  <a:cubicBezTo>
                    <a:pt x="280" y="101"/>
                    <a:pt x="276" y="103"/>
                    <a:pt x="273" y="101"/>
                  </a:cubicBezTo>
                  <a:cubicBezTo>
                    <a:pt x="271" y="99"/>
                    <a:pt x="269" y="103"/>
                    <a:pt x="272" y="106"/>
                  </a:cubicBezTo>
                  <a:cubicBezTo>
                    <a:pt x="275" y="109"/>
                    <a:pt x="266" y="109"/>
                    <a:pt x="268" y="111"/>
                  </a:cubicBezTo>
                  <a:cubicBezTo>
                    <a:pt x="269" y="113"/>
                    <a:pt x="264" y="114"/>
                    <a:pt x="265" y="116"/>
                  </a:cubicBezTo>
                  <a:cubicBezTo>
                    <a:pt x="267" y="118"/>
                    <a:pt x="262" y="118"/>
                    <a:pt x="259" y="119"/>
                  </a:cubicBezTo>
                  <a:cubicBezTo>
                    <a:pt x="256" y="120"/>
                    <a:pt x="254" y="124"/>
                    <a:pt x="258" y="124"/>
                  </a:cubicBezTo>
                  <a:cubicBezTo>
                    <a:pt x="262" y="125"/>
                    <a:pt x="256" y="125"/>
                    <a:pt x="256" y="128"/>
                  </a:cubicBezTo>
                  <a:cubicBezTo>
                    <a:pt x="257" y="132"/>
                    <a:pt x="250" y="130"/>
                    <a:pt x="250" y="132"/>
                  </a:cubicBezTo>
                  <a:moveTo>
                    <a:pt x="646" y="369"/>
                  </a:moveTo>
                  <a:cubicBezTo>
                    <a:pt x="640" y="375"/>
                    <a:pt x="627" y="376"/>
                    <a:pt x="627" y="381"/>
                  </a:cubicBezTo>
                  <a:cubicBezTo>
                    <a:pt x="627" y="385"/>
                    <a:pt x="612" y="387"/>
                    <a:pt x="611" y="386"/>
                  </a:cubicBezTo>
                  <a:cubicBezTo>
                    <a:pt x="610" y="384"/>
                    <a:pt x="622" y="383"/>
                    <a:pt x="625" y="377"/>
                  </a:cubicBezTo>
                  <a:cubicBezTo>
                    <a:pt x="628" y="370"/>
                    <a:pt x="639" y="367"/>
                    <a:pt x="645" y="358"/>
                  </a:cubicBezTo>
                  <a:cubicBezTo>
                    <a:pt x="648" y="352"/>
                    <a:pt x="652" y="343"/>
                    <a:pt x="654" y="343"/>
                  </a:cubicBezTo>
                  <a:cubicBezTo>
                    <a:pt x="656" y="344"/>
                    <a:pt x="652" y="364"/>
                    <a:pt x="646" y="369"/>
                  </a:cubicBezTo>
                  <a:moveTo>
                    <a:pt x="1251" y="227"/>
                  </a:moveTo>
                  <a:cubicBezTo>
                    <a:pt x="1248" y="226"/>
                    <a:pt x="1241" y="222"/>
                    <a:pt x="1240" y="219"/>
                  </a:cubicBezTo>
                  <a:cubicBezTo>
                    <a:pt x="1238" y="217"/>
                    <a:pt x="1230" y="215"/>
                    <a:pt x="1230" y="217"/>
                  </a:cubicBezTo>
                  <a:cubicBezTo>
                    <a:pt x="1230" y="218"/>
                    <a:pt x="1227" y="216"/>
                    <a:pt x="1226" y="215"/>
                  </a:cubicBezTo>
                  <a:cubicBezTo>
                    <a:pt x="1226" y="214"/>
                    <a:pt x="1217" y="213"/>
                    <a:pt x="1217" y="215"/>
                  </a:cubicBezTo>
                  <a:cubicBezTo>
                    <a:pt x="1217" y="216"/>
                    <a:pt x="1219" y="217"/>
                    <a:pt x="1220" y="218"/>
                  </a:cubicBezTo>
                  <a:cubicBezTo>
                    <a:pt x="1221" y="220"/>
                    <a:pt x="1218" y="221"/>
                    <a:pt x="1219" y="223"/>
                  </a:cubicBezTo>
                  <a:cubicBezTo>
                    <a:pt x="1220" y="225"/>
                    <a:pt x="1216" y="222"/>
                    <a:pt x="1214" y="221"/>
                  </a:cubicBezTo>
                  <a:cubicBezTo>
                    <a:pt x="1213" y="220"/>
                    <a:pt x="1214" y="216"/>
                    <a:pt x="1214" y="213"/>
                  </a:cubicBezTo>
                  <a:cubicBezTo>
                    <a:pt x="1214" y="211"/>
                    <a:pt x="1211" y="212"/>
                    <a:pt x="1211" y="210"/>
                  </a:cubicBezTo>
                  <a:cubicBezTo>
                    <a:pt x="1211" y="207"/>
                    <a:pt x="1201" y="203"/>
                    <a:pt x="1197" y="201"/>
                  </a:cubicBezTo>
                  <a:cubicBezTo>
                    <a:pt x="1193" y="199"/>
                    <a:pt x="1188" y="198"/>
                    <a:pt x="1186" y="196"/>
                  </a:cubicBezTo>
                  <a:cubicBezTo>
                    <a:pt x="1185" y="194"/>
                    <a:pt x="1177" y="193"/>
                    <a:pt x="1175" y="190"/>
                  </a:cubicBezTo>
                  <a:cubicBezTo>
                    <a:pt x="1172" y="187"/>
                    <a:pt x="1159" y="182"/>
                    <a:pt x="1154" y="182"/>
                  </a:cubicBezTo>
                  <a:cubicBezTo>
                    <a:pt x="1149" y="182"/>
                    <a:pt x="1150" y="179"/>
                    <a:pt x="1147" y="179"/>
                  </a:cubicBezTo>
                  <a:cubicBezTo>
                    <a:pt x="1145" y="180"/>
                    <a:pt x="1134" y="179"/>
                    <a:pt x="1130" y="178"/>
                  </a:cubicBezTo>
                  <a:cubicBezTo>
                    <a:pt x="1127" y="178"/>
                    <a:pt x="1126" y="181"/>
                    <a:pt x="1123" y="180"/>
                  </a:cubicBezTo>
                  <a:cubicBezTo>
                    <a:pt x="1121" y="179"/>
                    <a:pt x="1108" y="174"/>
                    <a:pt x="1106" y="176"/>
                  </a:cubicBezTo>
                  <a:cubicBezTo>
                    <a:pt x="1105" y="177"/>
                    <a:pt x="1106" y="180"/>
                    <a:pt x="1104" y="180"/>
                  </a:cubicBezTo>
                  <a:cubicBezTo>
                    <a:pt x="1103" y="181"/>
                    <a:pt x="1104" y="183"/>
                    <a:pt x="1108" y="186"/>
                  </a:cubicBezTo>
                  <a:cubicBezTo>
                    <a:pt x="1111" y="189"/>
                    <a:pt x="1109" y="192"/>
                    <a:pt x="1106" y="193"/>
                  </a:cubicBezTo>
                  <a:cubicBezTo>
                    <a:pt x="1103" y="195"/>
                    <a:pt x="1097" y="192"/>
                    <a:pt x="1096" y="190"/>
                  </a:cubicBezTo>
                  <a:cubicBezTo>
                    <a:pt x="1094" y="187"/>
                    <a:pt x="1090" y="188"/>
                    <a:pt x="1089" y="185"/>
                  </a:cubicBezTo>
                  <a:cubicBezTo>
                    <a:pt x="1087" y="182"/>
                    <a:pt x="1090" y="181"/>
                    <a:pt x="1092" y="183"/>
                  </a:cubicBezTo>
                  <a:cubicBezTo>
                    <a:pt x="1094" y="185"/>
                    <a:pt x="1097" y="183"/>
                    <a:pt x="1097" y="181"/>
                  </a:cubicBezTo>
                  <a:cubicBezTo>
                    <a:pt x="1098" y="178"/>
                    <a:pt x="1092" y="177"/>
                    <a:pt x="1088" y="177"/>
                  </a:cubicBezTo>
                  <a:cubicBezTo>
                    <a:pt x="1085" y="177"/>
                    <a:pt x="1083" y="182"/>
                    <a:pt x="1080" y="184"/>
                  </a:cubicBezTo>
                  <a:cubicBezTo>
                    <a:pt x="1076" y="186"/>
                    <a:pt x="1063" y="183"/>
                    <a:pt x="1061" y="182"/>
                  </a:cubicBezTo>
                  <a:cubicBezTo>
                    <a:pt x="1060" y="181"/>
                    <a:pt x="1041" y="182"/>
                    <a:pt x="1039" y="183"/>
                  </a:cubicBezTo>
                  <a:cubicBezTo>
                    <a:pt x="1037" y="184"/>
                    <a:pt x="1039" y="190"/>
                    <a:pt x="1038" y="190"/>
                  </a:cubicBezTo>
                  <a:cubicBezTo>
                    <a:pt x="1037" y="190"/>
                    <a:pt x="1036" y="184"/>
                    <a:pt x="1036" y="183"/>
                  </a:cubicBezTo>
                  <a:cubicBezTo>
                    <a:pt x="1036" y="182"/>
                    <a:pt x="1033" y="181"/>
                    <a:pt x="1030" y="181"/>
                  </a:cubicBezTo>
                  <a:cubicBezTo>
                    <a:pt x="1027" y="181"/>
                    <a:pt x="1025" y="181"/>
                    <a:pt x="1026" y="179"/>
                  </a:cubicBezTo>
                  <a:cubicBezTo>
                    <a:pt x="1027" y="178"/>
                    <a:pt x="1025" y="177"/>
                    <a:pt x="1027" y="175"/>
                  </a:cubicBezTo>
                  <a:cubicBezTo>
                    <a:pt x="1030" y="173"/>
                    <a:pt x="1023" y="167"/>
                    <a:pt x="1015" y="164"/>
                  </a:cubicBezTo>
                  <a:cubicBezTo>
                    <a:pt x="1008" y="161"/>
                    <a:pt x="992" y="163"/>
                    <a:pt x="988" y="164"/>
                  </a:cubicBezTo>
                  <a:cubicBezTo>
                    <a:pt x="983" y="166"/>
                    <a:pt x="975" y="165"/>
                    <a:pt x="971" y="165"/>
                  </a:cubicBezTo>
                  <a:cubicBezTo>
                    <a:pt x="966" y="165"/>
                    <a:pt x="970" y="164"/>
                    <a:pt x="969" y="162"/>
                  </a:cubicBezTo>
                  <a:cubicBezTo>
                    <a:pt x="967" y="160"/>
                    <a:pt x="960" y="157"/>
                    <a:pt x="959" y="159"/>
                  </a:cubicBezTo>
                  <a:cubicBezTo>
                    <a:pt x="958" y="161"/>
                    <a:pt x="957" y="159"/>
                    <a:pt x="957" y="158"/>
                  </a:cubicBezTo>
                  <a:cubicBezTo>
                    <a:pt x="957" y="157"/>
                    <a:pt x="950" y="154"/>
                    <a:pt x="947" y="155"/>
                  </a:cubicBezTo>
                  <a:cubicBezTo>
                    <a:pt x="945" y="155"/>
                    <a:pt x="944" y="152"/>
                    <a:pt x="947" y="152"/>
                  </a:cubicBezTo>
                  <a:cubicBezTo>
                    <a:pt x="950" y="152"/>
                    <a:pt x="955" y="153"/>
                    <a:pt x="953" y="150"/>
                  </a:cubicBezTo>
                  <a:cubicBezTo>
                    <a:pt x="950" y="146"/>
                    <a:pt x="931" y="145"/>
                    <a:pt x="929" y="146"/>
                  </a:cubicBezTo>
                  <a:cubicBezTo>
                    <a:pt x="927" y="146"/>
                    <a:pt x="929" y="149"/>
                    <a:pt x="925" y="153"/>
                  </a:cubicBezTo>
                  <a:cubicBezTo>
                    <a:pt x="920" y="157"/>
                    <a:pt x="916" y="154"/>
                    <a:pt x="917" y="152"/>
                  </a:cubicBezTo>
                  <a:cubicBezTo>
                    <a:pt x="917" y="150"/>
                    <a:pt x="923" y="151"/>
                    <a:pt x="923" y="149"/>
                  </a:cubicBezTo>
                  <a:cubicBezTo>
                    <a:pt x="923" y="147"/>
                    <a:pt x="915" y="148"/>
                    <a:pt x="914" y="146"/>
                  </a:cubicBezTo>
                  <a:cubicBezTo>
                    <a:pt x="913" y="145"/>
                    <a:pt x="916" y="143"/>
                    <a:pt x="918" y="144"/>
                  </a:cubicBezTo>
                  <a:cubicBezTo>
                    <a:pt x="921" y="145"/>
                    <a:pt x="926" y="145"/>
                    <a:pt x="926" y="144"/>
                  </a:cubicBezTo>
                  <a:cubicBezTo>
                    <a:pt x="926" y="143"/>
                    <a:pt x="923" y="143"/>
                    <a:pt x="919" y="142"/>
                  </a:cubicBezTo>
                  <a:cubicBezTo>
                    <a:pt x="914" y="141"/>
                    <a:pt x="904" y="139"/>
                    <a:pt x="898" y="139"/>
                  </a:cubicBezTo>
                  <a:cubicBezTo>
                    <a:pt x="893" y="140"/>
                    <a:pt x="890" y="137"/>
                    <a:pt x="887" y="137"/>
                  </a:cubicBezTo>
                  <a:cubicBezTo>
                    <a:pt x="884" y="137"/>
                    <a:pt x="884" y="139"/>
                    <a:pt x="886" y="140"/>
                  </a:cubicBezTo>
                  <a:cubicBezTo>
                    <a:pt x="887" y="142"/>
                    <a:pt x="883" y="143"/>
                    <a:pt x="879" y="143"/>
                  </a:cubicBezTo>
                  <a:cubicBezTo>
                    <a:pt x="876" y="142"/>
                    <a:pt x="870" y="145"/>
                    <a:pt x="872" y="147"/>
                  </a:cubicBezTo>
                  <a:cubicBezTo>
                    <a:pt x="874" y="150"/>
                    <a:pt x="877" y="146"/>
                    <a:pt x="878" y="147"/>
                  </a:cubicBezTo>
                  <a:cubicBezTo>
                    <a:pt x="880" y="148"/>
                    <a:pt x="874" y="150"/>
                    <a:pt x="876" y="151"/>
                  </a:cubicBezTo>
                  <a:cubicBezTo>
                    <a:pt x="879" y="152"/>
                    <a:pt x="879" y="155"/>
                    <a:pt x="879" y="156"/>
                  </a:cubicBezTo>
                  <a:cubicBezTo>
                    <a:pt x="879" y="158"/>
                    <a:pt x="874" y="158"/>
                    <a:pt x="873" y="156"/>
                  </a:cubicBezTo>
                  <a:cubicBezTo>
                    <a:pt x="871" y="154"/>
                    <a:pt x="869" y="156"/>
                    <a:pt x="866" y="156"/>
                  </a:cubicBezTo>
                  <a:cubicBezTo>
                    <a:pt x="863" y="156"/>
                    <a:pt x="860" y="157"/>
                    <a:pt x="864" y="157"/>
                  </a:cubicBezTo>
                  <a:cubicBezTo>
                    <a:pt x="867" y="158"/>
                    <a:pt x="868" y="160"/>
                    <a:pt x="864" y="160"/>
                  </a:cubicBezTo>
                  <a:cubicBezTo>
                    <a:pt x="859" y="161"/>
                    <a:pt x="860" y="156"/>
                    <a:pt x="858" y="157"/>
                  </a:cubicBezTo>
                  <a:cubicBezTo>
                    <a:pt x="855" y="157"/>
                    <a:pt x="850" y="155"/>
                    <a:pt x="847" y="155"/>
                  </a:cubicBezTo>
                  <a:cubicBezTo>
                    <a:pt x="843" y="155"/>
                    <a:pt x="842" y="157"/>
                    <a:pt x="838" y="158"/>
                  </a:cubicBezTo>
                  <a:cubicBezTo>
                    <a:pt x="834" y="158"/>
                    <a:pt x="829" y="156"/>
                    <a:pt x="827" y="154"/>
                  </a:cubicBezTo>
                  <a:cubicBezTo>
                    <a:pt x="825" y="151"/>
                    <a:pt x="825" y="151"/>
                    <a:pt x="823" y="153"/>
                  </a:cubicBezTo>
                  <a:cubicBezTo>
                    <a:pt x="821" y="156"/>
                    <a:pt x="821" y="160"/>
                    <a:pt x="819" y="161"/>
                  </a:cubicBezTo>
                  <a:cubicBezTo>
                    <a:pt x="817" y="161"/>
                    <a:pt x="816" y="165"/>
                    <a:pt x="814" y="166"/>
                  </a:cubicBezTo>
                  <a:cubicBezTo>
                    <a:pt x="812" y="168"/>
                    <a:pt x="812" y="165"/>
                    <a:pt x="810" y="165"/>
                  </a:cubicBezTo>
                  <a:cubicBezTo>
                    <a:pt x="807" y="165"/>
                    <a:pt x="799" y="157"/>
                    <a:pt x="799" y="155"/>
                  </a:cubicBezTo>
                  <a:cubicBezTo>
                    <a:pt x="798" y="153"/>
                    <a:pt x="793" y="149"/>
                    <a:pt x="792" y="148"/>
                  </a:cubicBezTo>
                  <a:cubicBezTo>
                    <a:pt x="791" y="147"/>
                    <a:pt x="793" y="146"/>
                    <a:pt x="795" y="148"/>
                  </a:cubicBezTo>
                  <a:cubicBezTo>
                    <a:pt x="797" y="149"/>
                    <a:pt x="799" y="149"/>
                    <a:pt x="800" y="148"/>
                  </a:cubicBezTo>
                  <a:cubicBezTo>
                    <a:pt x="802" y="147"/>
                    <a:pt x="802" y="143"/>
                    <a:pt x="799" y="143"/>
                  </a:cubicBezTo>
                  <a:cubicBezTo>
                    <a:pt x="796" y="143"/>
                    <a:pt x="797" y="141"/>
                    <a:pt x="798" y="140"/>
                  </a:cubicBezTo>
                  <a:cubicBezTo>
                    <a:pt x="800" y="140"/>
                    <a:pt x="795" y="136"/>
                    <a:pt x="797" y="135"/>
                  </a:cubicBezTo>
                  <a:cubicBezTo>
                    <a:pt x="799" y="135"/>
                    <a:pt x="798" y="133"/>
                    <a:pt x="796" y="133"/>
                  </a:cubicBezTo>
                  <a:cubicBezTo>
                    <a:pt x="793" y="132"/>
                    <a:pt x="791" y="130"/>
                    <a:pt x="791" y="129"/>
                  </a:cubicBezTo>
                  <a:cubicBezTo>
                    <a:pt x="790" y="128"/>
                    <a:pt x="780" y="128"/>
                    <a:pt x="781" y="129"/>
                  </a:cubicBezTo>
                  <a:cubicBezTo>
                    <a:pt x="781" y="131"/>
                    <a:pt x="778" y="131"/>
                    <a:pt x="778" y="129"/>
                  </a:cubicBezTo>
                  <a:cubicBezTo>
                    <a:pt x="779" y="128"/>
                    <a:pt x="775" y="128"/>
                    <a:pt x="770" y="127"/>
                  </a:cubicBezTo>
                  <a:cubicBezTo>
                    <a:pt x="765" y="126"/>
                    <a:pt x="765" y="122"/>
                    <a:pt x="763" y="122"/>
                  </a:cubicBezTo>
                  <a:cubicBezTo>
                    <a:pt x="762" y="122"/>
                    <a:pt x="762" y="127"/>
                    <a:pt x="760" y="126"/>
                  </a:cubicBezTo>
                  <a:cubicBezTo>
                    <a:pt x="757" y="124"/>
                    <a:pt x="755" y="126"/>
                    <a:pt x="756" y="129"/>
                  </a:cubicBezTo>
                  <a:cubicBezTo>
                    <a:pt x="757" y="132"/>
                    <a:pt x="756" y="133"/>
                    <a:pt x="756" y="135"/>
                  </a:cubicBezTo>
                  <a:cubicBezTo>
                    <a:pt x="756" y="137"/>
                    <a:pt x="754" y="136"/>
                    <a:pt x="752" y="135"/>
                  </a:cubicBezTo>
                  <a:cubicBezTo>
                    <a:pt x="749" y="134"/>
                    <a:pt x="749" y="138"/>
                    <a:pt x="743" y="136"/>
                  </a:cubicBezTo>
                  <a:cubicBezTo>
                    <a:pt x="737" y="135"/>
                    <a:pt x="734" y="136"/>
                    <a:pt x="733" y="134"/>
                  </a:cubicBezTo>
                  <a:cubicBezTo>
                    <a:pt x="732" y="132"/>
                    <a:pt x="730" y="132"/>
                    <a:pt x="730" y="134"/>
                  </a:cubicBezTo>
                  <a:cubicBezTo>
                    <a:pt x="730" y="135"/>
                    <a:pt x="720" y="135"/>
                    <a:pt x="719" y="132"/>
                  </a:cubicBezTo>
                  <a:cubicBezTo>
                    <a:pt x="719" y="130"/>
                    <a:pt x="721" y="129"/>
                    <a:pt x="722" y="129"/>
                  </a:cubicBezTo>
                  <a:cubicBezTo>
                    <a:pt x="724" y="128"/>
                    <a:pt x="721" y="127"/>
                    <a:pt x="716" y="127"/>
                  </a:cubicBezTo>
                  <a:cubicBezTo>
                    <a:pt x="711" y="128"/>
                    <a:pt x="708" y="125"/>
                    <a:pt x="702" y="125"/>
                  </a:cubicBezTo>
                  <a:cubicBezTo>
                    <a:pt x="697" y="126"/>
                    <a:pt x="685" y="127"/>
                    <a:pt x="684" y="128"/>
                  </a:cubicBezTo>
                  <a:cubicBezTo>
                    <a:pt x="682" y="129"/>
                    <a:pt x="685" y="131"/>
                    <a:pt x="683" y="132"/>
                  </a:cubicBezTo>
                  <a:cubicBezTo>
                    <a:pt x="680" y="132"/>
                    <a:pt x="682" y="127"/>
                    <a:pt x="682" y="125"/>
                  </a:cubicBezTo>
                  <a:cubicBezTo>
                    <a:pt x="681" y="122"/>
                    <a:pt x="677" y="122"/>
                    <a:pt x="678" y="124"/>
                  </a:cubicBezTo>
                  <a:cubicBezTo>
                    <a:pt x="679" y="126"/>
                    <a:pt x="672" y="126"/>
                    <a:pt x="670" y="125"/>
                  </a:cubicBezTo>
                  <a:cubicBezTo>
                    <a:pt x="669" y="123"/>
                    <a:pt x="666" y="122"/>
                    <a:pt x="662" y="120"/>
                  </a:cubicBezTo>
                  <a:cubicBezTo>
                    <a:pt x="658" y="119"/>
                    <a:pt x="653" y="124"/>
                    <a:pt x="654" y="125"/>
                  </a:cubicBezTo>
                  <a:cubicBezTo>
                    <a:pt x="655" y="126"/>
                    <a:pt x="658" y="126"/>
                    <a:pt x="658" y="126"/>
                  </a:cubicBezTo>
                  <a:cubicBezTo>
                    <a:pt x="658" y="128"/>
                    <a:pt x="649" y="127"/>
                    <a:pt x="649" y="129"/>
                  </a:cubicBezTo>
                  <a:cubicBezTo>
                    <a:pt x="649" y="131"/>
                    <a:pt x="641" y="133"/>
                    <a:pt x="638" y="133"/>
                  </a:cubicBezTo>
                  <a:cubicBezTo>
                    <a:pt x="631" y="134"/>
                    <a:pt x="629" y="134"/>
                    <a:pt x="626" y="137"/>
                  </a:cubicBezTo>
                  <a:cubicBezTo>
                    <a:pt x="623" y="139"/>
                    <a:pt x="625" y="134"/>
                    <a:pt x="628" y="131"/>
                  </a:cubicBezTo>
                  <a:cubicBezTo>
                    <a:pt x="630" y="129"/>
                    <a:pt x="633" y="130"/>
                    <a:pt x="635" y="128"/>
                  </a:cubicBezTo>
                  <a:cubicBezTo>
                    <a:pt x="636" y="126"/>
                    <a:pt x="639" y="126"/>
                    <a:pt x="643" y="125"/>
                  </a:cubicBezTo>
                  <a:cubicBezTo>
                    <a:pt x="647" y="125"/>
                    <a:pt x="647" y="122"/>
                    <a:pt x="649" y="122"/>
                  </a:cubicBezTo>
                  <a:cubicBezTo>
                    <a:pt x="650" y="121"/>
                    <a:pt x="655" y="119"/>
                    <a:pt x="656" y="117"/>
                  </a:cubicBezTo>
                  <a:cubicBezTo>
                    <a:pt x="657" y="115"/>
                    <a:pt x="667" y="112"/>
                    <a:pt x="669" y="112"/>
                  </a:cubicBezTo>
                  <a:cubicBezTo>
                    <a:pt x="671" y="112"/>
                    <a:pt x="671" y="108"/>
                    <a:pt x="672" y="108"/>
                  </a:cubicBezTo>
                  <a:cubicBezTo>
                    <a:pt x="673" y="108"/>
                    <a:pt x="679" y="105"/>
                    <a:pt x="681" y="104"/>
                  </a:cubicBezTo>
                  <a:cubicBezTo>
                    <a:pt x="683" y="103"/>
                    <a:pt x="684" y="101"/>
                    <a:pt x="684" y="100"/>
                  </a:cubicBezTo>
                  <a:cubicBezTo>
                    <a:pt x="685" y="98"/>
                    <a:pt x="681" y="99"/>
                    <a:pt x="681" y="97"/>
                  </a:cubicBezTo>
                  <a:cubicBezTo>
                    <a:pt x="681" y="96"/>
                    <a:pt x="683" y="97"/>
                    <a:pt x="685" y="96"/>
                  </a:cubicBezTo>
                  <a:cubicBezTo>
                    <a:pt x="687" y="95"/>
                    <a:pt x="685" y="92"/>
                    <a:pt x="683" y="93"/>
                  </a:cubicBezTo>
                  <a:cubicBezTo>
                    <a:pt x="681" y="93"/>
                    <a:pt x="684" y="91"/>
                    <a:pt x="682" y="89"/>
                  </a:cubicBezTo>
                  <a:cubicBezTo>
                    <a:pt x="681" y="87"/>
                    <a:pt x="677" y="90"/>
                    <a:pt x="678" y="88"/>
                  </a:cubicBezTo>
                  <a:cubicBezTo>
                    <a:pt x="678" y="86"/>
                    <a:pt x="677" y="84"/>
                    <a:pt x="676" y="82"/>
                  </a:cubicBezTo>
                  <a:cubicBezTo>
                    <a:pt x="675" y="81"/>
                    <a:pt x="672" y="85"/>
                    <a:pt x="670" y="83"/>
                  </a:cubicBezTo>
                  <a:cubicBezTo>
                    <a:pt x="667" y="80"/>
                    <a:pt x="659" y="79"/>
                    <a:pt x="659" y="80"/>
                  </a:cubicBezTo>
                  <a:cubicBezTo>
                    <a:pt x="659" y="81"/>
                    <a:pt x="655" y="79"/>
                    <a:pt x="654" y="80"/>
                  </a:cubicBezTo>
                  <a:cubicBezTo>
                    <a:pt x="654" y="80"/>
                    <a:pt x="647" y="80"/>
                    <a:pt x="645" y="80"/>
                  </a:cubicBezTo>
                  <a:cubicBezTo>
                    <a:pt x="644" y="79"/>
                    <a:pt x="641" y="81"/>
                    <a:pt x="641" y="83"/>
                  </a:cubicBezTo>
                  <a:cubicBezTo>
                    <a:pt x="641" y="84"/>
                    <a:pt x="633" y="84"/>
                    <a:pt x="632" y="83"/>
                  </a:cubicBezTo>
                  <a:cubicBezTo>
                    <a:pt x="630" y="83"/>
                    <a:pt x="637" y="78"/>
                    <a:pt x="637" y="77"/>
                  </a:cubicBezTo>
                  <a:cubicBezTo>
                    <a:pt x="637" y="76"/>
                    <a:pt x="625" y="77"/>
                    <a:pt x="625" y="76"/>
                  </a:cubicBezTo>
                  <a:cubicBezTo>
                    <a:pt x="624" y="75"/>
                    <a:pt x="619" y="74"/>
                    <a:pt x="616" y="74"/>
                  </a:cubicBezTo>
                  <a:cubicBezTo>
                    <a:pt x="614" y="75"/>
                    <a:pt x="616" y="74"/>
                    <a:pt x="618" y="74"/>
                  </a:cubicBezTo>
                  <a:cubicBezTo>
                    <a:pt x="621" y="73"/>
                    <a:pt x="623" y="71"/>
                    <a:pt x="625" y="71"/>
                  </a:cubicBezTo>
                  <a:cubicBezTo>
                    <a:pt x="628" y="70"/>
                    <a:pt x="627" y="70"/>
                    <a:pt x="626" y="68"/>
                  </a:cubicBezTo>
                  <a:cubicBezTo>
                    <a:pt x="625" y="67"/>
                    <a:pt x="622" y="67"/>
                    <a:pt x="620" y="67"/>
                  </a:cubicBezTo>
                  <a:cubicBezTo>
                    <a:pt x="617" y="66"/>
                    <a:pt x="614" y="65"/>
                    <a:pt x="612" y="65"/>
                  </a:cubicBezTo>
                  <a:cubicBezTo>
                    <a:pt x="610" y="65"/>
                    <a:pt x="608" y="66"/>
                    <a:pt x="602" y="67"/>
                  </a:cubicBezTo>
                  <a:cubicBezTo>
                    <a:pt x="597" y="68"/>
                    <a:pt x="597" y="72"/>
                    <a:pt x="594" y="73"/>
                  </a:cubicBezTo>
                  <a:cubicBezTo>
                    <a:pt x="592" y="74"/>
                    <a:pt x="587" y="79"/>
                    <a:pt x="589" y="79"/>
                  </a:cubicBezTo>
                  <a:cubicBezTo>
                    <a:pt x="591" y="80"/>
                    <a:pt x="590" y="81"/>
                    <a:pt x="591" y="82"/>
                  </a:cubicBezTo>
                  <a:cubicBezTo>
                    <a:pt x="591" y="84"/>
                    <a:pt x="589" y="84"/>
                    <a:pt x="587" y="84"/>
                  </a:cubicBezTo>
                  <a:cubicBezTo>
                    <a:pt x="584" y="83"/>
                    <a:pt x="575" y="83"/>
                    <a:pt x="575" y="85"/>
                  </a:cubicBezTo>
                  <a:cubicBezTo>
                    <a:pt x="576" y="87"/>
                    <a:pt x="581" y="88"/>
                    <a:pt x="580" y="89"/>
                  </a:cubicBezTo>
                  <a:cubicBezTo>
                    <a:pt x="580" y="90"/>
                    <a:pt x="576" y="89"/>
                    <a:pt x="575" y="88"/>
                  </a:cubicBezTo>
                  <a:cubicBezTo>
                    <a:pt x="573" y="87"/>
                    <a:pt x="569" y="87"/>
                    <a:pt x="568" y="89"/>
                  </a:cubicBezTo>
                  <a:cubicBezTo>
                    <a:pt x="568" y="91"/>
                    <a:pt x="564" y="91"/>
                    <a:pt x="564" y="90"/>
                  </a:cubicBezTo>
                  <a:cubicBezTo>
                    <a:pt x="563" y="90"/>
                    <a:pt x="560" y="91"/>
                    <a:pt x="559" y="90"/>
                  </a:cubicBezTo>
                  <a:cubicBezTo>
                    <a:pt x="557" y="90"/>
                    <a:pt x="562" y="88"/>
                    <a:pt x="561" y="86"/>
                  </a:cubicBezTo>
                  <a:cubicBezTo>
                    <a:pt x="560" y="85"/>
                    <a:pt x="554" y="86"/>
                    <a:pt x="554" y="88"/>
                  </a:cubicBezTo>
                  <a:cubicBezTo>
                    <a:pt x="553" y="90"/>
                    <a:pt x="550" y="87"/>
                    <a:pt x="549" y="87"/>
                  </a:cubicBezTo>
                  <a:cubicBezTo>
                    <a:pt x="548" y="88"/>
                    <a:pt x="546" y="89"/>
                    <a:pt x="544" y="90"/>
                  </a:cubicBezTo>
                  <a:cubicBezTo>
                    <a:pt x="542" y="91"/>
                    <a:pt x="538" y="89"/>
                    <a:pt x="537" y="90"/>
                  </a:cubicBezTo>
                  <a:cubicBezTo>
                    <a:pt x="536" y="92"/>
                    <a:pt x="542" y="93"/>
                    <a:pt x="542" y="94"/>
                  </a:cubicBezTo>
                  <a:cubicBezTo>
                    <a:pt x="542" y="94"/>
                    <a:pt x="530" y="94"/>
                    <a:pt x="529" y="95"/>
                  </a:cubicBezTo>
                  <a:cubicBezTo>
                    <a:pt x="529" y="97"/>
                    <a:pt x="525" y="97"/>
                    <a:pt x="520" y="97"/>
                  </a:cubicBezTo>
                  <a:cubicBezTo>
                    <a:pt x="515" y="97"/>
                    <a:pt x="517" y="99"/>
                    <a:pt x="513" y="100"/>
                  </a:cubicBezTo>
                  <a:cubicBezTo>
                    <a:pt x="510" y="101"/>
                    <a:pt x="508" y="101"/>
                    <a:pt x="506" y="103"/>
                  </a:cubicBezTo>
                  <a:cubicBezTo>
                    <a:pt x="505" y="105"/>
                    <a:pt x="502" y="105"/>
                    <a:pt x="501" y="103"/>
                  </a:cubicBezTo>
                  <a:cubicBezTo>
                    <a:pt x="500" y="102"/>
                    <a:pt x="496" y="104"/>
                    <a:pt x="498" y="104"/>
                  </a:cubicBezTo>
                  <a:cubicBezTo>
                    <a:pt x="500" y="105"/>
                    <a:pt x="498" y="107"/>
                    <a:pt x="497" y="106"/>
                  </a:cubicBezTo>
                  <a:cubicBezTo>
                    <a:pt x="496" y="106"/>
                    <a:pt x="492" y="108"/>
                    <a:pt x="494" y="108"/>
                  </a:cubicBezTo>
                  <a:cubicBezTo>
                    <a:pt x="496" y="108"/>
                    <a:pt x="497" y="109"/>
                    <a:pt x="496" y="111"/>
                  </a:cubicBezTo>
                  <a:cubicBezTo>
                    <a:pt x="495" y="112"/>
                    <a:pt x="491" y="109"/>
                    <a:pt x="490" y="110"/>
                  </a:cubicBezTo>
                  <a:cubicBezTo>
                    <a:pt x="489" y="111"/>
                    <a:pt x="492" y="113"/>
                    <a:pt x="494" y="113"/>
                  </a:cubicBezTo>
                  <a:cubicBezTo>
                    <a:pt x="496" y="112"/>
                    <a:pt x="497" y="114"/>
                    <a:pt x="497" y="115"/>
                  </a:cubicBezTo>
                  <a:cubicBezTo>
                    <a:pt x="497" y="117"/>
                    <a:pt x="492" y="114"/>
                    <a:pt x="492" y="115"/>
                  </a:cubicBezTo>
                  <a:cubicBezTo>
                    <a:pt x="491" y="117"/>
                    <a:pt x="492" y="117"/>
                    <a:pt x="494" y="117"/>
                  </a:cubicBezTo>
                  <a:cubicBezTo>
                    <a:pt x="496" y="118"/>
                    <a:pt x="495" y="118"/>
                    <a:pt x="497" y="120"/>
                  </a:cubicBezTo>
                  <a:cubicBezTo>
                    <a:pt x="497" y="120"/>
                    <a:pt x="497" y="120"/>
                    <a:pt x="497" y="120"/>
                  </a:cubicBezTo>
                  <a:cubicBezTo>
                    <a:pt x="498" y="122"/>
                    <a:pt x="496" y="122"/>
                    <a:pt x="496" y="123"/>
                  </a:cubicBezTo>
                  <a:cubicBezTo>
                    <a:pt x="497" y="125"/>
                    <a:pt x="494" y="125"/>
                    <a:pt x="494" y="124"/>
                  </a:cubicBezTo>
                  <a:cubicBezTo>
                    <a:pt x="494" y="123"/>
                    <a:pt x="488" y="122"/>
                    <a:pt x="487" y="124"/>
                  </a:cubicBezTo>
                  <a:cubicBezTo>
                    <a:pt x="486" y="125"/>
                    <a:pt x="485" y="126"/>
                    <a:pt x="484" y="125"/>
                  </a:cubicBezTo>
                  <a:cubicBezTo>
                    <a:pt x="482" y="124"/>
                    <a:pt x="478" y="125"/>
                    <a:pt x="473" y="126"/>
                  </a:cubicBezTo>
                  <a:cubicBezTo>
                    <a:pt x="468" y="126"/>
                    <a:pt x="457" y="126"/>
                    <a:pt x="454" y="127"/>
                  </a:cubicBezTo>
                  <a:cubicBezTo>
                    <a:pt x="451" y="128"/>
                    <a:pt x="449" y="132"/>
                    <a:pt x="452" y="134"/>
                  </a:cubicBezTo>
                  <a:cubicBezTo>
                    <a:pt x="454" y="137"/>
                    <a:pt x="452" y="138"/>
                    <a:pt x="452" y="140"/>
                  </a:cubicBezTo>
                  <a:cubicBezTo>
                    <a:pt x="452" y="141"/>
                    <a:pt x="458" y="145"/>
                    <a:pt x="462" y="145"/>
                  </a:cubicBezTo>
                  <a:cubicBezTo>
                    <a:pt x="465" y="145"/>
                    <a:pt x="468" y="150"/>
                    <a:pt x="466" y="152"/>
                  </a:cubicBezTo>
                  <a:cubicBezTo>
                    <a:pt x="464" y="155"/>
                    <a:pt x="457" y="151"/>
                    <a:pt x="453" y="148"/>
                  </a:cubicBezTo>
                  <a:cubicBezTo>
                    <a:pt x="449" y="145"/>
                    <a:pt x="440" y="144"/>
                    <a:pt x="437" y="144"/>
                  </a:cubicBezTo>
                  <a:cubicBezTo>
                    <a:pt x="433" y="144"/>
                    <a:pt x="435" y="141"/>
                    <a:pt x="431" y="141"/>
                  </a:cubicBezTo>
                  <a:cubicBezTo>
                    <a:pt x="427" y="141"/>
                    <a:pt x="424" y="145"/>
                    <a:pt x="427" y="145"/>
                  </a:cubicBezTo>
                  <a:cubicBezTo>
                    <a:pt x="429" y="145"/>
                    <a:pt x="431" y="145"/>
                    <a:pt x="430" y="146"/>
                  </a:cubicBezTo>
                  <a:cubicBezTo>
                    <a:pt x="428" y="147"/>
                    <a:pt x="430" y="147"/>
                    <a:pt x="434" y="148"/>
                  </a:cubicBezTo>
                  <a:cubicBezTo>
                    <a:pt x="437" y="150"/>
                    <a:pt x="431" y="152"/>
                    <a:pt x="428" y="149"/>
                  </a:cubicBezTo>
                  <a:cubicBezTo>
                    <a:pt x="424" y="147"/>
                    <a:pt x="421" y="149"/>
                    <a:pt x="420" y="151"/>
                  </a:cubicBezTo>
                  <a:cubicBezTo>
                    <a:pt x="419" y="153"/>
                    <a:pt x="424" y="158"/>
                    <a:pt x="429" y="159"/>
                  </a:cubicBezTo>
                  <a:cubicBezTo>
                    <a:pt x="435" y="159"/>
                    <a:pt x="433" y="161"/>
                    <a:pt x="436" y="162"/>
                  </a:cubicBezTo>
                  <a:cubicBezTo>
                    <a:pt x="439" y="163"/>
                    <a:pt x="437" y="164"/>
                    <a:pt x="435" y="164"/>
                  </a:cubicBezTo>
                  <a:cubicBezTo>
                    <a:pt x="433" y="164"/>
                    <a:pt x="429" y="162"/>
                    <a:pt x="426" y="160"/>
                  </a:cubicBezTo>
                  <a:cubicBezTo>
                    <a:pt x="424" y="159"/>
                    <a:pt x="416" y="161"/>
                    <a:pt x="414" y="159"/>
                  </a:cubicBezTo>
                  <a:cubicBezTo>
                    <a:pt x="412" y="157"/>
                    <a:pt x="415" y="155"/>
                    <a:pt x="414" y="154"/>
                  </a:cubicBezTo>
                  <a:cubicBezTo>
                    <a:pt x="412" y="153"/>
                    <a:pt x="413" y="150"/>
                    <a:pt x="415" y="147"/>
                  </a:cubicBezTo>
                  <a:cubicBezTo>
                    <a:pt x="417" y="144"/>
                    <a:pt x="415" y="139"/>
                    <a:pt x="412" y="138"/>
                  </a:cubicBezTo>
                  <a:cubicBezTo>
                    <a:pt x="409" y="137"/>
                    <a:pt x="410" y="140"/>
                    <a:pt x="410" y="141"/>
                  </a:cubicBezTo>
                  <a:cubicBezTo>
                    <a:pt x="411" y="142"/>
                    <a:pt x="411" y="146"/>
                    <a:pt x="408" y="148"/>
                  </a:cubicBezTo>
                  <a:cubicBezTo>
                    <a:pt x="406" y="151"/>
                    <a:pt x="400" y="151"/>
                    <a:pt x="400" y="153"/>
                  </a:cubicBezTo>
                  <a:cubicBezTo>
                    <a:pt x="400" y="155"/>
                    <a:pt x="395" y="156"/>
                    <a:pt x="397" y="158"/>
                  </a:cubicBezTo>
                  <a:cubicBezTo>
                    <a:pt x="398" y="159"/>
                    <a:pt x="404" y="166"/>
                    <a:pt x="405" y="168"/>
                  </a:cubicBezTo>
                  <a:cubicBezTo>
                    <a:pt x="406" y="170"/>
                    <a:pt x="400" y="176"/>
                    <a:pt x="401" y="180"/>
                  </a:cubicBezTo>
                  <a:cubicBezTo>
                    <a:pt x="402" y="184"/>
                    <a:pt x="400" y="186"/>
                    <a:pt x="401" y="187"/>
                  </a:cubicBezTo>
                  <a:cubicBezTo>
                    <a:pt x="402" y="189"/>
                    <a:pt x="405" y="188"/>
                    <a:pt x="407" y="188"/>
                  </a:cubicBezTo>
                  <a:cubicBezTo>
                    <a:pt x="408" y="189"/>
                    <a:pt x="411" y="187"/>
                    <a:pt x="415" y="187"/>
                  </a:cubicBezTo>
                  <a:cubicBezTo>
                    <a:pt x="419" y="186"/>
                    <a:pt x="427" y="190"/>
                    <a:pt x="429" y="191"/>
                  </a:cubicBezTo>
                  <a:cubicBezTo>
                    <a:pt x="432" y="193"/>
                    <a:pt x="431" y="195"/>
                    <a:pt x="432" y="197"/>
                  </a:cubicBezTo>
                  <a:cubicBezTo>
                    <a:pt x="433" y="199"/>
                    <a:pt x="429" y="199"/>
                    <a:pt x="429" y="202"/>
                  </a:cubicBezTo>
                  <a:cubicBezTo>
                    <a:pt x="429" y="206"/>
                    <a:pt x="437" y="207"/>
                    <a:pt x="437" y="208"/>
                  </a:cubicBezTo>
                  <a:cubicBezTo>
                    <a:pt x="437" y="209"/>
                    <a:pt x="431" y="208"/>
                    <a:pt x="429" y="207"/>
                  </a:cubicBezTo>
                  <a:cubicBezTo>
                    <a:pt x="426" y="206"/>
                    <a:pt x="426" y="203"/>
                    <a:pt x="425" y="203"/>
                  </a:cubicBezTo>
                  <a:cubicBezTo>
                    <a:pt x="425" y="202"/>
                    <a:pt x="427" y="199"/>
                    <a:pt x="427" y="197"/>
                  </a:cubicBezTo>
                  <a:cubicBezTo>
                    <a:pt x="428" y="195"/>
                    <a:pt x="425" y="194"/>
                    <a:pt x="424" y="193"/>
                  </a:cubicBezTo>
                  <a:cubicBezTo>
                    <a:pt x="423" y="191"/>
                    <a:pt x="421" y="189"/>
                    <a:pt x="419" y="190"/>
                  </a:cubicBezTo>
                  <a:cubicBezTo>
                    <a:pt x="417" y="190"/>
                    <a:pt x="410" y="191"/>
                    <a:pt x="408" y="193"/>
                  </a:cubicBezTo>
                  <a:cubicBezTo>
                    <a:pt x="406" y="195"/>
                    <a:pt x="408" y="200"/>
                    <a:pt x="409" y="203"/>
                  </a:cubicBezTo>
                  <a:cubicBezTo>
                    <a:pt x="410" y="206"/>
                    <a:pt x="403" y="209"/>
                    <a:pt x="403" y="212"/>
                  </a:cubicBezTo>
                  <a:cubicBezTo>
                    <a:pt x="403" y="214"/>
                    <a:pt x="401" y="215"/>
                    <a:pt x="398" y="216"/>
                  </a:cubicBezTo>
                  <a:cubicBezTo>
                    <a:pt x="394" y="218"/>
                    <a:pt x="391" y="219"/>
                    <a:pt x="391" y="222"/>
                  </a:cubicBezTo>
                  <a:cubicBezTo>
                    <a:pt x="391" y="225"/>
                    <a:pt x="387" y="224"/>
                    <a:pt x="384" y="222"/>
                  </a:cubicBezTo>
                  <a:cubicBezTo>
                    <a:pt x="382" y="221"/>
                    <a:pt x="379" y="223"/>
                    <a:pt x="376" y="223"/>
                  </a:cubicBezTo>
                  <a:cubicBezTo>
                    <a:pt x="373" y="223"/>
                    <a:pt x="373" y="220"/>
                    <a:pt x="370" y="221"/>
                  </a:cubicBezTo>
                  <a:cubicBezTo>
                    <a:pt x="367" y="222"/>
                    <a:pt x="366" y="220"/>
                    <a:pt x="366" y="218"/>
                  </a:cubicBezTo>
                  <a:cubicBezTo>
                    <a:pt x="367" y="216"/>
                    <a:pt x="370" y="218"/>
                    <a:pt x="370" y="219"/>
                  </a:cubicBezTo>
                  <a:cubicBezTo>
                    <a:pt x="371" y="220"/>
                    <a:pt x="372" y="220"/>
                    <a:pt x="375" y="219"/>
                  </a:cubicBezTo>
                  <a:cubicBezTo>
                    <a:pt x="377" y="217"/>
                    <a:pt x="376" y="220"/>
                    <a:pt x="379" y="220"/>
                  </a:cubicBezTo>
                  <a:cubicBezTo>
                    <a:pt x="382" y="220"/>
                    <a:pt x="380" y="219"/>
                    <a:pt x="383" y="219"/>
                  </a:cubicBezTo>
                  <a:cubicBezTo>
                    <a:pt x="385" y="219"/>
                    <a:pt x="385" y="218"/>
                    <a:pt x="384" y="217"/>
                  </a:cubicBezTo>
                  <a:cubicBezTo>
                    <a:pt x="384" y="216"/>
                    <a:pt x="386" y="215"/>
                    <a:pt x="388" y="214"/>
                  </a:cubicBezTo>
                  <a:cubicBezTo>
                    <a:pt x="389" y="214"/>
                    <a:pt x="388" y="211"/>
                    <a:pt x="390" y="210"/>
                  </a:cubicBezTo>
                  <a:cubicBezTo>
                    <a:pt x="391" y="210"/>
                    <a:pt x="390" y="208"/>
                    <a:pt x="392" y="208"/>
                  </a:cubicBezTo>
                  <a:cubicBezTo>
                    <a:pt x="393" y="208"/>
                    <a:pt x="394" y="206"/>
                    <a:pt x="395" y="206"/>
                  </a:cubicBezTo>
                  <a:cubicBezTo>
                    <a:pt x="397" y="206"/>
                    <a:pt x="398" y="203"/>
                    <a:pt x="397" y="202"/>
                  </a:cubicBezTo>
                  <a:cubicBezTo>
                    <a:pt x="396" y="201"/>
                    <a:pt x="397" y="198"/>
                    <a:pt x="399" y="197"/>
                  </a:cubicBezTo>
                  <a:cubicBezTo>
                    <a:pt x="400" y="197"/>
                    <a:pt x="400" y="196"/>
                    <a:pt x="399" y="195"/>
                  </a:cubicBezTo>
                  <a:cubicBezTo>
                    <a:pt x="398" y="194"/>
                    <a:pt x="393" y="190"/>
                    <a:pt x="393" y="188"/>
                  </a:cubicBezTo>
                  <a:cubicBezTo>
                    <a:pt x="393" y="186"/>
                    <a:pt x="392" y="182"/>
                    <a:pt x="393" y="181"/>
                  </a:cubicBezTo>
                  <a:cubicBezTo>
                    <a:pt x="393" y="179"/>
                    <a:pt x="393" y="176"/>
                    <a:pt x="393" y="174"/>
                  </a:cubicBezTo>
                  <a:cubicBezTo>
                    <a:pt x="393" y="172"/>
                    <a:pt x="394" y="170"/>
                    <a:pt x="395" y="166"/>
                  </a:cubicBezTo>
                  <a:cubicBezTo>
                    <a:pt x="395" y="163"/>
                    <a:pt x="391" y="159"/>
                    <a:pt x="389" y="158"/>
                  </a:cubicBezTo>
                  <a:cubicBezTo>
                    <a:pt x="386" y="157"/>
                    <a:pt x="388" y="155"/>
                    <a:pt x="391" y="152"/>
                  </a:cubicBezTo>
                  <a:cubicBezTo>
                    <a:pt x="394" y="150"/>
                    <a:pt x="394" y="142"/>
                    <a:pt x="394" y="140"/>
                  </a:cubicBezTo>
                  <a:cubicBezTo>
                    <a:pt x="394" y="138"/>
                    <a:pt x="388" y="137"/>
                    <a:pt x="385" y="137"/>
                  </a:cubicBezTo>
                  <a:cubicBezTo>
                    <a:pt x="383" y="137"/>
                    <a:pt x="373" y="137"/>
                    <a:pt x="371" y="136"/>
                  </a:cubicBezTo>
                  <a:cubicBezTo>
                    <a:pt x="369" y="136"/>
                    <a:pt x="368" y="138"/>
                    <a:pt x="367" y="140"/>
                  </a:cubicBezTo>
                  <a:cubicBezTo>
                    <a:pt x="366" y="142"/>
                    <a:pt x="363" y="146"/>
                    <a:pt x="362" y="151"/>
                  </a:cubicBezTo>
                  <a:cubicBezTo>
                    <a:pt x="361" y="156"/>
                    <a:pt x="355" y="157"/>
                    <a:pt x="352" y="158"/>
                  </a:cubicBezTo>
                  <a:cubicBezTo>
                    <a:pt x="350" y="159"/>
                    <a:pt x="348" y="163"/>
                    <a:pt x="349" y="165"/>
                  </a:cubicBezTo>
                  <a:cubicBezTo>
                    <a:pt x="350" y="166"/>
                    <a:pt x="352" y="165"/>
                    <a:pt x="353" y="166"/>
                  </a:cubicBezTo>
                  <a:cubicBezTo>
                    <a:pt x="355" y="166"/>
                    <a:pt x="353" y="171"/>
                    <a:pt x="353" y="171"/>
                  </a:cubicBezTo>
                  <a:cubicBezTo>
                    <a:pt x="352" y="172"/>
                    <a:pt x="354" y="174"/>
                    <a:pt x="352" y="175"/>
                  </a:cubicBezTo>
                  <a:cubicBezTo>
                    <a:pt x="350" y="176"/>
                    <a:pt x="349" y="179"/>
                    <a:pt x="350" y="180"/>
                  </a:cubicBezTo>
                  <a:cubicBezTo>
                    <a:pt x="351" y="181"/>
                    <a:pt x="356" y="182"/>
                    <a:pt x="358" y="183"/>
                  </a:cubicBezTo>
                  <a:cubicBezTo>
                    <a:pt x="361" y="184"/>
                    <a:pt x="360" y="187"/>
                    <a:pt x="361" y="189"/>
                  </a:cubicBezTo>
                  <a:cubicBezTo>
                    <a:pt x="363" y="191"/>
                    <a:pt x="365" y="190"/>
                    <a:pt x="366" y="191"/>
                  </a:cubicBezTo>
                  <a:cubicBezTo>
                    <a:pt x="367" y="193"/>
                    <a:pt x="363" y="198"/>
                    <a:pt x="361" y="199"/>
                  </a:cubicBezTo>
                  <a:cubicBezTo>
                    <a:pt x="360" y="199"/>
                    <a:pt x="354" y="193"/>
                    <a:pt x="352" y="192"/>
                  </a:cubicBezTo>
                  <a:cubicBezTo>
                    <a:pt x="351" y="190"/>
                    <a:pt x="344" y="188"/>
                    <a:pt x="341" y="187"/>
                  </a:cubicBezTo>
                  <a:cubicBezTo>
                    <a:pt x="337" y="185"/>
                    <a:pt x="335" y="185"/>
                    <a:pt x="331" y="182"/>
                  </a:cubicBezTo>
                  <a:cubicBezTo>
                    <a:pt x="327" y="180"/>
                    <a:pt x="324" y="179"/>
                    <a:pt x="317" y="179"/>
                  </a:cubicBezTo>
                  <a:cubicBezTo>
                    <a:pt x="311" y="179"/>
                    <a:pt x="306" y="177"/>
                    <a:pt x="304" y="178"/>
                  </a:cubicBezTo>
                  <a:cubicBezTo>
                    <a:pt x="302" y="178"/>
                    <a:pt x="303" y="175"/>
                    <a:pt x="299" y="174"/>
                  </a:cubicBezTo>
                  <a:cubicBezTo>
                    <a:pt x="295" y="172"/>
                    <a:pt x="292" y="170"/>
                    <a:pt x="290" y="171"/>
                  </a:cubicBezTo>
                  <a:cubicBezTo>
                    <a:pt x="287" y="172"/>
                    <a:pt x="288" y="176"/>
                    <a:pt x="292" y="177"/>
                  </a:cubicBezTo>
                  <a:cubicBezTo>
                    <a:pt x="295" y="177"/>
                    <a:pt x="293" y="179"/>
                    <a:pt x="297" y="179"/>
                  </a:cubicBezTo>
                  <a:cubicBezTo>
                    <a:pt x="301" y="179"/>
                    <a:pt x="302" y="180"/>
                    <a:pt x="302" y="182"/>
                  </a:cubicBezTo>
                  <a:cubicBezTo>
                    <a:pt x="302" y="185"/>
                    <a:pt x="304" y="187"/>
                    <a:pt x="305" y="188"/>
                  </a:cubicBezTo>
                  <a:cubicBezTo>
                    <a:pt x="307" y="190"/>
                    <a:pt x="306" y="192"/>
                    <a:pt x="303" y="192"/>
                  </a:cubicBezTo>
                  <a:cubicBezTo>
                    <a:pt x="300" y="192"/>
                    <a:pt x="297" y="193"/>
                    <a:pt x="298" y="195"/>
                  </a:cubicBezTo>
                  <a:cubicBezTo>
                    <a:pt x="299" y="197"/>
                    <a:pt x="297" y="198"/>
                    <a:pt x="294" y="196"/>
                  </a:cubicBezTo>
                  <a:cubicBezTo>
                    <a:pt x="291" y="195"/>
                    <a:pt x="293" y="193"/>
                    <a:pt x="294" y="192"/>
                  </a:cubicBezTo>
                  <a:cubicBezTo>
                    <a:pt x="295" y="191"/>
                    <a:pt x="291" y="189"/>
                    <a:pt x="290" y="189"/>
                  </a:cubicBezTo>
                  <a:cubicBezTo>
                    <a:pt x="288" y="188"/>
                    <a:pt x="280" y="194"/>
                    <a:pt x="278" y="194"/>
                  </a:cubicBezTo>
                  <a:cubicBezTo>
                    <a:pt x="276" y="195"/>
                    <a:pt x="271" y="193"/>
                    <a:pt x="266" y="194"/>
                  </a:cubicBezTo>
                  <a:cubicBezTo>
                    <a:pt x="261" y="196"/>
                    <a:pt x="261" y="200"/>
                    <a:pt x="259" y="199"/>
                  </a:cubicBezTo>
                  <a:cubicBezTo>
                    <a:pt x="257" y="199"/>
                    <a:pt x="251" y="200"/>
                    <a:pt x="249" y="199"/>
                  </a:cubicBezTo>
                  <a:cubicBezTo>
                    <a:pt x="247" y="197"/>
                    <a:pt x="249" y="197"/>
                    <a:pt x="251" y="197"/>
                  </a:cubicBezTo>
                  <a:cubicBezTo>
                    <a:pt x="253" y="197"/>
                    <a:pt x="254" y="196"/>
                    <a:pt x="253" y="195"/>
                  </a:cubicBezTo>
                  <a:cubicBezTo>
                    <a:pt x="252" y="193"/>
                    <a:pt x="255" y="191"/>
                    <a:pt x="254" y="190"/>
                  </a:cubicBezTo>
                  <a:cubicBezTo>
                    <a:pt x="254" y="188"/>
                    <a:pt x="246" y="191"/>
                    <a:pt x="245" y="192"/>
                  </a:cubicBezTo>
                  <a:cubicBezTo>
                    <a:pt x="243" y="194"/>
                    <a:pt x="245" y="196"/>
                    <a:pt x="243" y="197"/>
                  </a:cubicBezTo>
                  <a:cubicBezTo>
                    <a:pt x="242" y="197"/>
                    <a:pt x="242" y="195"/>
                    <a:pt x="240" y="195"/>
                  </a:cubicBezTo>
                  <a:cubicBezTo>
                    <a:pt x="238" y="194"/>
                    <a:pt x="225" y="197"/>
                    <a:pt x="223" y="200"/>
                  </a:cubicBezTo>
                  <a:cubicBezTo>
                    <a:pt x="221" y="202"/>
                    <a:pt x="216" y="202"/>
                    <a:pt x="216" y="204"/>
                  </a:cubicBezTo>
                  <a:cubicBezTo>
                    <a:pt x="216" y="206"/>
                    <a:pt x="210" y="205"/>
                    <a:pt x="208" y="206"/>
                  </a:cubicBezTo>
                  <a:cubicBezTo>
                    <a:pt x="206" y="208"/>
                    <a:pt x="207" y="212"/>
                    <a:pt x="206" y="214"/>
                  </a:cubicBezTo>
                  <a:cubicBezTo>
                    <a:pt x="205" y="216"/>
                    <a:pt x="197" y="216"/>
                    <a:pt x="194" y="216"/>
                  </a:cubicBezTo>
                  <a:cubicBezTo>
                    <a:pt x="191" y="216"/>
                    <a:pt x="190" y="211"/>
                    <a:pt x="188" y="210"/>
                  </a:cubicBezTo>
                  <a:cubicBezTo>
                    <a:pt x="186" y="210"/>
                    <a:pt x="187" y="207"/>
                    <a:pt x="188" y="206"/>
                  </a:cubicBezTo>
                  <a:cubicBezTo>
                    <a:pt x="188" y="204"/>
                    <a:pt x="190" y="205"/>
                    <a:pt x="193" y="204"/>
                  </a:cubicBezTo>
                  <a:cubicBezTo>
                    <a:pt x="196" y="202"/>
                    <a:pt x="198" y="205"/>
                    <a:pt x="199" y="203"/>
                  </a:cubicBezTo>
                  <a:cubicBezTo>
                    <a:pt x="200" y="202"/>
                    <a:pt x="195" y="199"/>
                    <a:pt x="195" y="196"/>
                  </a:cubicBezTo>
                  <a:cubicBezTo>
                    <a:pt x="195" y="194"/>
                    <a:pt x="189" y="193"/>
                    <a:pt x="186" y="194"/>
                  </a:cubicBezTo>
                  <a:cubicBezTo>
                    <a:pt x="182" y="195"/>
                    <a:pt x="179" y="194"/>
                    <a:pt x="177" y="193"/>
                  </a:cubicBezTo>
                  <a:cubicBezTo>
                    <a:pt x="174" y="192"/>
                    <a:pt x="174" y="195"/>
                    <a:pt x="178" y="196"/>
                  </a:cubicBezTo>
                  <a:cubicBezTo>
                    <a:pt x="181" y="196"/>
                    <a:pt x="179" y="199"/>
                    <a:pt x="180" y="201"/>
                  </a:cubicBezTo>
                  <a:cubicBezTo>
                    <a:pt x="181" y="202"/>
                    <a:pt x="179" y="206"/>
                    <a:pt x="177" y="209"/>
                  </a:cubicBezTo>
                  <a:cubicBezTo>
                    <a:pt x="175" y="212"/>
                    <a:pt x="177" y="211"/>
                    <a:pt x="180" y="211"/>
                  </a:cubicBezTo>
                  <a:cubicBezTo>
                    <a:pt x="182" y="211"/>
                    <a:pt x="182" y="215"/>
                    <a:pt x="182" y="218"/>
                  </a:cubicBezTo>
                  <a:cubicBezTo>
                    <a:pt x="182" y="221"/>
                    <a:pt x="180" y="221"/>
                    <a:pt x="180" y="224"/>
                  </a:cubicBezTo>
                  <a:cubicBezTo>
                    <a:pt x="180" y="226"/>
                    <a:pt x="178" y="223"/>
                    <a:pt x="177" y="223"/>
                  </a:cubicBezTo>
                  <a:cubicBezTo>
                    <a:pt x="176" y="224"/>
                    <a:pt x="175" y="223"/>
                    <a:pt x="175" y="221"/>
                  </a:cubicBezTo>
                  <a:cubicBezTo>
                    <a:pt x="174" y="219"/>
                    <a:pt x="170" y="220"/>
                    <a:pt x="167" y="220"/>
                  </a:cubicBezTo>
                  <a:cubicBezTo>
                    <a:pt x="165" y="219"/>
                    <a:pt x="164" y="220"/>
                    <a:pt x="163" y="222"/>
                  </a:cubicBezTo>
                  <a:cubicBezTo>
                    <a:pt x="161" y="224"/>
                    <a:pt x="158" y="225"/>
                    <a:pt x="156" y="225"/>
                  </a:cubicBezTo>
                  <a:cubicBezTo>
                    <a:pt x="154" y="225"/>
                    <a:pt x="151" y="229"/>
                    <a:pt x="149" y="230"/>
                  </a:cubicBezTo>
                  <a:cubicBezTo>
                    <a:pt x="147" y="231"/>
                    <a:pt x="147" y="234"/>
                    <a:pt x="150" y="236"/>
                  </a:cubicBezTo>
                  <a:cubicBezTo>
                    <a:pt x="152" y="239"/>
                    <a:pt x="153" y="241"/>
                    <a:pt x="153" y="242"/>
                  </a:cubicBezTo>
                  <a:cubicBezTo>
                    <a:pt x="152" y="244"/>
                    <a:pt x="145" y="243"/>
                    <a:pt x="144" y="242"/>
                  </a:cubicBezTo>
                  <a:cubicBezTo>
                    <a:pt x="143" y="240"/>
                    <a:pt x="138" y="240"/>
                    <a:pt x="136" y="240"/>
                  </a:cubicBezTo>
                  <a:cubicBezTo>
                    <a:pt x="135" y="240"/>
                    <a:pt x="130" y="235"/>
                    <a:pt x="128" y="235"/>
                  </a:cubicBezTo>
                  <a:cubicBezTo>
                    <a:pt x="126" y="235"/>
                    <a:pt x="124" y="238"/>
                    <a:pt x="123" y="239"/>
                  </a:cubicBezTo>
                  <a:cubicBezTo>
                    <a:pt x="123" y="240"/>
                    <a:pt x="124" y="241"/>
                    <a:pt x="126" y="243"/>
                  </a:cubicBezTo>
                  <a:cubicBezTo>
                    <a:pt x="127" y="246"/>
                    <a:pt x="131" y="246"/>
                    <a:pt x="133" y="246"/>
                  </a:cubicBezTo>
                  <a:cubicBezTo>
                    <a:pt x="135" y="246"/>
                    <a:pt x="134" y="249"/>
                    <a:pt x="133" y="250"/>
                  </a:cubicBezTo>
                  <a:cubicBezTo>
                    <a:pt x="133" y="252"/>
                    <a:pt x="129" y="252"/>
                    <a:pt x="128" y="251"/>
                  </a:cubicBezTo>
                  <a:cubicBezTo>
                    <a:pt x="127" y="250"/>
                    <a:pt x="122" y="251"/>
                    <a:pt x="122" y="249"/>
                  </a:cubicBezTo>
                  <a:cubicBezTo>
                    <a:pt x="122" y="248"/>
                    <a:pt x="119" y="245"/>
                    <a:pt x="115" y="246"/>
                  </a:cubicBezTo>
                  <a:cubicBezTo>
                    <a:pt x="112" y="246"/>
                    <a:pt x="111" y="244"/>
                    <a:pt x="112" y="241"/>
                  </a:cubicBezTo>
                  <a:cubicBezTo>
                    <a:pt x="112" y="239"/>
                    <a:pt x="110" y="237"/>
                    <a:pt x="110" y="236"/>
                  </a:cubicBezTo>
                  <a:cubicBezTo>
                    <a:pt x="110" y="235"/>
                    <a:pt x="108" y="232"/>
                    <a:pt x="110" y="231"/>
                  </a:cubicBezTo>
                  <a:cubicBezTo>
                    <a:pt x="112" y="230"/>
                    <a:pt x="110" y="228"/>
                    <a:pt x="111" y="227"/>
                  </a:cubicBezTo>
                  <a:cubicBezTo>
                    <a:pt x="111" y="225"/>
                    <a:pt x="108" y="222"/>
                    <a:pt x="105" y="222"/>
                  </a:cubicBezTo>
                  <a:cubicBezTo>
                    <a:pt x="102" y="222"/>
                    <a:pt x="103" y="220"/>
                    <a:pt x="101" y="219"/>
                  </a:cubicBezTo>
                  <a:cubicBezTo>
                    <a:pt x="98" y="219"/>
                    <a:pt x="94" y="215"/>
                    <a:pt x="93" y="213"/>
                  </a:cubicBezTo>
                  <a:cubicBezTo>
                    <a:pt x="93" y="212"/>
                    <a:pt x="90" y="211"/>
                    <a:pt x="91" y="211"/>
                  </a:cubicBezTo>
                  <a:cubicBezTo>
                    <a:pt x="92" y="210"/>
                    <a:pt x="95" y="211"/>
                    <a:pt x="97" y="213"/>
                  </a:cubicBezTo>
                  <a:cubicBezTo>
                    <a:pt x="99" y="215"/>
                    <a:pt x="102" y="217"/>
                    <a:pt x="107" y="217"/>
                  </a:cubicBezTo>
                  <a:cubicBezTo>
                    <a:pt x="112" y="218"/>
                    <a:pt x="114" y="220"/>
                    <a:pt x="120" y="221"/>
                  </a:cubicBezTo>
                  <a:cubicBezTo>
                    <a:pt x="125" y="222"/>
                    <a:pt x="129" y="223"/>
                    <a:pt x="137" y="224"/>
                  </a:cubicBezTo>
                  <a:cubicBezTo>
                    <a:pt x="145" y="225"/>
                    <a:pt x="156" y="217"/>
                    <a:pt x="158" y="215"/>
                  </a:cubicBezTo>
                  <a:cubicBezTo>
                    <a:pt x="160" y="213"/>
                    <a:pt x="157" y="208"/>
                    <a:pt x="157" y="206"/>
                  </a:cubicBezTo>
                  <a:cubicBezTo>
                    <a:pt x="157" y="204"/>
                    <a:pt x="154" y="204"/>
                    <a:pt x="153" y="203"/>
                  </a:cubicBezTo>
                  <a:cubicBezTo>
                    <a:pt x="153" y="202"/>
                    <a:pt x="150" y="199"/>
                    <a:pt x="147" y="199"/>
                  </a:cubicBezTo>
                  <a:cubicBezTo>
                    <a:pt x="144" y="199"/>
                    <a:pt x="143" y="196"/>
                    <a:pt x="141" y="196"/>
                  </a:cubicBezTo>
                  <a:cubicBezTo>
                    <a:pt x="138" y="196"/>
                    <a:pt x="137" y="195"/>
                    <a:pt x="130" y="190"/>
                  </a:cubicBezTo>
                  <a:cubicBezTo>
                    <a:pt x="124" y="186"/>
                    <a:pt x="115" y="183"/>
                    <a:pt x="113" y="184"/>
                  </a:cubicBezTo>
                  <a:cubicBezTo>
                    <a:pt x="111" y="184"/>
                    <a:pt x="110" y="185"/>
                    <a:pt x="109" y="183"/>
                  </a:cubicBezTo>
                  <a:cubicBezTo>
                    <a:pt x="108" y="182"/>
                    <a:pt x="106" y="182"/>
                    <a:pt x="104" y="183"/>
                  </a:cubicBezTo>
                  <a:cubicBezTo>
                    <a:pt x="102" y="184"/>
                    <a:pt x="101" y="182"/>
                    <a:pt x="97" y="183"/>
                  </a:cubicBezTo>
                  <a:cubicBezTo>
                    <a:pt x="94" y="183"/>
                    <a:pt x="92" y="181"/>
                    <a:pt x="93" y="180"/>
                  </a:cubicBezTo>
                  <a:cubicBezTo>
                    <a:pt x="94" y="179"/>
                    <a:pt x="99" y="180"/>
                    <a:pt x="99" y="179"/>
                  </a:cubicBezTo>
                  <a:cubicBezTo>
                    <a:pt x="98" y="177"/>
                    <a:pt x="97" y="179"/>
                    <a:pt x="94" y="177"/>
                  </a:cubicBezTo>
                  <a:cubicBezTo>
                    <a:pt x="91" y="175"/>
                    <a:pt x="89" y="176"/>
                    <a:pt x="88" y="178"/>
                  </a:cubicBezTo>
                  <a:cubicBezTo>
                    <a:pt x="88" y="179"/>
                    <a:pt x="86" y="179"/>
                    <a:pt x="84" y="177"/>
                  </a:cubicBezTo>
                  <a:cubicBezTo>
                    <a:pt x="84" y="177"/>
                    <a:pt x="84" y="177"/>
                    <a:pt x="84" y="177"/>
                  </a:cubicBezTo>
                  <a:cubicBezTo>
                    <a:pt x="83" y="180"/>
                    <a:pt x="81" y="180"/>
                    <a:pt x="80" y="180"/>
                  </a:cubicBezTo>
                  <a:cubicBezTo>
                    <a:pt x="78" y="179"/>
                    <a:pt x="76" y="182"/>
                    <a:pt x="74" y="182"/>
                  </a:cubicBezTo>
                  <a:cubicBezTo>
                    <a:pt x="72" y="182"/>
                    <a:pt x="69" y="185"/>
                    <a:pt x="69" y="187"/>
                  </a:cubicBezTo>
                  <a:cubicBezTo>
                    <a:pt x="68" y="189"/>
                    <a:pt x="66" y="188"/>
                    <a:pt x="66" y="189"/>
                  </a:cubicBezTo>
                  <a:cubicBezTo>
                    <a:pt x="66" y="190"/>
                    <a:pt x="66" y="192"/>
                    <a:pt x="65" y="193"/>
                  </a:cubicBezTo>
                  <a:cubicBezTo>
                    <a:pt x="64" y="194"/>
                    <a:pt x="65" y="195"/>
                    <a:pt x="66" y="197"/>
                  </a:cubicBezTo>
                  <a:cubicBezTo>
                    <a:pt x="67" y="199"/>
                    <a:pt x="69" y="199"/>
                    <a:pt x="70" y="200"/>
                  </a:cubicBezTo>
                  <a:cubicBezTo>
                    <a:pt x="72" y="200"/>
                    <a:pt x="76" y="204"/>
                    <a:pt x="76" y="205"/>
                  </a:cubicBezTo>
                  <a:cubicBezTo>
                    <a:pt x="76" y="206"/>
                    <a:pt x="72" y="210"/>
                    <a:pt x="71" y="210"/>
                  </a:cubicBezTo>
                  <a:cubicBezTo>
                    <a:pt x="70" y="211"/>
                    <a:pt x="68" y="214"/>
                    <a:pt x="69" y="215"/>
                  </a:cubicBezTo>
                  <a:cubicBezTo>
                    <a:pt x="70" y="216"/>
                    <a:pt x="74" y="222"/>
                    <a:pt x="76" y="226"/>
                  </a:cubicBezTo>
                  <a:cubicBezTo>
                    <a:pt x="78" y="230"/>
                    <a:pt x="75" y="228"/>
                    <a:pt x="74" y="230"/>
                  </a:cubicBezTo>
                  <a:cubicBezTo>
                    <a:pt x="72" y="232"/>
                    <a:pt x="74" y="235"/>
                    <a:pt x="75" y="236"/>
                  </a:cubicBezTo>
                  <a:cubicBezTo>
                    <a:pt x="75" y="237"/>
                    <a:pt x="73" y="237"/>
                    <a:pt x="73" y="238"/>
                  </a:cubicBezTo>
                  <a:cubicBezTo>
                    <a:pt x="73" y="239"/>
                    <a:pt x="76" y="240"/>
                    <a:pt x="77" y="240"/>
                  </a:cubicBezTo>
                  <a:cubicBezTo>
                    <a:pt x="77" y="241"/>
                    <a:pt x="74" y="242"/>
                    <a:pt x="75" y="244"/>
                  </a:cubicBezTo>
                  <a:cubicBezTo>
                    <a:pt x="77" y="246"/>
                    <a:pt x="79" y="246"/>
                    <a:pt x="79" y="248"/>
                  </a:cubicBezTo>
                  <a:cubicBezTo>
                    <a:pt x="80" y="250"/>
                    <a:pt x="75" y="250"/>
                    <a:pt x="75" y="252"/>
                  </a:cubicBezTo>
                  <a:cubicBezTo>
                    <a:pt x="75" y="254"/>
                    <a:pt x="81" y="256"/>
                    <a:pt x="84" y="259"/>
                  </a:cubicBezTo>
                  <a:cubicBezTo>
                    <a:pt x="87" y="263"/>
                    <a:pt x="87" y="263"/>
                    <a:pt x="86" y="265"/>
                  </a:cubicBezTo>
                  <a:cubicBezTo>
                    <a:pt x="85" y="269"/>
                    <a:pt x="77" y="272"/>
                    <a:pt x="75" y="276"/>
                  </a:cubicBezTo>
                  <a:cubicBezTo>
                    <a:pt x="74" y="280"/>
                    <a:pt x="67" y="282"/>
                    <a:pt x="64" y="285"/>
                  </a:cubicBezTo>
                  <a:cubicBezTo>
                    <a:pt x="63" y="286"/>
                    <a:pt x="62" y="288"/>
                    <a:pt x="60" y="289"/>
                  </a:cubicBezTo>
                  <a:cubicBezTo>
                    <a:pt x="62" y="289"/>
                    <a:pt x="63" y="288"/>
                    <a:pt x="64" y="288"/>
                  </a:cubicBezTo>
                  <a:cubicBezTo>
                    <a:pt x="65" y="287"/>
                    <a:pt x="66" y="291"/>
                    <a:pt x="68" y="293"/>
                  </a:cubicBezTo>
                  <a:cubicBezTo>
                    <a:pt x="70" y="294"/>
                    <a:pt x="73" y="293"/>
                    <a:pt x="75" y="294"/>
                  </a:cubicBezTo>
                  <a:cubicBezTo>
                    <a:pt x="76" y="296"/>
                    <a:pt x="74" y="296"/>
                    <a:pt x="71" y="295"/>
                  </a:cubicBezTo>
                  <a:cubicBezTo>
                    <a:pt x="69" y="295"/>
                    <a:pt x="68" y="296"/>
                    <a:pt x="64" y="298"/>
                  </a:cubicBezTo>
                  <a:cubicBezTo>
                    <a:pt x="61" y="299"/>
                    <a:pt x="61" y="300"/>
                    <a:pt x="60" y="300"/>
                  </a:cubicBezTo>
                  <a:cubicBezTo>
                    <a:pt x="62" y="303"/>
                    <a:pt x="60" y="303"/>
                    <a:pt x="59" y="305"/>
                  </a:cubicBezTo>
                  <a:cubicBezTo>
                    <a:pt x="58" y="307"/>
                    <a:pt x="57" y="308"/>
                    <a:pt x="57" y="309"/>
                  </a:cubicBezTo>
                  <a:cubicBezTo>
                    <a:pt x="56" y="310"/>
                    <a:pt x="57" y="311"/>
                    <a:pt x="57" y="313"/>
                  </a:cubicBezTo>
                  <a:cubicBezTo>
                    <a:pt x="57" y="315"/>
                    <a:pt x="58" y="316"/>
                    <a:pt x="59" y="317"/>
                  </a:cubicBezTo>
                  <a:cubicBezTo>
                    <a:pt x="60" y="319"/>
                    <a:pt x="58" y="319"/>
                    <a:pt x="57" y="320"/>
                  </a:cubicBezTo>
                  <a:cubicBezTo>
                    <a:pt x="56" y="320"/>
                    <a:pt x="56" y="322"/>
                    <a:pt x="58" y="324"/>
                  </a:cubicBezTo>
                  <a:cubicBezTo>
                    <a:pt x="59" y="325"/>
                    <a:pt x="59" y="326"/>
                    <a:pt x="59" y="328"/>
                  </a:cubicBezTo>
                  <a:cubicBezTo>
                    <a:pt x="58" y="329"/>
                    <a:pt x="60" y="331"/>
                    <a:pt x="61" y="332"/>
                  </a:cubicBezTo>
                  <a:cubicBezTo>
                    <a:pt x="62" y="333"/>
                    <a:pt x="62" y="336"/>
                    <a:pt x="63" y="337"/>
                  </a:cubicBezTo>
                  <a:cubicBezTo>
                    <a:pt x="64" y="338"/>
                    <a:pt x="65" y="338"/>
                    <a:pt x="67" y="338"/>
                  </a:cubicBezTo>
                  <a:cubicBezTo>
                    <a:pt x="68" y="338"/>
                    <a:pt x="70" y="338"/>
                    <a:pt x="70" y="340"/>
                  </a:cubicBezTo>
                  <a:cubicBezTo>
                    <a:pt x="71" y="341"/>
                    <a:pt x="72" y="341"/>
                    <a:pt x="74" y="340"/>
                  </a:cubicBezTo>
                  <a:cubicBezTo>
                    <a:pt x="76" y="339"/>
                    <a:pt x="80" y="341"/>
                    <a:pt x="81" y="342"/>
                  </a:cubicBezTo>
                  <a:cubicBezTo>
                    <a:pt x="82" y="342"/>
                    <a:pt x="82" y="345"/>
                    <a:pt x="82" y="347"/>
                  </a:cubicBezTo>
                  <a:cubicBezTo>
                    <a:pt x="82" y="349"/>
                    <a:pt x="81" y="351"/>
                    <a:pt x="83" y="352"/>
                  </a:cubicBezTo>
                  <a:cubicBezTo>
                    <a:pt x="84" y="353"/>
                    <a:pt x="84" y="356"/>
                    <a:pt x="86" y="357"/>
                  </a:cubicBezTo>
                  <a:cubicBezTo>
                    <a:pt x="88" y="357"/>
                    <a:pt x="89" y="360"/>
                    <a:pt x="90" y="361"/>
                  </a:cubicBezTo>
                  <a:cubicBezTo>
                    <a:pt x="92" y="361"/>
                    <a:pt x="94" y="363"/>
                    <a:pt x="94" y="364"/>
                  </a:cubicBezTo>
                  <a:cubicBezTo>
                    <a:pt x="95" y="366"/>
                    <a:pt x="92" y="367"/>
                    <a:pt x="91" y="368"/>
                  </a:cubicBezTo>
                  <a:cubicBezTo>
                    <a:pt x="89" y="368"/>
                    <a:pt x="86" y="366"/>
                    <a:pt x="85" y="367"/>
                  </a:cubicBezTo>
                  <a:cubicBezTo>
                    <a:pt x="84" y="368"/>
                    <a:pt x="86" y="370"/>
                    <a:pt x="86" y="374"/>
                  </a:cubicBezTo>
                  <a:cubicBezTo>
                    <a:pt x="87" y="377"/>
                    <a:pt x="88" y="378"/>
                    <a:pt x="90" y="378"/>
                  </a:cubicBezTo>
                  <a:cubicBezTo>
                    <a:pt x="91" y="378"/>
                    <a:pt x="92" y="377"/>
                    <a:pt x="93" y="376"/>
                  </a:cubicBezTo>
                  <a:cubicBezTo>
                    <a:pt x="94" y="375"/>
                    <a:pt x="97" y="376"/>
                    <a:pt x="98" y="376"/>
                  </a:cubicBezTo>
                  <a:cubicBezTo>
                    <a:pt x="99" y="375"/>
                    <a:pt x="103" y="375"/>
                    <a:pt x="104" y="376"/>
                  </a:cubicBezTo>
                  <a:cubicBezTo>
                    <a:pt x="105" y="378"/>
                    <a:pt x="106" y="381"/>
                    <a:pt x="105" y="382"/>
                  </a:cubicBezTo>
                  <a:cubicBezTo>
                    <a:pt x="104" y="383"/>
                    <a:pt x="106" y="384"/>
                    <a:pt x="106" y="386"/>
                  </a:cubicBezTo>
                  <a:cubicBezTo>
                    <a:pt x="107" y="388"/>
                    <a:pt x="111" y="387"/>
                    <a:pt x="112" y="387"/>
                  </a:cubicBezTo>
                  <a:cubicBezTo>
                    <a:pt x="113" y="388"/>
                    <a:pt x="116" y="391"/>
                    <a:pt x="115" y="393"/>
                  </a:cubicBezTo>
                  <a:cubicBezTo>
                    <a:pt x="115" y="395"/>
                    <a:pt x="117" y="395"/>
                    <a:pt x="118" y="394"/>
                  </a:cubicBezTo>
                  <a:cubicBezTo>
                    <a:pt x="119" y="394"/>
                    <a:pt x="120" y="395"/>
                    <a:pt x="121" y="396"/>
                  </a:cubicBezTo>
                  <a:cubicBezTo>
                    <a:pt x="123" y="397"/>
                    <a:pt x="124" y="397"/>
                    <a:pt x="125" y="396"/>
                  </a:cubicBezTo>
                  <a:cubicBezTo>
                    <a:pt x="126" y="395"/>
                    <a:pt x="129" y="394"/>
                    <a:pt x="129" y="395"/>
                  </a:cubicBezTo>
                  <a:cubicBezTo>
                    <a:pt x="130" y="397"/>
                    <a:pt x="133" y="399"/>
                    <a:pt x="133" y="399"/>
                  </a:cubicBezTo>
                  <a:cubicBezTo>
                    <a:pt x="133" y="400"/>
                    <a:pt x="137" y="399"/>
                    <a:pt x="139" y="400"/>
                  </a:cubicBezTo>
                  <a:cubicBezTo>
                    <a:pt x="140" y="401"/>
                    <a:pt x="143" y="401"/>
                    <a:pt x="145" y="402"/>
                  </a:cubicBezTo>
                  <a:cubicBezTo>
                    <a:pt x="147" y="403"/>
                    <a:pt x="149" y="403"/>
                    <a:pt x="149" y="405"/>
                  </a:cubicBezTo>
                  <a:cubicBezTo>
                    <a:pt x="149" y="406"/>
                    <a:pt x="147" y="407"/>
                    <a:pt x="147" y="408"/>
                  </a:cubicBezTo>
                  <a:cubicBezTo>
                    <a:pt x="147" y="408"/>
                    <a:pt x="149" y="409"/>
                    <a:pt x="149" y="410"/>
                  </a:cubicBezTo>
                  <a:cubicBezTo>
                    <a:pt x="149" y="411"/>
                    <a:pt x="146" y="411"/>
                    <a:pt x="146" y="412"/>
                  </a:cubicBezTo>
                  <a:cubicBezTo>
                    <a:pt x="146" y="412"/>
                    <a:pt x="147" y="414"/>
                    <a:pt x="148" y="414"/>
                  </a:cubicBezTo>
                  <a:cubicBezTo>
                    <a:pt x="148" y="415"/>
                    <a:pt x="146" y="418"/>
                    <a:pt x="146" y="419"/>
                  </a:cubicBezTo>
                  <a:cubicBezTo>
                    <a:pt x="146" y="420"/>
                    <a:pt x="141" y="419"/>
                    <a:pt x="140" y="419"/>
                  </a:cubicBezTo>
                  <a:cubicBezTo>
                    <a:pt x="139" y="419"/>
                    <a:pt x="136" y="422"/>
                    <a:pt x="135" y="422"/>
                  </a:cubicBezTo>
                  <a:cubicBezTo>
                    <a:pt x="134" y="423"/>
                    <a:pt x="134" y="424"/>
                    <a:pt x="134" y="426"/>
                  </a:cubicBezTo>
                  <a:cubicBezTo>
                    <a:pt x="138" y="425"/>
                    <a:pt x="142" y="425"/>
                    <a:pt x="142" y="426"/>
                  </a:cubicBezTo>
                  <a:cubicBezTo>
                    <a:pt x="143" y="427"/>
                    <a:pt x="134" y="431"/>
                    <a:pt x="133" y="431"/>
                  </a:cubicBezTo>
                  <a:cubicBezTo>
                    <a:pt x="131" y="432"/>
                    <a:pt x="136" y="434"/>
                    <a:pt x="136" y="435"/>
                  </a:cubicBezTo>
                  <a:cubicBezTo>
                    <a:pt x="136" y="437"/>
                    <a:pt x="131" y="437"/>
                    <a:pt x="131" y="439"/>
                  </a:cubicBezTo>
                  <a:cubicBezTo>
                    <a:pt x="132" y="442"/>
                    <a:pt x="130" y="443"/>
                    <a:pt x="127" y="443"/>
                  </a:cubicBezTo>
                  <a:cubicBezTo>
                    <a:pt x="125" y="443"/>
                    <a:pt x="124" y="444"/>
                    <a:pt x="125" y="444"/>
                  </a:cubicBezTo>
                  <a:cubicBezTo>
                    <a:pt x="127" y="445"/>
                    <a:pt x="126" y="448"/>
                    <a:pt x="131" y="449"/>
                  </a:cubicBezTo>
                  <a:cubicBezTo>
                    <a:pt x="136" y="450"/>
                    <a:pt x="141" y="455"/>
                    <a:pt x="145" y="459"/>
                  </a:cubicBezTo>
                  <a:cubicBezTo>
                    <a:pt x="145" y="460"/>
                    <a:pt x="146" y="460"/>
                    <a:pt x="147" y="460"/>
                  </a:cubicBezTo>
                  <a:cubicBezTo>
                    <a:pt x="148" y="460"/>
                    <a:pt x="149" y="459"/>
                    <a:pt x="149" y="459"/>
                  </a:cubicBezTo>
                  <a:cubicBezTo>
                    <a:pt x="152" y="459"/>
                    <a:pt x="156" y="460"/>
                    <a:pt x="158" y="462"/>
                  </a:cubicBezTo>
                  <a:cubicBezTo>
                    <a:pt x="160" y="463"/>
                    <a:pt x="169" y="461"/>
                    <a:pt x="170" y="463"/>
                  </a:cubicBezTo>
                  <a:cubicBezTo>
                    <a:pt x="171" y="464"/>
                    <a:pt x="173" y="466"/>
                    <a:pt x="174" y="466"/>
                  </a:cubicBezTo>
                  <a:cubicBezTo>
                    <a:pt x="176" y="466"/>
                    <a:pt x="177" y="469"/>
                    <a:pt x="179" y="468"/>
                  </a:cubicBezTo>
                  <a:cubicBezTo>
                    <a:pt x="180" y="467"/>
                    <a:pt x="185" y="467"/>
                    <a:pt x="186" y="467"/>
                  </a:cubicBezTo>
                  <a:cubicBezTo>
                    <a:pt x="187" y="467"/>
                    <a:pt x="187" y="468"/>
                    <a:pt x="189" y="468"/>
                  </a:cubicBezTo>
                  <a:cubicBezTo>
                    <a:pt x="190" y="468"/>
                    <a:pt x="190" y="473"/>
                    <a:pt x="191" y="472"/>
                  </a:cubicBezTo>
                  <a:cubicBezTo>
                    <a:pt x="192" y="472"/>
                    <a:pt x="196" y="475"/>
                    <a:pt x="198" y="476"/>
                  </a:cubicBezTo>
                  <a:cubicBezTo>
                    <a:pt x="200" y="476"/>
                    <a:pt x="202" y="480"/>
                    <a:pt x="203" y="480"/>
                  </a:cubicBezTo>
                  <a:cubicBezTo>
                    <a:pt x="204" y="479"/>
                    <a:pt x="206" y="481"/>
                    <a:pt x="207" y="480"/>
                  </a:cubicBezTo>
                  <a:cubicBezTo>
                    <a:pt x="207" y="478"/>
                    <a:pt x="211" y="479"/>
                    <a:pt x="211" y="476"/>
                  </a:cubicBezTo>
                  <a:cubicBezTo>
                    <a:pt x="207" y="471"/>
                    <a:pt x="203" y="466"/>
                    <a:pt x="203" y="463"/>
                  </a:cubicBezTo>
                  <a:cubicBezTo>
                    <a:pt x="203" y="460"/>
                    <a:pt x="205" y="457"/>
                    <a:pt x="200" y="453"/>
                  </a:cubicBezTo>
                  <a:cubicBezTo>
                    <a:pt x="196" y="449"/>
                    <a:pt x="201" y="447"/>
                    <a:pt x="204" y="443"/>
                  </a:cubicBezTo>
                  <a:cubicBezTo>
                    <a:pt x="207" y="439"/>
                    <a:pt x="213" y="437"/>
                    <a:pt x="217" y="435"/>
                  </a:cubicBezTo>
                  <a:cubicBezTo>
                    <a:pt x="216" y="434"/>
                    <a:pt x="215" y="434"/>
                    <a:pt x="214" y="433"/>
                  </a:cubicBezTo>
                  <a:cubicBezTo>
                    <a:pt x="212" y="432"/>
                    <a:pt x="211" y="431"/>
                    <a:pt x="213" y="430"/>
                  </a:cubicBezTo>
                  <a:cubicBezTo>
                    <a:pt x="215" y="429"/>
                    <a:pt x="214" y="428"/>
                    <a:pt x="212" y="426"/>
                  </a:cubicBezTo>
                  <a:cubicBezTo>
                    <a:pt x="210" y="423"/>
                    <a:pt x="209" y="420"/>
                    <a:pt x="207" y="420"/>
                  </a:cubicBezTo>
                  <a:cubicBezTo>
                    <a:pt x="206" y="420"/>
                    <a:pt x="204" y="420"/>
                    <a:pt x="202" y="421"/>
                  </a:cubicBezTo>
                  <a:cubicBezTo>
                    <a:pt x="200" y="421"/>
                    <a:pt x="200" y="419"/>
                    <a:pt x="201" y="417"/>
                  </a:cubicBezTo>
                  <a:cubicBezTo>
                    <a:pt x="201" y="415"/>
                    <a:pt x="197" y="415"/>
                    <a:pt x="197" y="414"/>
                  </a:cubicBezTo>
                  <a:cubicBezTo>
                    <a:pt x="196" y="413"/>
                    <a:pt x="198" y="410"/>
                    <a:pt x="198" y="409"/>
                  </a:cubicBezTo>
                  <a:cubicBezTo>
                    <a:pt x="199" y="409"/>
                    <a:pt x="201" y="408"/>
                    <a:pt x="201" y="407"/>
                  </a:cubicBezTo>
                  <a:cubicBezTo>
                    <a:pt x="201" y="406"/>
                    <a:pt x="197" y="406"/>
                    <a:pt x="199" y="403"/>
                  </a:cubicBezTo>
                  <a:cubicBezTo>
                    <a:pt x="200" y="401"/>
                    <a:pt x="202" y="401"/>
                    <a:pt x="202" y="399"/>
                  </a:cubicBezTo>
                  <a:cubicBezTo>
                    <a:pt x="202" y="397"/>
                    <a:pt x="204" y="395"/>
                    <a:pt x="207" y="396"/>
                  </a:cubicBezTo>
                  <a:cubicBezTo>
                    <a:pt x="209" y="398"/>
                    <a:pt x="210" y="402"/>
                    <a:pt x="213" y="401"/>
                  </a:cubicBezTo>
                  <a:cubicBezTo>
                    <a:pt x="215" y="400"/>
                    <a:pt x="214" y="398"/>
                    <a:pt x="213" y="397"/>
                  </a:cubicBezTo>
                  <a:cubicBezTo>
                    <a:pt x="213" y="395"/>
                    <a:pt x="212" y="393"/>
                    <a:pt x="215" y="393"/>
                  </a:cubicBezTo>
                  <a:cubicBezTo>
                    <a:pt x="218" y="392"/>
                    <a:pt x="217" y="389"/>
                    <a:pt x="219" y="389"/>
                  </a:cubicBezTo>
                  <a:cubicBezTo>
                    <a:pt x="221" y="389"/>
                    <a:pt x="226" y="386"/>
                    <a:pt x="227" y="386"/>
                  </a:cubicBezTo>
                  <a:cubicBezTo>
                    <a:pt x="228" y="385"/>
                    <a:pt x="231" y="383"/>
                    <a:pt x="232" y="384"/>
                  </a:cubicBezTo>
                  <a:cubicBezTo>
                    <a:pt x="234" y="385"/>
                    <a:pt x="235" y="386"/>
                    <a:pt x="236" y="384"/>
                  </a:cubicBezTo>
                  <a:cubicBezTo>
                    <a:pt x="237" y="382"/>
                    <a:pt x="241" y="383"/>
                    <a:pt x="241" y="384"/>
                  </a:cubicBezTo>
                  <a:cubicBezTo>
                    <a:pt x="242" y="385"/>
                    <a:pt x="248" y="385"/>
                    <a:pt x="250" y="387"/>
                  </a:cubicBezTo>
                  <a:cubicBezTo>
                    <a:pt x="252" y="388"/>
                    <a:pt x="256" y="390"/>
                    <a:pt x="256" y="392"/>
                  </a:cubicBezTo>
                  <a:cubicBezTo>
                    <a:pt x="256" y="393"/>
                    <a:pt x="258" y="395"/>
                    <a:pt x="258" y="393"/>
                  </a:cubicBezTo>
                  <a:cubicBezTo>
                    <a:pt x="258" y="390"/>
                    <a:pt x="260" y="391"/>
                    <a:pt x="262" y="393"/>
                  </a:cubicBezTo>
                  <a:cubicBezTo>
                    <a:pt x="265" y="394"/>
                    <a:pt x="268" y="394"/>
                    <a:pt x="269" y="392"/>
                  </a:cubicBezTo>
                  <a:cubicBezTo>
                    <a:pt x="270" y="390"/>
                    <a:pt x="275" y="388"/>
                    <a:pt x="276" y="390"/>
                  </a:cubicBezTo>
                  <a:cubicBezTo>
                    <a:pt x="278" y="391"/>
                    <a:pt x="279" y="392"/>
                    <a:pt x="281" y="390"/>
                  </a:cubicBezTo>
                  <a:cubicBezTo>
                    <a:pt x="282" y="388"/>
                    <a:pt x="287" y="388"/>
                    <a:pt x="288" y="390"/>
                  </a:cubicBezTo>
                  <a:cubicBezTo>
                    <a:pt x="288" y="392"/>
                    <a:pt x="291" y="393"/>
                    <a:pt x="293" y="393"/>
                  </a:cubicBezTo>
                  <a:cubicBezTo>
                    <a:pt x="295" y="393"/>
                    <a:pt x="295" y="396"/>
                    <a:pt x="296" y="395"/>
                  </a:cubicBezTo>
                  <a:cubicBezTo>
                    <a:pt x="297" y="394"/>
                    <a:pt x="297" y="391"/>
                    <a:pt x="299" y="391"/>
                  </a:cubicBezTo>
                  <a:cubicBezTo>
                    <a:pt x="300" y="392"/>
                    <a:pt x="302" y="394"/>
                    <a:pt x="304" y="394"/>
                  </a:cubicBezTo>
                  <a:cubicBezTo>
                    <a:pt x="307" y="394"/>
                    <a:pt x="309" y="393"/>
                    <a:pt x="309" y="391"/>
                  </a:cubicBezTo>
                  <a:cubicBezTo>
                    <a:pt x="309" y="389"/>
                    <a:pt x="308" y="386"/>
                    <a:pt x="307" y="386"/>
                  </a:cubicBezTo>
                  <a:cubicBezTo>
                    <a:pt x="305" y="386"/>
                    <a:pt x="304" y="384"/>
                    <a:pt x="302" y="384"/>
                  </a:cubicBezTo>
                  <a:cubicBezTo>
                    <a:pt x="300" y="384"/>
                    <a:pt x="298" y="381"/>
                    <a:pt x="300" y="380"/>
                  </a:cubicBezTo>
                  <a:cubicBezTo>
                    <a:pt x="302" y="380"/>
                    <a:pt x="305" y="378"/>
                    <a:pt x="304" y="376"/>
                  </a:cubicBezTo>
                  <a:cubicBezTo>
                    <a:pt x="304" y="375"/>
                    <a:pt x="303" y="372"/>
                    <a:pt x="306" y="371"/>
                  </a:cubicBezTo>
                  <a:cubicBezTo>
                    <a:pt x="308" y="371"/>
                    <a:pt x="314" y="371"/>
                    <a:pt x="313" y="370"/>
                  </a:cubicBezTo>
                  <a:cubicBezTo>
                    <a:pt x="313" y="369"/>
                    <a:pt x="308" y="368"/>
                    <a:pt x="307" y="367"/>
                  </a:cubicBezTo>
                  <a:cubicBezTo>
                    <a:pt x="306" y="365"/>
                    <a:pt x="306" y="361"/>
                    <a:pt x="307" y="360"/>
                  </a:cubicBezTo>
                  <a:cubicBezTo>
                    <a:pt x="308" y="360"/>
                    <a:pt x="311" y="361"/>
                    <a:pt x="313" y="360"/>
                  </a:cubicBezTo>
                  <a:cubicBezTo>
                    <a:pt x="315" y="359"/>
                    <a:pt x="319" y="361"/>
                    <a:pt x="322" y="359"/>
                  </a:cubicBezTo>
                  <a:cubicBezTo>
                    <a:pt x="324" y="357"/>
                    <a:pt x="330" y="357"/>
                    <a:pt x="333" y="357"/>
                  </a:cubicBezTo>
                  <a:cubicBezTo>
                    <a:pt x="335" y="357"/>
                    <a:pt x="338" y="355"/>
                    <a:pt x="340" y="355"/>
                  </a:cubicBezTo>
                  <a:cubicBezTo>
                    <a:pt x="342" y="354"/>
                    <a:pt x="349" y="353"/>
                    <a:pt x="350" y="353"/>
                  </a:cubicBezTo>
                  <a:cubicBezTo>
                    <a:pt x="352" y="352"/>
                    <a:pt x="361" y="351"/>
                    <a:pt x="361" y="349"/>
                  </a:cubicBezTo>
                  <a:cubicBezTo>
                    <a:pt x="362" y="347"/>
                    <a:pt x="369" y="346"/>
                    <a:pt x="370" y="347"/>
                  </a:cubicBezTo>
                  <a:cubicBezTo>
                    <a:pt x="372" y="348"/>
                    <a:pt x="374" y="348"/>
                    <a:pt x="376" y="348"/>
                  </a:cubicBezTo>
                  <a:cubicBezTo>
                    <a:pt x="378" y="347"/>
                    <a:pt x="381" y="349"/>
                    <a:pt x="381" y="351"/>
                  </a:cubicBezTo>
                  <a:cubicBezTo>
                    <a:pt x="380" y="352"/>
                    <a:pt x="382" y="354"/>
                    <a:pt x="382" y="356"/>
                  </a:cubicBezTo>
                  <a:cubicBezTo>
                    <a:pt x="382" y="357"/>
                    <a:pt x="380" y="358"/>
                    <a:pt x="381" y="359"/>
                  </a:cubicBezTo>
                  <a:cubicBezTo>
                    <a:pt x="382" y="360"/>
                    <a:pt x="387" y="359"/>
                    <a:pt x="388" y="358"/>
                  </a:cubicBezTo>
                  <a:cubicBezTo>
                    <a:pt x="389" y="356"/>
                    <a:pt x="391" y="359"/>
                    <a:pt x="391" y="360"/>
                  </a:cubicBezTo>
                  <a:cubicBezTo>
                    <a:pt x="391" y="361"/>
                    <a:pt x="393" y="362"/>
                    <a:pt x="393" y="360"/>
                  </a:cubicBezTo>
                  <a:cubicBezTo>
                    <a:pt x="393" y="359"/>
                    <a:pt x="395" y="360"/>
                    <a:pt x="396" y="361"/>
                  </a:cubicBezTo>
                  <a:cubicBezTo>
                    <a:pt x="397" y="362"/>
                    <a:pt x="400" y="359"/>
                    <a:pt x="400" y="361"/>
                  </a:cubicBezTo>
                  <a:cubicBezTo>
                    <a:pt x="400" y="363"/>
                    <a:pt x="396" y="364"/>
                    <a:pt x="397" y="366"/>
                  </a:cubicBezTo>
                  <a:cubicBezTo>
                    <a:pt x="399" y="368"/>
                    <a:pt x="401" y="364"/>
                    <a:pt x="403" y="365"/>
                  </a:cubicBezTo>
                  <a:cubicBezTo>
                    <a:pt x="405" y="365"/>
                    <a:pt x="409" y="362"/>
                    <a:pt x="411" y="361"/>
                  </a:cubicBezTo>
                  <a:cubicBezTo>
                    <a:pt x="413" y="361"/>
                    <a:pt x="416" y="359"/>
                    <a:pt x="418" y="358"/>
                  </a:cubicBezTo>
                  <a:cubicBezTo>
                    <a:pt x="420" y="356"/>
                    <a:pt x="424" y="357"/>
                    <a:pt x="423" y="358"/>
                  </a:cubicBezTo>
                  <a:cubicBezTo>
                    <a:pt x="421" y="359"/>
                    <a:pt x="420" y="362"/>
                    <a:pt x="425" y="364"/>
                  </a:cubicBezTo>
                  <a:cubicBezTo>
                    <a:pt x="429" y="365"/>
                    <a:pt x="435" y="375"/>
                    <a:pt x="438" y="380"/>
                  </a:cubicBezTo>
                  <a:cubicBezTo>
                    <a:pt x="441" y="384"/>
                    <a:pt x="444" y="393"/>
                    <a:pt x="446" y="393"/>
                  </a:cubicBezTo>
                  <a:cubicBezTo>
                    <a:pt x="447" y="393"/>
                    <a:pt x="448" y="388"/>
                    <a:pt x="450" y="388"/>
                  </a:cubicBezTo>
                  <a:cubicBezTo>
                    <a:pt x="452" y="387"/>
                    <a:pt x="453" y="392"/>
                    <a:pt x="456" y="392"/>
                  </a:cubicBezTo>
                  <a:cubicBezTo>
                    <a:pt x="458" y="393"/>
                    <a:pt x="461" y="394"/>
                    <a:pt x="463" y="393"/>
                  </a:cubicBezTo>
                  <a:cubicBezTo>
                    <a:pt x="465" y="393"/>
                    <a:pt x="469" y="390"/>
                    <a:pt x="470" y="391"/>
                  </a:cubicBezTo>
                  <a:cubicBezTo>
                    <a:pt x="472" y="392"/>
                    <a:pt x="474" y="392"/>
                    <a:pt x="475" y="395"/>
                  </a:cubicBezTo>
                  <a:cubicBezTo>
                    <a:pt x="476" y="398"/>
                    <a:pt x="478" y="399"/>
                    <a:pt x="479" y="399"/>
                  </a:cubicBezTo>
                  <a:cubicBezTo>
                    <a:pt x="481" y="399"/>
                    <a:pt x="481" y="400"/>
                    <a:pt x="481" y="402"/>
                  </a:cubicBezTo>
                  <a:cubicBezTo>
                    <a:pt x="481" y="403"/>
                    <a:pt x="483" y="405"/>
                    <a:pt x="485" y="405"/>
                  </a:cubicBezTo>
                  <a:cubicBezTo>
                    <a:pt x="486" y="405"/>
                    <a:pt x="489" y="404"/>
                    <a:pt x="491" y="403"/>
                  </a:cubicBezTo>
                  <a:cubicBezTo>
                    <a:pt x="492" y="403"/>
                    <a:pt x="493" y="402"/>
                    <a:pt x="493" y="404"/>
                  </a:cubicBezTo>
                  <a:cubicBezTo>
                    <a:pt x="493" y="405"/>
                    <a:pt x="495" y="408"/>
                    <a:pt x="497" y="408"/>
                  </a:cubicBezTo>
                  <a:cubicBezTo>
                    <a:pt x="498" y="408"/>
                    <a:pt x="501" y="409"/>
                    <a:pt x="501" y="408"/>
                  </a:cubicBezTo>
                  <a:cubicBezTo>
                    <a:pt x="501" y="406"/>
                    <a:pt x="504" y="406"/>
                    <a:pt x="506" y="406"/>
                  </a:cubicBezTo>
                  <a:cubicBezTo>
                    <a:pt x="507" y="405"/>
                    <a:pt x="512" y="405"/>
                    <a:pt x="512" y="403"/>
                  </a:cubicBezTo>
                  <a:cubicBezTo>
                    <a:pt x="513" y="401"/>
                    <a:pt x="517" y="401"/>
                    <a:pt x="518" y="399"/>
                  </a:cubicBezTo>
                  <a:cubicBezTo>
                    <a:pt x="519" y="398"/>
                    <a:pt x="522" y="397"/>
                    <a:pt x="523" y="396"/>
                  </a:cubicBezTo>
                  <a:cubicBezTo>
                    <a:pt x="524" y="395"/>
                    <a:pt x="527" y="395"/>
                    <a:pt x="528" y="394"/>
                  </a:cubicBezTo>
                  <a:cubicBezTo>
                    <a:pt x="528" y="393"/>
                    <a:pt x="532" y="393"/>
                    <a:pt x="533" y="393"/>
                  </a:cubicBezTo>
                  <a:cubicBezTo>
                    <a:pt x="535" y="393"/>
                    <a:pt x="542" y="395"/>
                    <a:pt x="543" y="395"/>
                  </a:cubicBezTo>
                  <a:cubicBezTo>
                    <a:pt x="544" y="395"/>
                    <a:pt x="545" y="399"/>
                    <a:pt x="546" y="399"/>
                  </a:cubicBezTo>
                  <a:cubicBezTo>
                    <a:pt x="547" y="399"/>
                    <a:pt x="551" y="402"/>
                    <a:pt x="552" y="401"/>
                  </a:cubicBezTo>
                  <a:cubicBezTo>
                    <a:pt x="553" y="400"/>
                    <a:pt x="555" y="400"/>
                    <a:pt x="558" y="401"/>
                  </a:cubicBezTo>
                  <a:cubicBezTo>
                    <a:pt x="560" y="402"/>
                    <a:pt x="562" y="404"/>
                    <a:pt x="563" y="402"/>
                  </a:cubicBezTo>
                  <a:cubicBezTo>
                    <a:pt x="564" y="401"/>
                    <a:pt x="568" y="400"/>
                    <a:pt x="569" y="399"/>
                  </a:cubicBezTo>
                  <a:cubicBezTo>
                    <a:pt x="569" y="398"/>
                    <a:pt x="570" y="396"/>
                    <a:pt x="569" y="395"/>
                  </a:cubicBezTo>
                  <a:cubicBezTo>
                    <a:pt x="568" y="394"/>
                    <a:pt x="567" y="391"/>
                    <a:pt x="566" y="389"/>
                  </a:cubicBezTo>
                  <a:cubicBezTo>
                    <a:pt x="566" y="387"/>
                    <a:pt x="569" y="387"/>
                    <a:pt x="569" y="385"/>
                  </a:cubicBezTo>
                  <a:cubicBezTo>
                    <a:pt x="570" y="384"/>
                    <a:pt x="573" y="383"/>
                    <a:pt x="573" y="383"/>
                  </a:cubicBezTo>
                  <a:cubicBezTo>
                    <a:pt x="574" y="382"/>
                    <a:pt x="574" y="380"/>
                    <a:pt x="576" y="380"/>
                  </a:cubicBezTo>
                  <a:cubicBezTo>
                    <a:pt x="578" y="381"/>
                    <a:pt x="581" y="382"/>
                    <a:pt x="581" y="382"/>
                  </a:cubicBezTo>
                  <a:cubicBezTo>
                    <a:pt x="582" y="383"/>
                    <a:pt x="584" y="383"/>
                    <a:pt x="586" y="383"/>
                  </a:cubicBezTo>
                  <a:cubicBezTo>
                    <a:pt x="587" y="383"/>
                    <a:pt x="590" y="385"/>
                    <a:pt x="591" y="386"/>
                  </a:cubicBezTo>
                  <a:cubicBezTo>
                    <a:pt x="593" y="387"/>
                    <a:pt x="598" y="387"/>
                    <a:pt x="599" y="388"/>
                  </a:cubicBezTo>
                  <a:cubicBezTo>
                    <a:pt x="599" y="389"/>
                    <a:pt x="598" y="393"/>
                    <a:pt x="599" y="394"/>
                  </a:cubicBezTo>
                  <a:cubicBezTo>
                    <a:pt x="600" y="395"/>
                    <a:pt x="603" y="398"/>
                    <a:pt x="604" y="398"/>
                  </a:cubicBezTo>
                  <a:cubicBezTo>
                    <a:pt x="605" y="397"/>
                    <a:pt x="609" y="400"/>
                    <a:pt x="610" y="400"/>
                  </a:cubicBezTo>
                  <a:cubicBezTo>
                    <a:pt x="612" y="399"/>
                    <a:pt x="614" y="397"/>
                    <a:pt x="616" y="397"/>
                  </a:cubicBezTo>
                  <a:cubicBezTo>
                    <a:pt x="617" y="397"/>
                    <a:pt x="621" y="396"/>
                    <a:pt x="622" y="396"/>
                  </a:cubicBezTo>
                  <a:cubicBezTo>
                    <a:pt x="624" y="396"/>
                    <a:pt x="628" y="398"/>
                    <a:pt x="629" y="398"/>
                  </a:cubicBezTo>
                  <a:cubicBezTo>
                    <a:pt x="630" y="397"/>
                    <a:pt x="634" y="398"/>
                    <a:pt x="635" y="399"/>
                  </a:cubicBezTo>
                  <a:cubicBezTo>
                    <a:pt x="635" y="400"/>
                    <a:pt x="641" y="400"/>
                    <a:pt x="641" y="402"/>
                  </a:cubicBezTo>
                  <a:cubicBezTo>
                    <a:pt x="641" y="403"/>
                    <a:pt x="644" y="404"/>
                    <a:pt x="645" y="406"/>
                  </a:cubicBezTo>
                  <a:cubicBezTo>
                    <a:pt x="646" y="408"/>
                    <a:pt x="653" y="407"/>
                    <a:pt x="654" y="408"/>
                  </a:cubicBezTo>
                  <a:cubicBezTo>
                    <a:pt x="655" y="409"/>
                    <a:pt x="664" y="409"/>
                    <a:pt x="664" y="408"/>
                  </a:cubicBezTo>
                  <a:cubicBezTo>
                    <a:pt x="664" y="407"/>
                    <a:pt x="672" y="406"/>
                    <a:pt x="673" y="405"/>
                  </a:cubicBezTo>
                  <a:cubicBezTo>
                    <a:pt x="675" y="404"/>
                    <a:pt x="679" y="405"/>
                    <a:pt x="679" y="403"/>
                  </a:cubicBezTo>
                  <a:cubicBezTo>
                    <a:pt x="679" y="402"/>
                    <a:pt x="683" y="401"/>
                    <a:pt x="685" y="399"/>
                  </a:cubicBezTo>
                  <a:cubicBezTo>
                    <a:pt x="687" y="398"/>
                    <a:pt x="694" y="398"/>
                    <a:pt x="694" y="400"/>
                  </a:cubicBezTo>
                  <a:cubicBezTo>
                    <a:pt x="695" y="401"/>
                    <a:pt x="699" y="402"/>
                    <a:pt x="700" y="401"/>
                  </a:cubicBezTo>
                  <a:cubicBezTo>
                    <a:pt x="702" y="400"/>
                    <a:pt x="707" y="401"/>
                    <a:pt x="707" y="403"/>
                  </a:cubicBezTo>
                  <a:cubicBezTo>
                    <a:pt x="708" y="404"/>
                    <a:pt x="713" y="405"/>
                    <a:pt x="715" y="405"/>
                  </a:cubicBezTo>
                  <a:cubicBezTo>
                    <a:pt x="716" y="404"/>
                    <a:pt x="720" y="401"/>
                    <a:pt x="721" y="401"/>
                  </a:cubicBezTo>
                  <a:cubicBezTo>
                    <a:pt x="723" y="401"/>
                    <a:pt x="725" y="399"/>
                    <a:pt x="725" y="398"/>
                  </a:cubicBezTo>
                  <a:cubicBezTo>
                    <a:pt x="724" y="396"/>
                    <a:pt x="728" y="392"/>
                    <a:pt x="728" y="390"/>
                  </a:cubicBezTo>
                  <a:cubicBezTo>
                    <a:pt x="729" y="388"/>
                    <a:pt x="732" y="384"/>
                    <a:pt x="733" y="383"/>
                  </a:cubicBezTo>
                  <a:cubicBezTo>
                    <a:pt x="734" y="383"/>
                    <a:pt x="736" y="381"/>
                    <a:pt x="736" y="380"/>
                  </a:cubicBezTo>
                  <a:cubicBezTo>
                    <a:pt x="736" y="378"/>
                    <a:pt x="735" y="374"/>
                    <a:pt x="734" y="374"/>
                  </a:cubicBezTo>
                  <a:cubicBezTo>
                    <a:pt x="733" y="374"/>
                    <a:pt x="730" y="375"/>
                    <a:pt x="733" y="370"/>
                  </a:cubicBezTo>
                  <a:cubicBezTo>
                    <a:pt x="736" y="366"/>
                    <a:pt x="742" y="367"/>
                    <a:pt x="743" y="367"/>
                  </a:cubicBezTo>
                  <a:cubicBezTo>
                    <a:pt x="743" y="367"/>
                    <a:pt x="750" y="366"/>
                    <a:pt x="753" y="367"/>
                  </a:cubicBezTo>
                  <a:cubicBezTo>
                    <a:pt x="756" y="367"/>
                    <a:pt x="758" y="366"/>
                    <a:pt x="762" y="368"/>
                  </a:cubicBezTo>
                  <a:cubicBezTo>
                    <a:pt x="765" y="370"/>
                    <a:pt x="769" y="369"/>
                    <a:pt x="771" y="370"/>
                  </a:cubicBezTo>
                  <a:cubicBezTo>
                    <a:pt x="772" y="372"/>
                    <a:pt x="776" y="373"/>
                    <a:pt x="775" y="376"/>
                  </a:cubicBezTo>
                  <a:cubicBezTo>
                    <a:pt x="775" y="378"/>
                    <a:pt x="778" y="377"/>
                    <a:pt x="779" y="383"/>
                  </a:cubicBezTo>
                  <a:cubicBezTo>
                    <a:pt x="780" y="388"/>
                    <a:pt x="782" y="389"/>
                    <a:pt x="783" y="391"/>
                  </a:cubicBezTo>
                  <a:cubicBezTo>
                    <a:pt x="784" y="394"/>
                    <a:pt x="787" y="399"/>
                    <a:pt x="787" y="400"/>
                  </a:cubicBezTo>
                  <a:cubicBezTo>
                    <a:pt x="786" y="402"/>
                    <a:pt x="786" y="404"/>
                    <a:pt x="790" y="404"/>
                  </a:cubicBezTo>
                  <a:cubicBezTo>
                    <a:pt x="793" y="405"/>
                    <a:pt x="796" y="407"/>
                    <a:pt x="797" y="407"/>
                  </a:cubicBezTo>
                  <a:cubicBezTo>
                    <a:pt x="798" y="406"/>
                    <a:pt x="802" y="408"/>
                    <a:pt x="804" y="410"/>
                  </a:cubicBezTo>
                  <a:cubicBezTo>
                    <a:pt x="806" y="412"/>
                    <a:pt x="810" y="411"/>
                    <a:pt x="809" y="414"/>
                  </a:cubicBezTo>
                  <a:cubicBezTo>
                    <a:pt x="809" y="416"/>
                    <a:pt x="811" y="418"/>
                    <a:pt x="811" y="420"/>
                  </a:cubicBezTo>
                  <a:cubicBezTo>
                    <a:pt x="811" y="422"/>
                    <a:pt x="815" y="423"/>
                    <a:pt x="818" y="423"/>
                  </a:cubicBezTo>
                  <a:cubicBezTo>
                    <a:pt x="821" y="422"/>
                    <a:pt x="823" y="424"/>
                    <a:pt x="825" y="421"/>
                  </a:cubicBezTo>
                  <a:cubicBezTo>
                    <a:pt x="826" y="419"/>
                    <a:pt x="830" y="420"/>
                    <a:pt x="832" y="419"/>
                  </a:cubicBezTo>
                  <a:cubicBezTo>
                    <a:pt x="833" y="418"/>
                    <a:pt x="838" y="416"/>
                    <a:pt x="838" y="420"/>
                  </a:cubicBezTo>
                  <a:cubicBezTo>
                    <a:pt x="837" y="424"/>
                    <a:pt x="840" y="425"/>
                    <a:pt x="838" y="426"/>
                  </a:cubicBezTo>
                  <a:cubicBezTo>
                    <a:pt x="836" y="428"/>
                    <a:pt x="834" y="433"/>
                    <a:pt x="834" y="436"/>
                  </a:cubicBezTo>
                  <a:cubicBezTo>
                    <a:pt x="833" y="438"/>
                    <a:pt x="830" y="439"/>
                    <a:pt x="829" y="441"/>
                  </a:cubicBezTo>
                  <a:cubicBezTo>
                    <a:pt x="829" y="444"/>
                    <a:pt x="826" y="444"/>
                    <a:pt x="826" y="446"/>
                  </a:cubicBezTo>
                  <a:cubicBezTo>
                    <a:pt x="826" y="448"/>
                    <a:pt x="822" y="448"/>
                    <a:pt x="820" y="446"/>
                  </a:cubicBezTo>
                  <a:cubicBezTo>
                    <a:pt x="817" y="444"/>
                    <a:pt x="815" y="449"/>
                    <a:pt x="813" y="449"/>
                  </a:cubicBezTo>
                  <a:cubicBezTo>
                    <a:pt x="812" y="449"/>
                    <a:pt x="812" y="453"/>
                    <a:pt x="812" y="454"/>
                  </a:cubicBezTo>
                  <a:cubicBezTo>
                    <a:pt x="813" y="456"/>
                    <a:pt x="812" y="457"/>
                    <a:pt x="813" y="460"/>
                  </a:cubicBezTo>
                  <a:cubicBezTo>
                    <a:pt x="813" y="462"/>
                    <a:pt x="813" y="464"/>
                    <a:pt x="813" y="467"/>
                  </a:cubicBezTo>
                  <a:cubicBezTo>
                    <a:pt x="816" y="465"/>
                    <a:pt x="818" y="464"/>
                    <a:pt x="819" y="464"/>
                  </a:cubicBezTo>
                  <a:cubicBezTo>
                    <a:pt x="822" y="464"/>
                    <a:pt x="825" y="468"/>
                    <a:pt x="828" y="469"/>
                  </a:cubicBezTo>
                  <a:cubicBezTo>
                    <a:pt x="831" y="469"/>
                    <a:pt x="845" y="459"/>
                    <a:pt x="845" y="458"/>
                  </a:cubicBezTo>
                  <a:cubicBezTo>
                    <a:pt x="845" y="456"/>
                    <a:pt x="853" y="449"/>
                    <a:pt x="857" y="445"/>
                  </a:cubicBezTo>
                  <a:cubicBezTo>
                    <a:pt x="861" y="441"/>
                    <a:pt x="866" y="435"/>
                    <a:pt x="867" y="430"/>
                  </a:cubicBezTo>
                  <a:cubicBezTo>
                    <a:pt x="869" y="427"/>
                    <a:pt x="874" y="422"/>
                    <a:pt x="875" y="420"/>
                  </a:cubicBezTo>
                  <a:cubicBezTo>
                    <a:pt x="877" y="418"/>
                    <a:pt x="877" y="417"/>
                    <a:pt x="880" y="412"/>
                  </a:cubicBezTo>
                  <a:cubicBezTo>
                    <a:pt x="882" y="407"/>
                    <a:pt x="882" y="394"/>
                    <a:pt x="883" y="393"/>
                  </a:cubicBezTo>
                  <a:cubicBezTo>
                    <a:pt x="884" y="392"/>
                    <a:pt x="883" y="390"/>
                    <a:pt x="884" y="388"/>
                  </a:cubicBezTo>
                  <a:cubicBezTo>
                    <a:pt x="885" y="387"/>
                    <a:pt x="885" y="385"/>
                    <a:pt x="887" y="383"/>
                  </a:cubicBezTo>
                  <a:cubicBezTo>
                    <a:pt x="889" y="381"/>
                    <a:pt x="889" y="380"/>
                    <a:pt x="888" y="378"/>
                  </a:cubicBezTo>
                  <a:cubicBezTo>
                    <a:pt x="888" y="377"/>
                    <a:pt x="888" y="374"/>
                    <a:pt x="888" y="373"/>
                  </a:cubicBezTo>
                  <a:cubicBezTo>
                    <a:pt x="887" y="372"/>
                    <a:pt x="887" y="371"/>
                    <a:pt x="889" y="371"/>
                  </a:cubicBezTo>
                  <a:cubicBezTo>
                    <a:pt x="890" y="370"/>
                    <a:pt x="888" y="368"/>
                    <a:pt x="886" y="367"/>
                  </a:cubicBezTo>
                  <a:cubicBezTo>
                    <a:pt x="884" y="366"/>
                    <a:pt x="882" y="365"/>
                    <a:pt x="882" y="363"/>
                  </a:cubicBezTo>
                  <a:cubicBezTo>
                    <a:pt x="881" y="361"/>
                    <a:pt x="878" y="359"/>
                    <a:pt x="876" y="359"/>
                  </a:cubicBezTo>
                  <a:cubicBezTo>
                    <a:pt x="873" y="359"/>
                    <a:pt x="869" y="358"/>
                    <a:pt x="870" y="359"/>
                  </a:cubicBezTo>
                  <a:cubicBezTo>
                    <a:pt x="870" y="361"/>
                    <a:pt x="869" y="362"/>
                    <a:pt x="868" y="362"/>
                  </a:cubicBezTo>
                  <a:cubicBezTo>
                    <a:pt x="867" y="361"/>
                    <a:pt x="866" y="362"/>
                    <a:pt x="865" y="365"/>
                  </a:cubicBezTo>
                  <a:cubicBezTo>
                    <a:pt x="864" y="367"/>
                    <a:pt x="859" y="367"/>
                    <a:pt x="861" y="365"/>
                  </a:cubicBezTo>
                  <a:cubicBezTo>
                    <a:pt x="863" y="363"/>
                    <a:pt x="860" y="363"/>
                    <a:pt x="861" y="361"/>
                  </a:cubicBezTo>
                  <a:cubicBezTo>
                    <a:pt x="861" y="358"/>
                    <a:pt x="863" y="356"/>
                    <a:pt x="860" y="358"/>
                  </a:cubicBezTo>
                  <a:cubicBezTo>
                    <a:pt x="858" y="359"/>
                    <a:pt x="858" y="362"/>
                    <a:pt x="856" y="363"/>
                  </a:cubicBezTo>
                  <a:cubicBezTo>
                    <a:pt x="854" y="363"/>
                    <a:pt x="854" y="357"/>
                    <a:pt x="855" y="355"/>
                  </a:cubicBezTo>
                  <a:cubicBezTo>
                    <a:pt x="855" y="354"/>
                    <a:pt x="851" y="355"/>
                    <a:pt x="847" y="355"/>
                  </a:cubicBezTo>
                  <a:cubicBezTo>
                    <a:pt x="842" y="355"/>
                    <a:pt x="843" y="352"/>
                    <a:pt x="847" y="350"/>
                  </a:cubicBezTo>
                  <a:cubicBezTo>
                    <a:pt x="851" y="348"/>
                    <a:pt x="850" y="346"/>
                    <a:pt x="852" y="345"/>
                  </a:cubicBezTo>
                  <a:cubicBezTo>
                    <a:pt x="854" y="344"/>
                    <a:pt x="858" y="341"/>
                    <a:pt x="861" y="340"/>
                  </a:cubicBezTo>
                  <a:cubicBezTo>
                    <a:pt x="864" y="338"/>
                    <a:pt x="865" y="336"/>
                    <a:pt x="865" y="334"/>
                  </a:cubicBezTo>
                  <a:cubicBezTo>
                    <a:pt x="866" y="332"/>
                    <a:pt x="871" y="330"/>
                    <a:pt x="876" y="326"/>
                  </a:cubicBezTo>
                  <a:cubicBezTo>
                    <a:pt x="880" y="323"/>
                    <a:pt x="883" y="320"/>
                    <a:pt x="884" y="318"/>
                  </a:cubicBezTo>
                  <a:cubicBezTo>
                    <a:pt x="885" y="316"/>
                    <a:pt x="892" y="313"/>
                    <a:pt x="892" y="311"/>
                  </a:cubicBezTo>
                  <a:cubicBezTo>
                    <a:pt x="892" y="310"/>
                    <a:pt x="900" y="305"/>
                    <a:pt x="906" y="304"/>
                  </a:cubicBezTo>
                  <a:cubicBezTo>
                    <a:pt x="911" y="303"/>
                    <a:pt x="920" y="304"/>
                    <a:pt x="922" y="306"/>
                  </a:cubicBezTo>
                  <a:cubicBezTo>
                    <a:pt x="923" y="308"/>
                    <a:pt x="924" y="307"/>
                    <a:pt x="925" y="306"/>
                  </a:cubicBezTo>
                  <a:cubicBezTo>
                    <a:pt x="926" y="305"/>
                    <a:pt x="928" y="305"/>
                    <a:pt x="932" y="306"/>
                  </a:cubicBezTo>
                  <a:cubicBezTo>
                    <a:pt x="936" y="306"/>
                    <a:pt x="937" y="304"/>
                    <a:pt x="939" y="305"/>
                  </a:cubicBezTo>
                  <a:cubicBezTo>
                    <a:pt x="942" y="306"/>
                    <a:pt x="944" y="306"/>
                    <a:pt x="945" y="303"/>
                  </a:cubicBezTo>
                  <a:cubicBezTo>
                    <a:pt x="947" y="300"/>
                    <a:pt x="954" y="301"/>
                    <a:pt x="956" y="302"/>
                  </a:cubicBezTo>
                  <a:cubicBezTo>
                    <a:pt x="957" y="303"/>
                    <a:pt x="959" y="305"/>
                    <a:pt x="961" y="303"/>
                  </a:cubicBezTo>
                  <a:cubicBezTo>
                    <a:pt x="964" y="301"/>
                    <a:pt x="964" y="305"/>
                    <a:pt x="966" y="306"/>
                  </a:cubicBezTo>
                  <a:cubicBezTo>
                    <a:pt x="969" y="306"/>
                    <a:pt x="967" y="308"/>
                    <a:pt x="965" y="308"/>
                  </a:cubicBezTo>
                  <a:cubicBezTo>
                    <a:pt x="963" y="308"/>
                    <a:pt x="960" y="309"/>
                    <a:pt x="963" y="310"/>
                  </a:cubicBezTo>
                  <a:cubicBezTo>
                    <a:pt x="965" y="312"/>
                    <a:pt x="968" y="309"/>
                    <a:pt x="970" y="309"/>
                  </a:cubicBezTo>
                  <a:cubicBezTo>
                    <a:pt x="972" y="310"/>
                    <a:pt x="975" y="310"/>
                    <a:pt x="978" y="308"/>
                  </a:cubicBezTo>
                  <a:cubicBezTo>
                    <a:pt x="980" y="306"/>
                    <a:pt x="981" y="309"/>
                    <a:pt x="983" y="308"/>
                  </a:cubicBezTo>
                  <a:cubicBezTo>
                    <a:pt x="985" y="306"/>
                    <a:pt x="988" y="306"/>
                    <a:pt x="990" y="306"/>
                  </a:cubicBezTo>
                  <a:cubicBezTo>
                    <a:pt x="992" y="306"/>
                    <a:pt x="991" y="304"/>
                    <a:pt x="987" y="304"/>
                  </a:cubicBezTo>
                  <a:cubicBezTo>
                    <a:pt x="984" y="304"/>
                    <a:pt x="984" y="302"/>
                    <a:pt x="987" y="298"/>
                  </a:cubicBezTo>
                  <a:cubicBezTo>
                    <a:pt x="990" y="293"/>
                    <a:pt x="995" y="291"/>
                    <a:pt x="998" y="288"/>
                  </a:cubicBezTo>
                  <a:cubicBezTo>
                    <a:pt x="1001" y="285"/>
                    <a:pt x="1003" y="287"/>
                    <a:pt x="1003" y="285"/>
                  </a:cubicBezTo>
                  <a:cubicBezTo>
                    <a:pt x="1003" y="283"/>
                    <a:pt x="1005" y="278"/>
                    <a:pt x="1007" y="278"/>
                  </a:cubicBezTo>
                  <a:cubicBezTo>
                    <a:pt x="1009" y="278"/>
                    <a:pt x="1015" y="279"/>
                    <a:pt x="1019" y="277"/>
                  </a:cubicBezTo>
                  <a:cubicBezTo>
                    <a:pt x="1023" y="275"/>
                    <a:pt x="1022" y="279"/>
                    <a:pt x="1024" y="279"/>
                  </a:cubicBezTo>
                  <a:cubicBezTo>
                    <a:pt x="1025" y="280"/>
                    <a:pt x="1027" y="276"/>
                    <a:pt x="1029" y="277"/>
                  </a:cubicBezTo>
                  <a:cubicBezTo>
                    <a:pt x="1031" y="278"/>
                    <a:pt x="1027" y="281"/>
                    <a:pt x="1026" y="284"/>
                  </a:cubicBezTo>
                  <a:cubicBezTo>
                    <a:pt x="1025" y="287"/>
                    <a:pt x="1028" y="286"/>
                    <a:pt x="1030" y="287"/>
                  </a:cubicBezTo>
                  <a:cubicBezTo>
                    <a:pt x="1032" y="288"/>
                    <a:pt x="1027" y="289"/>
                    <a:pt x="1028" y="290"/>
                  </a:cubicBezTo>
                  <a:cubicBezTo>
                    <a:pt x="1028" y="291"/>
                    <a:pt x="1032" y="291"/>
                    <a:pt x="1037" y="286"/>
                  </a:cubicBezTo>
                  <a:cubicBezTo>
                    <a:pt x="1041" y="281"/>
                    <a:pt x="1046" y="280"/>
                    <a:pt x="1049" y="280"/>
                  </a:cubicBezTo>
                  <a:cubicBezTo>
                    <a:pt x="1052" y="280"/>
                    <a:pt x="1050" y="277"/>
                    <a:pt x="1050" y="273"/>
                  </a:cubicBezTo>
                  <a:cubicBezTo>
                    <a:pt x="1051" y="269"/>
                    <a:pt x="1060" y="267"/>
                    <a:pt x="1063" y="269"/>
                  </a:cubicBezTo>
                  <a:cubicBezTo>
                    <a:pt x="1066" y="270"/>
                    <a:pt x="1066" y="271"/>
                    <a:pt x="1063" y="270"/>
                  </a:cubicBezTo>
                  <a:cubicBezTo>
                    <a:pt x="1060" y="270"/>
                    <a:pt x="1057" y="272"/>
                    <a:pt x="1057" y="276"/>
                  </a:cubicBezTo>
                  <a:cubicBezTo>
                    <a:pt x="1057" y="280"/>
                    <a:pt x="1055" y="281"/>
                    <a:pt x="1056" y="282"/>
                  </a:cubicBezTo>
                  <a:cubicBezTo>
                    <a:pt x="1058" y="284"/>
                    <a:pt x="1054" y="284"/>
                    <a:pt x="1054" y="285"/>
                  </a:cubicBezTo>
                  <a:cubicBezTo>
                    <a:pt x="1054" y="287"/>
                    <a:pt x="1054" y="288"/>
                    <a:pt x="1052" y="289"/>
                  </a:cubicBezTo>
                  <a:cubicBezTo>
                    <a:pt x="1050" y="289"/>
                    <a:pt x="1042" y="290"/>
                    <a:pt x="1042" y="293"/>
                  </a:cubicBezTo>
                  <a:cubicBezTo>
                    <a:pt x="1042" y="296"/>
                    <a:pt x="1038" y="296"/>
                    <a:pt x="1036" y="300"/>
                  </a:cubicBezTo>
                  <a:cubicBezTo>
                    <a:pt x="1034" y="303"/>
                    <a:pt x="1027" y="305"/>
                    <a:pt x="1023" y="312"/>
                  </a:cubicBezTo>
                  <a:cubicBezTo>
                    <a:pt x="1018" y="319"/>
                    <a:pt x="1011" y="319"/>
                    <a:pt x="1011" y="320"/>
                  </a:cubicBezTo>
                  <a:cubicBezTo>
                    <a:pt x="1011" y="322"/>
                    <a:pt x="1005" y="322"/>
                    <a:pt x="1004" y="322"/>
                  </a:cubicBezTo>
                  <a:cubicBezTo>
                    <a:pt x="1002" y="322"/>
                    <a:pt x="1005" y="326"/>
                    <a:pt x="1001" y="331"/>
                  </a:cubicBezTo>
                  <a:cubicBezTo>
                    <a:pt x="997" y="335"/>
                    <a:pt x="994" y="341"/>
                    <a:pt x="995" y="347"/>
                  </a:cubicBezTo>
                  <a:cubicBezTo>
                    <a:pt x="995" y="354"/>
                    <a:pt x="997" y="371"/>
                    <a:pt x="999" y="375"/>
                  </a:cubicBezTo>
                  <a:cubicBezTo>
                    <a:pt x="1000" y="378"/>
                    <a:pt x="999" y="385"/>
                    <a:pt x="1001" y="387"/>
                  </a:cubicBezTo>
                  <a:cubicBezTo>
                    <a:pt x="1002" y="389"/>
                    <a:pt x="1002" y="391"/>
                    <a:pt x="1003" y="392"/>
                  </a:cubicBezTo>
                  <a:cubicBezTo>
                    <a:pt x="1004" y="393"/>
                    <a:pt x="1008" y="388"/>
                    <a:pt x="1010" y="386"/>
                  </a:cubicBezTo>
                  <a:cubicBezTo>
                    <a:pt x="1013" y="383"/>
                    <a:pt x="1012" y="383"/>
                    <a:pt x="1014" y="382"/>
                  </a:cubicBezTo>
                  <a:cubicBezTo>
                    <a:pt x="1016" y="380"/>
                    <a:pt x="1015" y="375"/>
                    <a:pt x="1016" y="374"/>
                  </a:cubicBezTo>
                  <a:cubicBezTo>
                    <a:pt x="1016" y="373"/>
                    <a:pt x="1020" y="372"/>
                    <a:pt x="1021" y="371"/>
                  </a:cubicBezTo>
                  <a:cubicBezTo>
                    <a:pt x="1022" y="369"/>
                    <a:pt x="1025" y="370"/>
                    <a:pt x="1026" y="370"/>
                  </a:cubicBezTo>
                  <a:cubicBezTo>
                    <a:pt x="1028" y="369"/>
                    <a:pt x="1026" y="365"/>
                    <a:pt x="1026" y="363"/>
                  </a:cubicBezTo>
                  <a:cubicBezTo>
                    <a:pt x="1025" y="361"/>
                    <a:pt x="1030" y="359"/>
                    <a:pt x="1033" y="357"/>
                  </a:cubicBezTo>
                  <a:cubicBezTo>
                    <a:pt x="1035" y="355"/>
                    <a:pt x="1038" y="358"/>
                    <a:pt x="1041" y="355"/>
                  </a:cubicBezTo>
                  <a:cubicBezTo>
                    <a:pt x="1044" y="352"/>
                    <a:pt x="1041" y="349"/>
                    <a:pt x="1040" y="348"/>
                  </a:cubicBezTo>
                  <a:cubicBezTo>
                    <a:pt x="1039" y="346"/>
                    <a:pt x="1043" y="340"/>
                    <a:pt x="1045" y="339"/>
                  </a:cubicBezTo>
                  <a:cubicBezTo>
                    <a:pt x="1048" y="338"/>
                    <a:pt x="1049" y="341"/>
                    <a:pt x="1051" y="339"/>
                  </a:cubicBezTo>
                  <a:cubicBezTo>
                    <a:pt x="1053" y="337"/>
                    <a:pt x="1049" y="334"/>
                    <a:pt x="1047" y="334"/>
                  </a:cubicBezTo>
                  <a:cubicBezTo>
                    <a:pt x="1046" y="334"/>
                    <a:pt x="1045" y="328"/>
                    <a:pt x="1049" y="326"/>
                  </a:cubicBezTo>
                  <a:cubicBezTo>
                    <a:pt x="1053" y="323"/>
                    <a:pt x="1051" y="322"/>
                    <a:pt x="1049" y="322"/>
                  </a:cubicBezTo>
                  <a:cubicBezTo>
                    <a:pt x="1046" y="321"/>
                    <a:pt x="1046" y="322"/>
                    <a:pt x="1044" y="322"/>
                  </a:cubicBezTo>
                  <a:cubicBezTo>
                    <a:pt x="1042" y="322"/>
                    <a:pt x="1040" y="318"/>
                    <a:pt x="1043" y="314"/>
                  </a:cubicBezTo>
                  <a:cubicBezTo>
                    <a:pt x="1046" y="311"/>
                    <a:pt x="1049" y="311"/>
                    <a:pt x="1049" y="308"/>
                  </a:cubicBezTo>
                  <a:cubicBezTo>
                    <a:pt x="1050" y="305"/>
                    <a:pt x="1054" y="300"/>
                    <a:pt x="1055" y="299"/>
                  </a:cubicBezTo>
                  <a:cubicBezTo>
                    <a:pt x="1056" y="297"/>
                    <a:pt x="1060" y="299"/>
                    <a:pt x="1061" y="298"/>
                  </a:cubicBezTo>
                  <a:cubicBezTo>
                    <a:pt x="1063" y="298"/>
                    <a:pt x="1062" y="301"/>
                    <a:pt x="1064" y="300"/>
                  </a:cubicBezTo>
                  <a:cubicBezTo>
                    <a:pt x="1066" y="298"/>
                    <a:pt x="1069" y="293"/>
                    <a:pt x="1072" y="293"/>
                  </a:cubicBezTo>
                  <a:cubicBezTo>
                    <a:pt x="1074" y="293"/>
                    <a:pt x="1072" y="297"/>
                    <a:pt x="1073" y="299"/>
                  </a:cubicBezTo>
                  <a:cubicBezTo>
                    <a:pt x="1074" y="301"/>
                    <a:pt x="1075" y="298"/>
                    <a:pt x="1080" y="295"/>
                  </a:cubicBezTo>
                  <a:cubicBezTo>
                    <a:pt x="1085" y="292"/>
                    <a:pt x="1095" y="292"/>
                    <a:pt x="1098" y="294"/>
                  </a:cubicBezTo>
                  <a:cubicBezTo>
                    <a:pt x="1101" y="295"/>
                    <a:pt x="1102" y="299"/>
                    <a:pt x="1104" y="298"/>
                  </a:cubicBezTo>
                  <a:cubicBezTo>
                    <a:pt x="1106" y="298"/>
                    <a:pt x="1104" y="295"/>
                    <a:pt x="1107" y="294"/>
                  </a:cubicBezTo>
                  <a:cubicBezTo>
                    <a:pt x="1109" y="293"/>
                    <a:pt x="1114" y="290"/>
                    <a:pt x="1117" y="288"/>
                  </a:cubicBezTo>
                  <a:cubicBezTo>
                    <a:pt x="1121" y="285"/>
                    <a:pt x="1120" y="287"/>
                    <a:pt x="1122" y="285"/>
                  </a:cubicBezTo>
                  <a:cubicBezTo>
                    <a:pt x="1123" y="283"/>
                    <a:pt x="1125" y="284"/>
                    <a:pt x="1126" y="282"/>
                  </a:cubicBezTo>
                  <a:cubicBezTo>
                    <a:pt x="1126" y="281"/>
                    <a:pt x="1131" y="278"/>
                    <a:pt x="1138" y="277"/>
                  </a:cubicBezTo>
                  <a:cubicBezTo>
                    <a:pt x="1145" y="275"/>
                    <a:pt x="1154" y="271"/>
                    <a:pt x="1153" y="269"/>
                  </a:cubicBezTo>
                  <a:cubicBezTo>
                    <a:pt x="1153" y="268"/>
                    <a:pt x="1156" y="267"/>
                    <a:pt x="1156" y="269"/>
                  </a:cubicBezTo>
                  <a:cubicBezTo>
                    <a:pt x="1157" y="270"/>
                    <a:pt x="1159" y="269"/>
                    <a:pt x="1163" y="270"/>
                  </a:cubicBezTo>
                  <a:cubicBezTo>
                    <a:pt x="1166" y="271"/>
                    <a:pt x="1168" y="272"/>
                    <a:pt x="1171" y="270"/>
                  </a:cubicBezTo>
                  <a:cubicBezTo>
                    <a:pt x="1174" y="267"/>
                    <a:pt x="1171" y="266"/>
                    <a:pt x="1171" y="264"/>
                  </a:cubicBezTo>
                  <a:cubicBezTo>
                    <a:pt x="1171" y="261"/>
                    <a:pt x="1166" y="259"/>
                    <a:pt x="1166" y="257"/>
                  </a:cubicBezTo>
                  <a:cubicBezTo>
                    <a:pt x="1167" y="255"/>
                    <a:pt x="1163" y="248"/>
                    <a:pt x="1162" y="250"/>
                  </a:cubicBezTo>
                  <a:cubicBezTo>
                    <a:pt x="1160" y="251"/>
                    <a:pt x="1157" y="249"/>
                    <a:pt x="1157" y="247"/>
                  </a:cubicBezTo>
                  <a:cubicBezTo>
                    <a:pt x="1157" y="245"/>
                    <a:pt x="1157" y="243"/>
                    <a:pt x="1155" y="244"/>
                  </a:cubicBezTo>
                  <a:cubicBezTo>
                    <a:pt x="1153" y="246"/>
                    <a:pt x="1149" y="245"/>
                    <a:pt x="1149" y="243"/>
                  </a:cubicBezTo>
                  <a:cubicBezTo>
                    <a:pt x="1148" y="241"/>
                    <a:pt x="1153" y="240"/>
                    <a:pt x="1156" y="241"/>
                  </a:cubicBezTo>
                  <a:cubicBezTo>
                    <a:pt x="1159" y="242"/>
                    <a:pt x="1158" y="244"/>
                    <a:pt x="1160" y="245"/>
                  </a:cubicBezTo>
                  <a:cubicBezTo>
                    <a:pt x="1162" y="246"/>
                    <a:pt x="1166" y="245"/>
                    <a:pt x="1168" y="244"/>
                  </a:cubicBezTo>
                  <a:cubicBezTo>
                    <a:pt x="1171" y="243"/>
                    <a:pt x="1177" y="241"/>
                    <a:pt x="1178" y="239"/>
                  </a:cubicBezTo>
                  <a:cubicBezTo>
                    <a:pt x="1179" y="237"/>
                    <a:pt x="1178" y="236"/>
                    <a:pt x="1180" y="235"/>
                  </a:cubicBezTo>
                  <a:cubicBezTo>
                    <a:pt x="1182" y="234"/>
                    <a:pt x="1181" y="232"/>
                    <a:pt x="1179" y="231"/>
                  </a:cubicBezTo>
                  <a:cubicBezTo>
                    <a:pt x="1177" y="230"/>
                    <a:pt x="1177" y="227"/>
                    <a:pt x="1179" y="227"/>
                  </a:cubicBezTo>
                  <a:cubicBezTo>
                    <a:pt x="1181" y="227"/>
                    <a:pt x="1181" y="225"/>
                    <a:pt x="1182" y="225"/>
                  </a:cubicBezTo>
                  <a:cubicBezTo>
                    <a:pt x="1183" y="225"/>
                    <a:pt x="1184" y="226"/>
                    <a:pt x="1186" y="225"/>
                  </a:cubicBezTo>
                  <a:cubicBezTo>
                    <a:pt x="1188" y="224"/>
                    <a:pt x="1186" y="227"/>
                    <a:pt x="1185" y="229"/>
                  </a:cubicBezTo>
                  <a:cubicBezTo>
                    <a:pt x="1184" y="231"/>
                    <a:pt x="1187" y="233"/>
                    <a:pt x="1188" y="234"/>
                  </a:cubicBezTo>
                  <a:cubicBezTo>
                    <a:pt x="1188" y="235"/>
                    <a:pt x="1193" y="235"/>
                    <a:pt x="1195" y="234"/>
                  </a:cubicBezTo>
                  <a:cubicBezTo>
                    <a:pt x="1198" y="233"/>
                    <a:pt x="1206" y="236"/>
                    <a:pt x="1207" y="238"/>
                  </a:cubicBezTo>
                  <a:cubicBezTo>
                    <a:pt x="1207" y="240"/>
                    <a:pt x="1208" y="242"/>
                    <a:pt x="1212" y="244"/>
                  </a:cubicBezTo>
                  <a:cubicBezTo>
                    <a:pt x="1215" y="246"/>
                    <a:pt x="1218" y="245"/>
                    <a:pt x="1219" y="247"/>
                  </a:cubicBezTo>
                  <a:cubicBezTo>
                    <a:pt x="1220" y="248"/>
                    <a:pt x="1221" y="249"/>
                    <a:pt x="1223" y="249"/>
                  </a:cubicBezTo>
                  <a:cubicBezTo>
                    <a:pt x="1225" y="248"/>
                    <a:pt x="1226" y="250"/>
                    <a:pt x="1227" y="249"/>
                  </a:cubicBezTo>
                  <a:cubicBezTo>
                    <a:pt x="1229" y="248"/>
                    <a:pt x="1230" y="250"/>
                    <a:pt x="1231" y="248"/>
                  </a:cubicBezTo>
                  <a:cubicBezTo>
                    <a:pt x="1233" y="247"/>
                    <a:pt x="1227" y="246"/>
                    <a:pt x="1228" y="244"/>
                  </a:cubicBezTo>
                  <a:cubicBezTo>
                    <a:pt x="1229" y="243"/>
                    <a:pt x="1230" y="245"/>
                    <a:pt x="1232" y="245"/>
                  </a:cubicBezTo>
                  <a:cubicBezTo>
                    <a:pt x="1233" y="245"/>
                    <a:pt x="1231" y="242"/>
                    <a:pt x="1233" y="242"/>
                  </a:cubicBezTo>
                  <a:cubicBezTo>
                    <a:pt x="1234" y="241"/>
                    <a:pt x="1233" y="235"/>
                    <a:pt x="1231" y="234"/>
                  </a:cubicBezTo>
                  <a:cubicBezTo>
                    <a:pt x="1230" y="234"/>
                    <a:pt x="1231" y="232"/>
                    <a:pt x="1234" y="233"/>
                  </a:cubicBezTo>
                  <a:cubicBezTo>
                    <a:pt x="1236" y="235"/>
                    <a:pt x="1240" y="235"/>
                    <a:pt x="1242" y="235"/>
                  </a:cubicBezTo>
                  <a:cubicBezTo>
                    <a:pt x="1244" y="235"/>
                    <a:pt x="1242" y="233"/>
                    <a:pt x="1240" y="233"/>
                  </a:cubicBezTo>
                  <a:cubicBezTo>
                    <a:pt x="1238" y="233"/>
                    <a:pt x="1241" y="231"/>
                    <a:pt x="1242" y="232"/>
                  </a:cubicBezTo>
                  <a:cubicBezTo>
                    <a:pt x="1243" y="234"/>
                    <a:pt x="1246" y="234"/>
                    <a:pt x="1246" y="233"/>
                  </a:cubicBezTo>
                  <a:cubicBezTo>
                    <a:pt x="1246" y="232"/>
                    <a:pt x="1247" y="229"/>
                    <a:pt x="1250" y="229"/>
                  </a:cubicBezTo>
                  <a:cubicBezTo>
                    <a:pt x="1252" y="229"/>
                    <a:pt x="1253" y="228"/>
                    <a:pt x="1251" y="227"/>
                  </a:cubicBezTo>
                  <a:moveTo>
                    <a:pt x="673" y="114"/>
                  </a:moveTo>
                  <a:cubicBezTo>
                    <a:pt x="672" y="116"/>
                    <a:pt x="668" y="116"/>
                    <a:pt x="669" y="118"/>
                  </a:cubicBezTo>
                  <a:cubicBezTo>
                    <a:pt x="671" y="121"/>
                    <a:pt x="682" y="119"/>
                    <a:pt x="682" y="116"/>
                  </a:cubicBezTo>
                  <a:cubicBezTo>
                    <a:pt x="682" y="112"/>
                    <a:pt x="674" y="113"/>
                    <a:pt x="673" y="114"/>
                  </a:cubicBezTo>
                  <a:moveTo>
                    <a:pt x="201" y="16"/>
                  </a:moveTo>
                  <a:cubicBezTo>
                    <a:pt x="206" y="12"/>
                    <a:pt x="212" y="16"/>
                    <a:pt x="213" y="14"/>
                  </a:cubicBezTo>
                  <a:cubicBezTo>
                    <a:pt x="214" y="12"/>
                    <a:pt x="204" y="11"/>
                    <a:pt x="200" y="13"/>
                  </a:cubicBezTo>
                  <a:cubicBezTo>
                    <a:pt x="196" y="15"/>
                    <a:pt x="188" y="14"/>
                    <a:pt x="189" y="16"/>
                  </a:cubicBezTo>
                  <a:cubicBezTo>
                    <a:pt x="189" y="18"/>
                    <a:pt x="196" y="21"/>
                    <a:pt x="201" y="16"/>
                  </a:cubicBezTo>
                  <a:moveTo>
                    <a:pt x="221" y="14"/>
                  </a:moveTo>
                  <a:cubicBezTo>
                    <a:pt x="224" y="17"/>
                    <a:pt x="213" y="16"/>
                    <a:pt x="211" y="18"/>
                  </a:cubicBezTo>
                  <a:cubicBezTo>
                    <a:pt x="209" y="20"/>
                    <a:pt x="203" y="20"/>
                    <a:pt x="204" y="22"/>
                  </a:cubicBezTo>
                  <a:cubicBezTo>
                    <a:pt x="205" y="25"/>
                    <a:pt x="216" y="25"/>
                    <a:pt x="216" y="23"/>
                  </a:cubicBezTo>
                  <a:cubicBezTo>
                    <a:pt x="216" y="21"/>
                    <a:pt x="222" y="23"/>
                    <a:pt x="222" y="21"/>
                  </a:cubicBezTo>
                  <a:cubicBezTo>
                    <a:pt x="222" y="19"/>
                    <a:pt x="225" y="16"/>
                    <a:pt x="231" y="16"/>
                  </a:cubicBezTo>
                  <a:cubicBezTo>
                    <a:pt x="237" y="16"/>
                    <a:pt x="237" y="13"/>
                    <a:pt x="231" y="11"/>
                  </a:cubicBezTo>
                  <a:cubicBezTo>
                    <a:pt x="226" y="8"/>
                    <a:pt x="218" y="12"/>
                    <a:pt x="221" y="14"/>
                  </a:cubicBezTo>
                  <a:moveTo>
                    <a:pt x="212" y="190"/>
                  </a:moveTo>
                  <a:cubicBezTo>
                    <a:pt x="218" y="195"/>
                    <a:pt x="223" y="187"/>
                    <a:pt x="225" y="187"/>
                  </a:cubicBezTo>
                  <a:cubicBezTo>
                    <a:pt x="228" y="187"/>
                    <a:pt x="224" y="184"/>
                    <a:pt x="219" y="182"/>
                  </a:cubicBezTo>
                  <a:cubicBezTo>
                    <a:pt x="214" y="181"/>
                    <a:pt x="207" y="186"/>
                    <a:pt x="212" y="190"/>
                  </a:cubicBezTo>
                  <a:moveTo>
                    <a:pt x="903" y="383"/>
                  </a:moveTo>
                  <a:cubicBezTo>
                    <a:pt x="901" y="377"/>
                    <a:pt x="906" y="371"/>
                    <a:pt x="902" y="368"/>
                  </a:cubicBezTo>
                  <a:cubicBezTo>
                    <a:pt x="898" y="364"/>
                    <a:pt x="900" y="358"/>
                    <a:pt x="897" y="359"/>
                  </a:cubicBezTo>
                  <a:cubicBezTo>
                    <a:pt x="895" y="360"/>
                    <a:pt x="897" y="366"/>
                    <a:pt x="894" y="367"/>
                  </a:cubicBezTo>
                  <a:cubicBezTo>
                    <a:pt x="890" y="367"/>
                    <a:pt x="894" y="370"/>
                    <a:pt x="892" y="375"/>
                  </a:cubicBezTo>
                  <a:cubicBezTo>
                    <a:pt x="891" y="379"/>
                    <a:pt x="893" y="385"/>
                    <a:pt x="895" y="389"/>
                  </a:cubicBezTo>
                  <a:cubicBezTo>
                    <a:pt x="897" y="393"/>
                    <a:pt x="892" y="414"/>
                    <a:pt x="894" y="417"/>
                  </a:cubicBezTo>
                  <a:cubicBezTo>
                    <a:pt x="896" y="421"/>
                    <a:pt x="891" y="436"/>
                    <a:pt x="893" y="438"/>
                  </a:cubicBezTo>
                  <a:cubicBezTo>
                    <a:pt x="895" y="441"/>
                    <a:pt x="894" y="434"/>
                    <a:pt x="898" y="433"/>
                  </a:cubicBezTo>
                  <a:cubicBezTo>
                    <a:pt x="901" y="433"/>
                    <a:pt x="901" y="438"/>
                    <a:pt x="904" y="439"/>
                  </a:cubicBezTo>
                  <a:cubicBezTo>
                    <a:pt x="906" y="440"/>
                    <a:pt x="905" y="432"/>
                    <a:pt x="903" y="432"/>
                  </a:cubicBezTo>
                  <a:cubicBezTo>
                    <a:pt x="900" y="433"/>
                    <a:pt x="899" y="427"/>
                    <a:pt x="898" y="423"/>
                  </a:cubicBezTo>
                  <a:cubicBezTo>
                    <a:pt x="897" y="420"/>
                    <a:pt x="900" y="416"/>
                    <a:pt x="900" y="411"/>
                  </a:cubicBezTo>
                  <a:cubicBezTo>
                    <a:pt x="900" y="407"/>
                    <a:pt x="905" y="407"/>
                    <a:pt x="908" y="411"/>
                  </a:cubicBezTo>
                  <a:cubicBezTo>
                    <a:pt x="912" y="414"/>
                    <a:pt x="912" y="412"/>
                    <a:pt x="911" y="409"/>
                  </a:cubicBezTo>
                  <a:cubicBezTo>
                    <a:pt x="910" y="407"/>
                    <a:pt x="905" y="390"/>
                    <a:pt x="903" y="383"/>
                  </a:cubicBezTo>
                  <a:moveTo>
                    <a:pt x="887" y="118"/>
                  </a:moveTo>
                  <a:cubicBezTo>
                    <a:pt x="887" y="115"/>
                    <a:pt x="876" y="119"/>
                    <a:pt x="880" y="121"/>
                  </a:cubicBezTo>
                  <a:cubicBezTo>
                    <a:pt x="883" y="122"/>
                    <a:pt x="887" y="122"/>
                    <a:pt x="887" y="118"/>
                  </a:cubicBezTo>
                  <a:moveTo>
                    <a:pt x="905" y="133"/>
                  </a:moveTo>
                  <a:cubicBezTo>
                    <a:pt x="909" y="132"/>
                    <a:pt x="902" y="125"/>
                    <a:pt x="895" y="123"/>
                  </a:cubicBezTo>
                  <a:cubicBezTo>
                    <a:pt x="888" y="122"/>
                    <a:pt x="882" y="128"/>
                    <a:pt x="883" y="129"/>
                  </a:cubicBezTo>
                  <a:cubicBezTo>
                    <a:pt x="885" y="132"/>
                    <a:pt x="901" y="133"/>
                    <a:pt x="905" y="133"/>
                  </a:cubicBezTo>
                  <a:moveTo>
                    <a:pt x="859" y="105"/>
                  </a:moveTo>
                  <a:cubicBezTo>
                    <a:pt x="862" y="106"/>
                    <a:pt x="864" y="108"/>
                    <a:pt x="865" y="110"/>
                  </a:cubicBezTo>
                  <a:cubicBezTo>
                    <a:pt x="867" y="111"/>
                    <a:pt x="874" y="109"/>
                    <a:pt x="876" y="108"/>
                  </a:cubicBezTo>
                  <a:cubicBezTo>
                    <a:pt x="879" y="107"/>
                    <a:pt x="879" y="112"/>
                    <a:pt x="883" y="109"/>
                  </a:cubicBezTo>
                  <a:cubicBezTo>
                    <a:pt x="887" y="107"/>
                    <a:pt x="891" y="108"/>
                    <a:pt x="896" y="108"/>
                  </a:cubicBezTo>
                  <a:cubicBezTo>
                    <a:pt x="901" y="108"/>
                    <a:pt x="895" y="102"/>
                    <a:pt x="895" y="99"/>
                  </a:cubicBezTo>
                  <a:cubicBezTo>
                    <a:pt x="896" y="97"/>
                    <a:pt x="901" y="98"/>
                    <a:pt x="899" y="101"/>
                  </a:cubicBezTo>
                  <a:cubicBezTo>
                    <a:pt x="898" y="103"/>
                    <a:pt x="902" y="108"/>
                    <a:pt x="909" y="107"/>
                  </a:cubicBezTo>
                  <a:cubicBezTo>
                    <a:pt x="916" y="107"/>
                    <a:pt x="911" y="103"/>
                    <a:pt x="914" y="101"/>
                  </a:cubicBezTo>
                  <a:cubicBezTo>
                    <a:pt x="918" y="100"/>
                    <a:pt x="917" y="98"/>
                    <a:pt x="912" y="95"/>
                  </a:cubicBezTo>
                  <a:cubicBezTo>
                    <a:pt x="907" y="92"/>
                    <a:pt x="901" y="94"/>
                    <a:pt x="896" y="92"/>
                  </a:cubicBezTo>
                  <a:cubicBezTo>
                    <a:pt x="892" y="90"/>
                    <a:pt x="886" y="90"/>
                    <a:pt x="886" y="94"/>
                  </a:cubicBezTo>
                  <a:cubicBezTo>
                    <a:pt x="886" y="99"/>
                    <a:pt x="877" y="89"/>
                    <a:pt x="872" y="88"/>
                  </a:cubicBezTo>
                  <a:cubicBezTo>
                    <a:pt x="867" y="86"/>
                    <a:pt x="852" y="101"/>
                    <a:pt x="859" y="105"/>
                  </a:cubicBezTo>
                  <a:moveTo>
                    <a:pt x="1167" y="165"/>
                  </a:moveTo>
                  <a:cubicBezTo>
                    <a:pt x="1171" y="168"/>
                    <a:pt x="1174" y="163"/>
                    <a:pt x="1178" y="165"/>
                  </a:cubicBezTo>
                  <a:cubicBezTo>
                    <a:pt x="1181" y="168"/>
                    <a:pt x="1189" y="164"/>
                    <a:pt x="1193" y="163"/>
                  </a:cubicBezTo>
                  <a:cubicBezTo>
                    <a:pt x="1196" y="163"/>
                    <a:pt x="1195" y="158"/>
                    <a:pt x="1185" y="157"/>
                  </a:cubicBezTo>
                  <a:cubicBezTo>
                    <a:pt x="1175" y="156"/>
                    <a:pt x="1162" y="163"/>
                    <a:pt x="1167" y="165"/>
                  </a:cubicBezTo>
                  <a:moveTo>
                    <a:pt x="925" y="105"/>
                  </a:moveTo>
                  <a:cubicBezTo>
                    <a:pt x="930" y="105"/>
                    <a:pt x="933" y="110"/>
                    <a:pt x="943" y="111"/>
                  </a:cubicBezTo>
                  <a:cubicBezTo>
                    <a:pt x="953" y="111"/>
                    <a:pt x="960" y="109"/>
                    <a:pt x="960" y="107"/>
                  </a:cubicBezTo>
                  <a:cubicBezTo>
                    <a:pt x="961" y="105"/>
                    <a:pt x="951" y="102"/>
                    <a:pt x="949" y="103"/>
                  </a:cubicBezTo>
                  <a:cubicBezTo>
                    <a:pt x="946" y="105"/>
                    <a:pt x="944" y="101"/>
                    <a:pt x="940" y="102"/>
                  </a:cubicBezTo>
                  <a:cubicBezTo>
                    <a:pt x="937" y="103"/>
                    <a:pt x="932" y="103"/>
                    <a:pt x="930" y="100"/>
                  </a:cubicBezTo>
                  <a:cubicBezTo>
                    <a:pt x="928" y="97"/>
                    <a:pt x="923" y="104"/>
                    <a:pt x="925" y="105"/>
                  </a:cubicBezTo>
                  <a:moveTo>
                    <a:pt x="535" y="23"/>
                  </a:moveTo>
                  <a:cubicBezTo>
                    <a:pt x="539" y="25"/>
                    <a:pt x="537" y="26"/>
                    <a:pt x="533" y="26"/>
                  </a:cubicBezTo>
                  <a:cubicBezTo>
                    <a:pt x="528" y="26"/>
                    <a:pt x="525" y="28"/>
                    <a:pt x="528" y="29"/>
                  </a:cubicBezTo>
                  <a:cubicBezTo>
                    <a:pt x="530" y="30"/>
                    <a:pt x="530" y="32"/>
                    <a:pt x="534" y="33"/>
                  </a:cubicBezTo>
                  <a:cubicBezTo>
                    <a:pt x="539" y="34"/>
                    <a:pt x="543" y="31"/>
                    <a:pt x="543" y="28"/>
                  </a:cubicBezTo>
                  <a:cubicBezTo>
                    <a:pt x="542" y="25"/>
                    <a:pt x="559" y="23"/>
                    <a:pt x="563" y="22"/>
                  </a:cubicBezTo>
                  <a:cubicBezTo>
                    <a:pt x="567" y="21"/>
                    <a:pt x="560" y="16"/>
                    <a:pt x="565" y="16"/>
                  </a:cubicBezTo>
                  <a:cubicBezTo>
                    <a:pt x="570" y="15"/>
                    <a:pt x="568" y="13"/>
                    <a:pt x="562" y="12"/>
                  </a:cubicBezTo>
                  <a:cubicBezTo>
                    <a:pt x="556" y="11"/>
                    <a:pt x="558" y="6"/>
                    <a:pt x="556" y="5"/>
                  </a:cubicBezTo>
                  <a:cubicBezTo>
                    <a:pt x="555" y="3"/>
                    <a:pt x="553" y="7"/>
                    <a:pt x="546" y="8"/>
                  </a:cubicBezTo>
                  <a:cubicBezTo>
                    <a:pt x="538" y="10"/>
                    <a:pt x="535" y="12"/>
                    <a:pt x="538" y="13"/>
                  </a:cubicBezTo>
                  <a:cubicBezTo>
                    <a:pt x="541" y="15"/>
                    <a:pt x="538" y="19"/>
                    <a:pt x="534" y="18"/>
                  </a:cubicBezTo>
                  <a:cubicBezTo>
                    <a:pt x="531" y="18"/>
                    <a:pt x="530" y="22"/>
                    <a:pt x="535" y="23"/>
                  </a:cubicBezTo>
                  <a:moveTo>
                    <a:pt x="580" y="60"/>
                  </a:moveTo>
                  <a:cubicBezTo>
                    <a:pt x="583" y="62"/>
                    <a:pt x="592" y="58"/>
                    <a:pt x="599" y="58"/>
                  </a:cubicBezTo>
                  <a:cubicBezTo>
                    <a:pt x="605" y="58"/>
                    <a:pt x="624" y="53"/>
                    <a:pt x="624" y="50"/>
                  </a:cubicBezTo>
                  <a:cubicBezTo>
                    <a:pt x="625" y="46"/>
                    <a:pt x="618" y="46"/>
                    <a:pt x="615" y="43"/>
                  </a:cubicBezTo>
                  <a:cubicBezTo>
                    <a:pt x="612" y="40"/>
                    <a:pt x="606" y="43"/>
                    <a:pt x="604" y="46"/>
                  </a:cubicBezTo>
                  <a:cubicBezTo>
                    <a:pt x="603" y="48"/>
                    <a:pt x="601" y="46"/>
                    <a:pt x="605" y="42"/>
                  </a:cubicBezTo>
                  <a:cubicBezTo>
                    <a:pt x="609" y="38"/>
                    <a:pt x="601" y="34"/>
                    <a:pt x="601" y="37"/>
                  </a:cubicBezTo>
                  <a:cubicBezTo>
                    <a:pt x="600" y="39"/>
                    <a:pt x="593" y="37"/>
                    <a:pt x="593" y="40"/>
                  </a:cubicBezTo>
                  <a:cubicBezTo>
                    <a:pt x="593" y="42"/>
                    <a:pt x="590" y="43"/>
                    <a:pt x="590" y="46"/>
                  </a:cubicBezTo>
                  <a:cubicBezTo>
                    <a:pt x="591" y="48"/>
                    <a:pt x="585" y="44"/>
                    <a:pt x="585" y="50"/>
                  </a:cubicBezTo>
                  <a:cubicBezTo>
                    <a:pt x="585" y="55"/>
                    <a:pt x="576" y="58"/>
                    <a:pt x="580" y="60"/>
                  </a:cubicBezTo>
                  <a:moveTo>
                    <a:pt x="438" y="138"/>
                  </a:moveTo>
                  <a:cubicBezTo>
                    <a:pt x="441" y="139"/>
                    <a:pt x="444" y="139"/>
                    <a:pt x="443" y="135"/>
                  </a:cubicBezTo>
                  <a:cubicBezTo>
                    <a:pt x="443" y="132"/>
                    <a:pt x="435" y="136"/>
                    <a:pt x="438" y="138"/>
                  </a:cubicBezTo>
                  <a:moveTo>
                    <a:pt x="374" y="134"/>
                  </a:moveTo>
                  <a:cubicBezTo>
                    <a:pt x="377" y="135"/>
                    <a:pt x="385" y="133"/>
                    <a:pt x="386" y="132"/>
                  </a:cubicBezTo>
                  <a:cubicBezTo>
                    <a:pt x="386" y="130"/>
                    <a:pt x="383" y="128"/>
                    <a:pt x="378" y="128"/>
                  </a:cubicBezTo>
                  <a:cubicBezTo>
                    <a:pt x="373" y="128"/>
                    <a:pt x="372" y="134"/>
                    <a:pt x="374" y="134"/>
                  </a:cubicBezTo>
                  <a:moveTo>
                    <a:pt x="546" y="29"/>
                  </a:moveTo>
                  <a:cubicBezTo>
                    <a:pt x="546" y="32"/>
                    <a:pt x="539" y="34"/>
                    <a:pt x="541" y="36"/>
                  </a:cubicBezTo>
                  <a:cubicBezTo>
                    <a:pt x="543" y="38"/>
                    <a:pt x="544" y="37"/>
                    <a:pt x="546" y="38"/>
                  </a:cubicBezTo>
                  <a:cubicBezTo>
                    <a:pt x="549" y="38"/>
                    <a:pt x="550" y="43"/>
                    <a:pt x="554" y="42"/>
                  </a:cubicBezTo>
                  <a:cubicBezTo>
                    <a:pt x="558" y="42"/>
                    <a:pt x="568" y="47"/>
                    <a:pt x="574" y="47"/>
                  </a:cubicBezTo>
                  <a:cubicBezTo>
                    <a:pt x="581" y="47"/>
                    <a:pt x="581" y="42"/>
                    <a:pt x="579" y="41"/>
                  </a:cubicBezTo>
                  <a:cubicBezTo>
                    <a:pt x="578" y="41"/>
                    <a:pt x="579" y="38"/>
                    <a:pt x="583" y="33"/>
                  </a:cubicBezTo>
                  <a:cubicBezTo>
                    <a:pt x="586" y="28"/>
                    <a:pt x="572" y="24"/>
                    <a:pt x="572" y="28"/>
                  </a:cubicBezTo>
                  <a:cubicBezTo>
                    <a:pt x="572" y="32"/>
                    <a:pt x="568" y="28"/>
                    <a:pt x="566" y="25"/>
                  </a:cubicBezTo>
                  <a:cubicBezTo>
                    <a:pt x="565" y="23"/>
                    <a:pt x="546" y="27"/>
                    <a:pt x="546" y="29"/>
                  </a:cubicBezTo>
                  <a:moveTo>
                    <a:pt x="332" y="14"/>
                  </a:moveTo>
                  <a:cubicBezTo>
                    <a:pt x="341" y="13"/>
                    <a:pt x="340" y="8"/>
                    <a:pt x="336" y="7"/>
                  </a:cubicBezTo>
                  <a:cubicBezTo>
                    <a:pt x="332" y="6"/>
                    <a:pt x="331" y="10"/>
                    <a:pt x="329" y="10"/>
                  </a:cubicBezTo>
                  <a:cubicBezTo>
                    <a:pt x="327" y="10"/>
                    <a:pt x="319" y="11"/>
                    <a:pt x="320" y="13"/>
                  </a:cubicBezTo>
                  <a:cubicBezTo>
                    <a:pt x="322" y="15"/>
                    <a:pt x="328" y="14"/>
                    <a:pt x="332" y="14"/>
                  </a:cubicBezTo>
                  <a:moveTo>
                    <a:pt x="529" y="8"/>
                  </a:moveTo>
                  <a:cubicBezTo>
                    <a:pt x="530" y="5"/>
                    <a:pt x="515" y="6"/>
                    <a:pt x="519" y="9"/>
                  </a:cubicBezTo>
                  <a:cubicBezTo>
                    <a:pt x="520" y="10"/>
                    <a:pt x="528" y="11"/>
                    <a:pt x="529" y="8"/>
                  </a:cubicBezTo>
                  <a:moveTo>
                    <a:pt x="19" y="348"/>
                  </a:moveTo>
                  <a:cubicBezTo>
                    <a:pt x="18" y="348"/>
                    <a:pt x="15" y="347"/>
                    <a:pt x="14" y="346"/>
                  </a:cubicBezTo>
                  <a:cubicBezTo>
                    <a:pt x="14" y="345"/>
                    <a:pt x="12" y="346"/>
                    <a:pt x="10" y="346"/>
                  </a:cubicBezTo>
                  <a:cubicBezTo>
                    <a:pt x="10" y="346"/>
                    <a:pt x="11" y="346"/>
                    <a:pt x="11" y="347"/>
                  </a:cubicBezTo>
                  <a:cubicBezTo>
                    <a:pt x="12" y="349"/>
                    <a:pt x="7" y="349"/>
                    <a:pt x="9" y="351"/>
                  </a:cubicBezTo>
                  <a:cubicBezTo>
                    <a:pt x="10" y="353"/>
                    <a:pt x="5" y="353"/>
                    <a:pt x="5" y="351"/>
                  </a:cubicBezTo>
                  <a:cubicBezTo>
                    <a:pt x="5" y="349"/>
                    <a:pt x="0" y="350"/>
                    <a:pt x="0" y="351"/>
                  </a:cubicBezTo>
                  <a:cubicBezTo>
                    <a:pt x="0" y="352"/>
                    <a:pt x="0" y="352"/>
                    <a:pt x="0" y="353"/>
                  </a:cubicBezTo>
                  <a:cubicBezTo>
                    <a:pt x="1" y="354"/>
                    <a:pt x="3" y="354"/>
                    <a:pt x="3" y="354"/>
                  </a:cubicBezTo>
                  <a:cubicBezTo>
                    <a:pt x="4" y="355"/>
                    <a:pt x="17" y="356"/>
                    <a:pt x="22" y="355"/>
                  </a:cubicBezTo>
                  <a:cubicBezTo>
                    <a:pt x="22" y="354"/>
                    <a:pt x="23" y="351"/>
                    <a:pt x="23" y="350"/>
                  </a:cubicBezTo>
                  <a:cubicBezTo>
                    <a:pt x="23" y="349"/>
                    <a:pt x="20" y="347"/>
                    <a:pt x="19" y="34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6" name="Freeform 1574">
              <a:extLst>
                <a:ext uri="{FF2B5EF4-FFF2-40B4-BE49-F238E27FC236}">
                  <a16:creationId xmlns:a16="http://schemas.microsoft.com/office/drawing/2014/main" id="{2E6CB57A-7A00-05E3-1E0E-EF93FBB12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3147" y="3093881"/>
              <a:ext cx="214296" cy="141280"/>
            </a:xfrm>
            <a:custGeom>
              <a:avLst/>
              <a:gdLst>
                <a:gd name="T0" fmla="*/ 46 w 57"/>
                <a:gd name="T1" fmla="*/ 31 h 38"/>
                <a:gd name="T2" fmla="*/ 49 w 57"/>
                <a:gd name="T3" fmla="*/ 33 h 38"/>
                <a:gd name="T4" fmla="*/ 54 w 57"/>
                <a:gd name="T5" fmla="*/ 35 h 38"/>
                <a:gd name="T6" fmla="*/ 57 w 57"/>
                <a:gd name="T7" fmla="*/ 34 h 38"/>
                <a:gd name="T8" fmla="*/ 55 w 57"/>
                <a:gd name="T9" fmla="*/ 24 h 38"/>
                <a:gd name="T10" fmla="*/ 48 w 57"/>
                <a:gd name="T11" fmla="*/ 19 h 38"/>
                <a:gd name="T12" fmla="*/ 47 w 57"/>
                <a:gd name="T13" fmla="*/ 13 h 38"/>
                <a:gd name="T14" fmla="*/ 37 w 57"/>
                <a:gd name="T15" fmla="*/ 13 h 38"/>
                <a:gd name="T16" fmla="*/ 31 w 57"/>
                <a:gd name="T17" fmla="*/ 12 h 38"/>
                <a:gd name="T18" fmla="*/ 24 w 57"/>
                <a:gd name="T19" fmla="*/ 12 h 38"/>
                <a:gd name="T20" fmla="*/ 14 w 57"/>
                <a:gd name="T21" fmla="*/ 11 h 38"/>
                <a:gd name="T22" fmla="*/ 19 w 57"/>
                <a:gd name="T23" fmla="*/ 7 h 38"/>
                <a:gd name="T24" fmla="*/ 21 w 57"/>
                <a:gd name="T25" fmla="*/ 7 h 38"/>
                <a:gd name="T26" fmla="*/ 24 w 57"/>
                <a:gd name="T27" fmla="*/ 1 h 38"/>
                <a:gd name="T28" fmla="*/ 19 w 57"/>
                <a:gd name="T29" fmla="*/ 2 h 38"/>
                <a:gd name="T30" fmla="*/ 13 w 57"/>
                <a:gd name="T31" fmla="*/ 3 h 38"/>
                <a:gd name="T32" fmla="*/ 10 w 57"/>
                <a:gd name="T33" fmla="*/ 7 h 38"/>
                <a:gd name="T34" fmla="*/ 7 w 57"/>
                <a:gd name="T35" fmla="*/ 11 h 38"/>
                <a:gd name="T36" fmla="*/ 0 w 57"/>
                <a:gd name="T37" fmla="*/ 14 h 38"/>
                <a:gd name="T38" fmla="*/ 5 w 57"/>
                <a:gd name="T39" fmla="*/ 20 h 38"/>
                <a:gd name="T40" fmla="*/ 6 w 57"/>
                <a:gd name="T41" fmla="*/ 26 h 38"/>
                <a:gd name="T42" fmla="*/ 3 w 57"/>
                <a:gd name="T43" fmla="*/ 34 h 38"/>
                <a:gd name="T44" fmla="*/ 6 w 57"/>
                <a:gd name="T45" fmla="*/ 34 h 38"/>
                <a:gd name="T46" fmla="*/ 14 w 57"/>
                <a:gd name="T47" fmla="*/ 32 h 38"/>
                <a:gd name="T48" fmla="*/ 21 w 57"/>
                <a:gd name="T49" fmla="*/ 29 h 38"/>
                <a:gd name="T50" fmla="*/ 28 w 57"/>
                <a:gd name="T51" fmla="*/ 22 h 38"/>
                <a:gd name="T52" fmla="*/ 30 w 57"/>
                <a:gd name="T53" fmla="*/ 29 h 38"/>
                <a:gd name="T54" fmla="*/ 31 w 57"/>
                <a:gd name="T55" fmla="*/ 37 h 38"/>
                <a:gd name="T56" fmla="*/ 34 w 57"/>
                <a:gd name="T57" fmla="*/ 38 h 38"/>
                <a:gd name="T58" fmla="*/ 38 w 57"/>
                <a:gd name="T59" fmla="*/ 36 h 38"/>
                <a:gd name="T60" fmla="*/ 46 w 57"/>
                <a:gd name="T61" fmla="*/ 3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7" h="38">
                  <a:moveTo>
                    <a:pt x="46" y="31"/>
                  </a:moveTo>
                  <a:cubicBezTo>
                    <a:pt x="48" y="32"/>
                    <a:pt x="48" y="33"/>
                    <a:pt x="49" y="33"/>
                  </a:cubicBezTo>
                  <a:cubicBezTo>
                    <a:pt x="51" y="33"/>
                    <a:pt x="53" y="33"/>
                    <a:pt x="54" y="35"/>
                  </a:cubicBezTo>
                  <a:cubicBezTo>
                    <a:pt x="56" y="34"/>
                    <a:pt x="57" y="34"/>
                    <a:pt x="57" y="34"/>
                  </a:cubicBezTo>
                  <a:cubicBezTo>
                    <a:pt x="57" y="34"/>
                    <a:pt x="56" y="26"/>
                    <a:pt x="55" y="24"/>
                  </a:cubicBezTo>
                  <a:cubicBezTo>
                    <a:pt x="55" y="22"/>
                    <a:pt x="48" y="19"/>
                    <a:pt x="48" y="19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39" y="14"/>
                    <a:pt x="37" y="13"/>
                  </a:cubicBezTo>
                  <a:cubicBezTo>
                    <a:pt x="36" y="13"/>
                    <a:pt x="33" y="14"/>
                    <a:pt x="31" y="12"/>
                  </a:cubicBezTo>
                  <a:cubicBezTo>
                    <a:pt x="30" y="10"/>
                    <a:pt x="27" y="14"/>
                    <a:pt x="24" y="12"/>
                  </a:cubicBezTo>
                  <a:cubicBezTo>
                    <a:pt x="22" y="10"/>
                    <a:pt x="14" y="13"/>
                    <a:pt x="14" y="11"/>
                  </a:cubicBezTo>
                  <a:cubicBezTo>
                    <a:pt x="13" y="10"/>
                    <a:pt x="17" y="6"/>
                    <a:pt x="19" y="7"/>
                  </a:cubicBezTo>
                  <a:cubicBezTo>
                    <a:pt x="20" y="7"/>
                    <a:pt x="20" y="7"/>
                    <a:pt x="21" y="7"/>
                  </a:cubicBezTo>
                  <a:cubicBezTo>
                    <a:pt x="22" y="5"/>
                    <a:pt x="24" y="1"/>
                    <a:pt x="24" y="1"/>
                  </a:cubicBezTo>
                  <a:cubicBezTo>
                    <a:pt x="23" y="0"/>
                    <a:pt x="21" y="0"/>
                    <a:pt x="19" y="2"/>
                  </a:cubicBezTo>
                  <a:cubicBezTo>
                    <a:pt x="17" y="3"/>
                    <a:pt x="14" y="1"/>
                    <a:pt x="13" y="3"/>
                  </a:cubicBezTo>
                  <a:cubicBezTo>
                    <a:pt x="13" y="5"/>
                    <a:pt x="12" y="7"/>
                    <a:pt x="10" y="7"/>
                  </a:cubicBezTo>
                  <a:cubicBezTo>
                    <a:pt x="8" y="7"/>
                    <a:pt x="9" y="10"/>
                    <a:pt x="7" y="11"/>
                  </a:cubicBezTo>
                  <a:cubicBezTo>
                    <a:pt x="5" y="12"/>
                    <a:pt x="1" y="12"/>
                    <a:pt x="0" y="14"/>
                  </a:cubicBezTo>
                  <a:cubicBezTo>
                    <a:pt x="0" y="16"/>
                    <a:pt x="5" y="17"/>
                    <a:pt x="5" y="20"/>
                  </a:cubicBezTo>
                  <a:cubicBezTo>
                    <a:pt x="4" y="22"/>
                    <a:pt x="8" y="25"/>
                    <a:pt x="6" y="26"/>
                  </a:cubicBezTo>
                  <a:cubicBezTo>
                    <a:pt x="4" y="28"/>
                    <a:pt x="2" y="30"/>
                    <a:pt x="3" y="34"/>
                  </a:cubicBezTo>
                  <a:cubicBezTo>
                    <a:pt x="4" y="35"/>
                    <a:pt x="5" y="36"/>
                    <a:pt x="6" y="34"/>
                  </a:cubicBezTo>
                  <a:cubicBezTo>
                    <a:pt x="7" y="32"/>
                    <a:pt x="14" y="34"/>
                    <a:pt x="14" y="32"/>
                  </a:cubicBezTo>
                  <a:cubicBezTo>
                    <a:pt x="14" y="30"/>
                    <a:pt x="21" y="31"/>
                    <a:pt x="21" y="29"/>
                  </a:cubicBezTo>
                  <a:cubicBezTo>
                    <a:pt x="21" y="27"/>
                    <a:pt x="25" y="22"/>
                    <a:pt x="28" y="22"/>
                  </a:cubicBezTo>
                  <a:cubicBezTo>
                    <a:pt x="30" y="23"/>
                    <a:pt x="27" y="27"/>
                    <a:pt x="30" y="29"/>
                  </a:cubicBezTo>
                  <a:cubicBezTo>
                    <a:pt x="34" y="30"/>
                    <a:pt x="29" y="35"/>
                    <a:pt x="31" y="37"/>
                  </a:cubicBezTo>
                  <a:cubicBezTo>
                    <a:pt x="31" y="38"/>
                    <a:pt x="33" y="38"/>
                    <a:pt x="34" y="38"/>
                  </a:cubicBezTo>
                  <a:cubicBezTo>
                    <a:pt x="35" y="37"/>
                    <a:pt x="37" y="37"/>
                    <a:pt x="38" y="36"/>
                  </a:cubicBezTo>
                  <a:cubicBezTo>
                    <a:pt x="41" y="34"/>
                    <a:pt x="45" y="30"/>
                    <a:pt x="46" y="3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7" name="Freeform 1577">
              <a:extLst>
                <a:ext uri="{FF2B5EF4-FFF2-40B4-BE49-F238E27FC236}">
                  <a16:creationId xmlns:a16="http://schemas.microsoft.com/office/drawing/2014/main" id="{1780FFC4-9B82-E89D-FA5A-4394DFC45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340" y="3078006"/>
              <a:ext cx="96830" cy="82546"/>
            </a:xfrm>
            <a:custGeom>
              <a:avLst/>
              <a:gdLst>
                <a:gd name="T0" fmla="*/ 24 w 26"/>
                <a:gd name="T1" fmla="*/ 17 h 22"/>
                <a:gd name="T2" fmla="*/ 20 w 26"/>
                <a:gd name="T3" fmla="*/ 11 h 22"/>
                <a:gd name="T4" fmla="*/ 17 w 26"/>
                <a:gd name="T5" fmla="*/ 5 h 22"/>
                <a:gd name="T6" fmla="*/ 15 w 26"/>
                <a:gd name="T7" fmla="*/ 1 h 22"/>
                <a:gd name="T8" fmla="*/ 8 w 26"/>
                <a:gd name="T9" fmla="*/ 0 h 22"/>
                <a:gd name="T10" fmla="*/ 0 w 26"/>
                <a:gd name="T11" fmla="*/ 1 h 22"/>
                <a:gd name="T12" fmla="*/ 2 w 26"/>
                <a:gd name="T13" fmla="*/ 7 h 22"/>
                <a:gd name="T14" fmla="*/ 8 w 26"/>
                <a:gd name="T15" fmla="*/ 10 h 22"/>
                <a:gd name="T16" fmla="*/ 9 w 26"/>
                <a:gd name="T17" fmla="*/ 13 h 22"/>
                <a:gd name="T18" fmla="*/ 10 w 26"/>
                <a:gd name="T19" fmla="*/ 13 h 22"/>
                <a:gd name="T20" fmla="*/ 12 w 26"/>
                <a:gd name="T21" fmla="*/ 14 h 22"/>
                <a:gd name="T22" fmla="*/ 16 w 26"/>
                <a:gd name="T23" fmla="*/ 16 h 22"/>
                <a:gd name="T24" fmla="*/ 19 w 26"/>
                <a:gd name="T25" fmla="*/ 17 h 22"/>
                <a:gd name="T26" fmla="*/ 21 w 26"/>
                <a:gd name="T27" fmla="*/ 22 h 22"/>
                <a:gd name="T28" fmla="*/ 26 w 26"/>
                <a:gd name="T29" fmla="*/ 21 h 22"/>
                <a:gd name="T30" fmla="*/ 24 w 26"/>
                <a:gd name="T31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6" h="22">
                  <a:moveTo>
                    <a:pt x="24" y="17"/>
                  </a:moveTo>
                  <a:cubicBezTo>
                    <a:pt x="24" y="15"/>
                    <a:pt x="20" y="13"/>
                    <a:pt x="20" y="11"/>
                  </a:cubicBezTo>
                  <a:cubicBezTo>
                    <a:pt x="20" y="9"/>
                    <a:pt x="16" y="7"/>
                    <a:pt x="17" y="5"/>
                  </a:cubicBezTo>
                  <a:cubicBezTo>
                    <a:pt x="17" y="4"/>
                    <a:pt x="16" y="2"/>
                    <a:pt x="15" y="1"/>
                  </a:cubicBezTo>
                  <a:cubicBezTo>
                    <a:pt x="13" y="0"/>
                    <a:pt x="10" y="0"/>
                    <a:pt x="8" y="0"/>
                  </a:cubicBezTo>
                  <a:cubicBezTo>
                    <a:pt x="5" y="0"/>
                    <a:pt x="3" y="1"/>
                    <a:pt x="0" y="1"/>
                  </a:cubicBezTo>
                  <a:cubicBezTo>
                    <a:pt x="2" y="4"/>
                    <a:pt x="1" y="4"/>
                    <a:pt x="2" y="7"/>
                  </a:cubicBezTo>
                  <a:cubicBezTo>
                    <a:pt x="3" y="11"/>
                    <a:pt x="7" y="9"/>
                    <a:pt x="8" y="10"/>
                  </a:cubicBezTo>
                  <a:cubicBezTo>
                    <a:pt x="8" y="10"/>
                    <a:pt x="9" y="11"/>
                    <a:pt x="9" y="13"/>
                  </a:cubicBezTo>
                  <a:cubicBezTo>
                    <a:pt x="9" y="13"/>
                    <a:pt x="10" y="13"/>
                    <a:pt x="10" y="13"/>
                  </a:cubicBezTo>
                  <a:cubicBezTo>
                    <a:pt x="11" y="13"/>
                    <a:pt x="12" y="14"/>
                    <a:pt x="12" y="14"/>
                  </a:cubicBezTo>
                  <a:cubicBezTo>
                    <a:pt x="13" y="15"/>
                    <a:pt x="15" y="16"/>
                    <a:pt x="16" y="16"/>
                  </a:cubicBezTo>
                  <a:cubicBezTo>
                    <a:pt x="17" y="17"/>
                    <a:pt x="17" y="15"/>
                    <a:pt x="19" y="17"/>
                  </a:cubicBezTo>
                  <a:cubicBezTo>
                    <a:pt x="21" y="19"/>
                    <a:pt x="21" y="20"/>
                    <a:pt x="21" y="22"/>
                  </a:cubicBezTo>
                  <a:cubicBezTo>
                    <a:pt x="23" y="22"/>
                    <a:pt x="24" y="21"/>
                    <a:pt x="26" y="21"/>
                  </a:cubicBezTo>
                  <a:cubicBezTo>
                    <a:pt x="25" y="19"/>
                    <a:pt x="24" y="18"/>
                    <a:pt x="24" y="1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8" name="Freeform 1579">
              <a:extLst>
                <a:ext uri="{FF2B5EF4-FFF2-40B4-BE49-F238E27FC236}">
                  <a16:creationId xmlns:a16="http://schemas.microsoft.com/office/drawing/2014/main" id="{543CBA77-166A-09EE-2C19-A99437C361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916613" y="3058956"/>
              <a:ext cx="141276" cy="117469"/>
            </a:xfrm>
            <a:custGeom>
              <a:avLst/>
              <a:gdLst>
                <a:gd name="T0" fmla="*/ 4 w 38"/>
                <a:gd name="T1" fmla="*/ 21 h 31"/>
                <a:gd name="T2" fmla="*/ 0 w 38"/>
                <a:gd name="T3" fmla="*/ 20 h 31"/>
                <a:gd name="T4" fmla="*/ 3 w 38"/>
                <a:gd name="T5" fmla="*/ 24 h 31"/>
                <a:gd name="T6" fmla="*/ 8 w 38"/>
                <a:gd name="T7" fmla="*/ 27 h 31"/>
                <a:gd name="T8" fmla="*/ 9 w 38"/>
                <a:gd name="T9" fmla="*/ 27 h 31"/>
                <a:gd name="T10" fmla="*/ 8 w 38"/>
                <a:gd name="T11" fmla="*/ 23 h 31"/>
                <a:gd name="T12" fmla="*/ 4 w 38"/>
                <a:gd name="T13" fmla="*/ 21 h 31"/>
                <a:gd name="T14" fmla="*/ 36 w 38"/>
                <a:gd name="T15" fmla="*/ 10 h 31"/>
                <a:gd name="T16" fmla="*/ 29 w 38"/>
                <a:gd name="T17" fmla="*/ 1 h 31"/>
                <a:gd name="T18" fmla="*/ 24 w 38"/>
                <a:gd name="T19" fmla="*/ 5 h 31"/>
                <a:gd name="T20" fmla="*/ 21 w 38"/>
                <a:gd name="T21" fmla="*/ 5 h 31"/>
                <a:gd name="T22" fmla="*/ 15 w 38"/>
                <a:gd name="T23" fmla="*/ 1 h 31"/>
                <a:gd name="T24" fmla="*/ 13 w 38"/>
                <a:gd name="T25" fmla="*/ 0 h 31"/>
                <a:gd name="T26" fmla="*/ 11 w 38"/>
                <a:gd name="T27" fmla="*/ 3 h 31"/>
                <a:gd name="T28" fmla="*/ 14 w 38"/>
                <a:gd name="T29" fmla="*/ 6 h 31"/>
                <a:gd name="T30" fmla="*/ 8 w 38"/>
                <a:gd name="T31" fmla="*/ 6 h 31"/>
                <a:gd name="T32" fmla="*/ 3 w 38"/>
                <a:gd name="T33" fmla="*/ 4 h 31"/>
                <a:gd name="T34" fmla="*/ 5 w 38"/>
                <a:gd name="T35" fmla="*/ 10 h 31"/>
                <a:gd name="T36" fmla="*/ 8 w 38"/>
                <a:gd name="T37" fmla="*/ 16 h 31"/>
                <a:gd name="T38" fmla="*/ 13 w 38"/>
                <a:gd name="T39" fmla="*/ 22 h 31"/>
                <a:gd name="T40" fmla="*/ 14 w 38"/>
                <a:gd name="T41" fmla="*/ 26 h 31"/>
                <a:gd name="T42" fmla="*/ 23 w 38"/>
                <a:gd name="T43" fmla="*/ 20 h 31"/>
                <a:gd name="T44" fmla="*/ 25 w 38"/>
                <a:gd name="T45" fmla="*/ 27 h 31"/>
                <a:gd name="T46" fmla="*/ 30 w 38"/>
                <a:gd name="T47" fmla="*/ 31 h 31"/>
                <a:gd name="T48" fmla="*/ 31 w 38"/>
                <a:gd name="T49" fmla="*/ 26 h 31"/>
                <a:gd name="T50" fmla="*/ 36 w 38"/>
                <a:gd name="T51" fmla="*/ 1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8" h="31">
                  <a:moveTo>
                    <a:pt x="4" y="21"/>
                  </a:moveTo>
                  <a:cubicBezTo>
                    <a:pt x="3" y="21"/>
                    <a:pt x="2" y="20"/>
                    <a:pt x="0" y="20"/>
                  </a:cubicBezTo>
                  <a:cubicBezTo>
                    <a:pt x="1" y="21"/>
                    <a:pt x="1" y="23"/>
                    <a:pt x="3" y="24"/>
                  </a:cubicBezTo>
                  <a:cubicBezTo>
                    <a:pt x="6" y="25"/>
                    <a:pt x="1" y="26"/>
                    <a:pt x="8" y="27"/>
                  </a:cubicBezTo>
                  <a:cubicBezTo>
                    <a:pt x="8" y="27"/>
                    <a:pt x="9" y="27"/>
                    <a:pt x="9" y="27"/>
                  </a:cubicBezTo>
                  <a:cubicBezTo>
                    <a:pt x="9" y="25"/>
                    <a:pt x="9" y="24"/>
                    <a:pt x="8" y="23"/>
                  </a:cubicBezTo>
                  <a:cubicBezTo>
                    <a:pt x="6" y="20"/>
                    <a:pt x="5" y="22"/>
                    <a:pt x="4" y="21"/>
                  </a:cubicBezTo>
                  <a:moveTo>
                    <a:pt x="36" y="10"/>
                  </a:moveTo>
                  <a:cubicBezTo>
                    <a:pt x="35" y="8"/>
                    <a:pt x="32" y="5"/>
                    <a:pt x="29" y="1"/>
                  </a:cubicBezTo>
                  <a:cubicBezTo>
                    <a:pt x="28" y="4"/>
                    <a:pt x="25" y="3"/>
                    <a:pt x="24" y="5"/>
                  </a:cubicBezTo>
                  <a:cubicBezTo>
                    <a:pt x="23" y="7"/>
                    <a:pt x="22" y="5"/>
                    <a:pt x="21" y="5"/>
                  </a:cubicBezTo>
                  <a:cubicBezTo>
                    <a:pt x="20" y="5"/>
                    <a:pt x="17" y="1"/>
                    <a:pt x="15" y="1"/>
                  </a:cubicBezTo>
                  <a:cubicBezTo>
                    <a:pt x="14" y="1"/>
                    <a:pt x="14" y="0"/>
                    <a:pt x="13" y="0"/>
                  </a:cubicBezTo>
                  <a:cubicBezTo>
                    <a:pt x="12" y="1"/>
                    <a:pt x="11" y="2"/>
                    <a:pt x="11" y="3"/>
                  </a:cubicBezTo>
                  <a:cubicBezTo>
                    <a:pt x="12" y="4"/>
                    <a:pt x="15" y="5"/>
                    <a:pt x="14" y="6"/>
                  </a:cubicBezTo>
                  <a:cubicBezTo>
                    <a:pt x="13" y="7"/>
                    <a:pt x="9" y="7"/>
                    <a:pt x="8" y="6"/>
                  </a:cubicBezTo>
                  <a:cubicBezTo>
                    <a:pt x="7" y="4"/>
                    <a:pt x="3" y="3"/>
                    <a:pt x="3" y="4"/>
                  </a:cubicBezTo>
                  <a:cubicBezTo>
                    <a:pt x="2" y="5"/>
                    <a:pt x="6" y="8"/>
                    <a:pt x="5" y="10"/>
                  </a:cubicBezTo>
                  <a:cubicBezTo>
                    <a:pt x="5" y="12"/>
                    <a:pt x="8" y="14"/>
                    <a:pt x="8" y="16"/>
                  </a:cubicBezTo>
                  <a:cubicBezTo>
                    <a:pt x="8" y="18"/>
                    <a:pt x="13" y="20"/>
                    <a:pt x="13" y="22"/>
                  </a:cubicBezTo>
                  <a:cubicBezTo>
                    <a:pt x="13" y="23"/>
                    <a:pt x="13" y="24"/>
                    <a:pt x="14" y="26"/>
                  </a:cubicBezTo>
                  <a:cubicBezTo>
                    <a:pt x="18" y="24"/>
                    <a:pt x="21" y="21"/>
                    <a:pt x="23" y="20"/>
                  </a:cubicBezTo>
                  <a:cubicBezTo>
                    <a:pt x="27" y="18"/>
                    <a:pt x="25" y="26"/>
                    <a:pt x="25" y="27"/>
                  </a:cubicBezTo>
                  <a:cubicBezTo>
                    <a:pt x="24" y="28"/>
                    <a:pt x="27" y="30"/>
                    <a:pt x="30" y="31"/>
                  </a:cubicBezTo>
                  <a:cubicBezTo>
                    <a:pt x="30" y="29"/>
                    <a:pt x="30" y="28"/>
                    <a:pt x="31" y="26"/>
                  </a:cubicBezTo>
                  <a:cubicBezTo>
                    <a:pt x="35" y="22"/>
                    <a:pt x="38" y="14"/>
                    <a:pt x="36" y="1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9" name="Freeform 1581">
              <a:extLst>
                <a:ext uri="{FF2B5EF4-FFF2-40B4-BE49-F238E27FC236}">
                  <a16:creationId xmlns:a16="http://schemas.microsoft.com/office/drawing/2014/main" id="{402673D8-76EE-73D9-A167-B916F8A7D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4728" y="3176427"/>
              <a:ext cx="396844" cy="284148"/>
            </a:xfrm>
            <a:custGeom>
              <a:avLst/>
              <a:gdLst>
                <a:gd name="T0" fmla="*/ 103 w 106"/>
                <a:gd name="T1" fmla="*/ 10 h 76"/>
                <a:gd name="T2" fmla="*/ 100 w 106"/>
                <a:gd name="T3" fmla="*/ 8 h 76"/>
                <a:gd name="T4" fmla="*/ 92 w 106"/>
                <a:gd name="T5" fmla="*/ 14 h 76"/>
                <a:gd name="T6" fmla="*/ 88 w 106"/>
                <a:gd name="T7" fmla="*/ 15 h 76"/>
                <a:gd name="T8" fmla="*/ 84 w 106"/>
                <a:gd name="T9" fmla="*/ 15 h 76"/>
                <a:gd name="T10" fmla="*/ 84 w 106"/>
                <a:gd name="T11" fmla="*/ 6 h 76"/>
                <a:gd name="T12" fmla="*/ 81 w 106"/>
                <a:gd name="T13" fmla="*/ 0 h 76"/>
                <a:gd name="T14" fmla="*/ 74 w 106"/>
                <a:gd name="T15" fmla="*/ 6 h 76"/>
                <a:gd name="T16" fmla="*/ 67 w 106"/>
                <a:gd name="T17" fmla="*/ 10 h 76"/>
                <a:gd name="T18" fmla="*/ 60 w 106"/>
                <a:gd name="T19" fmla="*/ 12 h 76"/>
                <a:gd name="T20" fmla="*/ 53 w 106"/>
                <a:gd name="T21" fmla="*/ 10 h 76"/>
                <a:gd name="T22" fmla="*/ 47 w 106"/>
                <a:gd name="T23" fmla="*/ 8 h 76"/>
                <a:gd name="T24" fmla="*/ 41 w 106"/>
                <a:gd name="T25" fmla="*/ 7 h 76"/>
                <a:gd name="T26" fmla="*/ 35 w 106"/>
                <a:gd name="T27" fmla="*/ 10 h 76"/>
                <a:gd name="T28" fmla="*/ 31 w 106"/>
                <a:gd name="T29" fmla="*/ 18 h 76"/>
                <a:gd name="T30" fmla="*/ 20 w 106"/>
                <a:gd name="T31" fmla="*/ 24 h 76"/>
                <a:gd name="T32" fmla="*/ 14 w 106"/>
                <a:gd name="T33" fmla="*/ 26 h 76"/>
                <a:gd name="T34" fmla="*/ 8 w 106"/>
                <a:gd name="T35" fmla="*/ 25 h 76"/>
                <a:gd name="T36" fmla="*/ 5 w 106"/>
                <a:gd name="T37" fmla="*/ 28 h 76"/>
                <a:gd name="T38" fmla="*/ 2 w 106"/>
                <a:gd name="T39" fmla="*/ 34 h 76"/>
                <a:gd name="T40" fmla="*/ 1 w 106"/>
                <a:gd name="T41" fmla="*/ 41 h 76"/>
                <a:gd name="T42" fmla="*/ 1 w 106"/>
                <a:gd name="T43" fmla="*/ 48 h 76"/>
                <a:gd name="T44" fmla="*/ 3 w 106"/>
                <a:gd name="T45" fmla="*/ 57 h 76"/>
                <a:gd name="T46" fmla="*/ 10 w 106"/>
                <a:gd name="T47" fmla="*/ 61 h 76"/>
                <a:gd name="T48" fmla="*/ 2 w 106"/>
                <a:gd name="T49" fmla="*/ 71 h 76"/>
                <a:gd name="T50" fmla="*/ 4 w 106"/>
                <a:gd name="T51" fmla="*/ 74 h 76"/>
                <a:gd name="T52" fmla="*/ 15 w 106"/>
                <a:gd name="T53" fmla="*/ 75 h 76"/>
                <a:gd name="T54" fmla="*/ 45 w 106"/>
                <a:gd name="T55" fmla="*/ 71 h 76"/>
                <a:gd name="T56" fmla="*/ 44 w 106"/>
                <a:gd name="T57" fmla="*/ 64 h 76"/>
                <a:gd name="T58" fmla="*/ 50 w 106"/>
                <a:gd name="T59" fmla="*/ 60 h 76"/>
                <a:gd name="T60" fmla="*/ 55 w 106"/>
                <a:gd name="T61" fmla="*/ 59 h 76"/>
                <a:gd name="T62" fmla="*/ 63 w 106"/>
                <a:gd name="T63" fmla="*/ 56 h 76"/>
                <a:gd name="T64" fmla="*/ 67 w 106"/>
                <a:gd name="T65" fmla="*/ 53 h 76"/>
                <a:gd name="T66" fmla="*/ 69 w 106"/>
                <a:gd name="T67" fmla="*/ 45 h 76"/>
                <a:gd name="T68" fmla="*/ 74 w 106"/>
                <a:gd name="T69" fmla="*/ 42 h 76"/>
                <a:gd name="T70" fmla="*/ 72 w 106"/>
                <a:gd name="T71" fmla="*/ 37 h 76"/>
                <a:gd name="T72" fmla="*/ 80 w 106"/>
                <a:gd name="T73" fmla="*/ 38 h 76"/>
                <a:gd name="T74" fmla="*/ 81 w 106"/>
                <a:gd name="T75" fmla="*/ 32 h 76"/>
                <a:gd name="T76" fmla="*/ 84 w 106"/>
                <a:gd name="T77" fmla="*/ 26 h 76"/>
                <a:gd name="T78" fmla="*/ 83 w 106"/>
                <a:gd name="T79" fmla="*/ 22 h 76"/>
                <a:gd name="T80" fmla="*/ 84 w 106"/>
                <a:gd name="T81" fmla="*/ 18 h 76"/>
                <a:gd name="T82" fmla="*/ 85 w 106"/>
                <a:gd name="T83" fmla="*/ 18 h 76"/>
                <a:gd name="T84" fmla="*/ 89 w 106"/>
                <a:gd name="T85" fmla="*/ 16 h 76"/>
                <a:gd name="T86" fmla="*/ 99 w 106"/>
                <a:gd name="T87" fmla="*/ 13 h 76"/>
                <a:gd name="T88" fmla="*/ 106 w 106"/>
                <a:gd name="T89" fmla="*/ 11 h 76"/>
                <a:gd name="T90" fmla="*/ 103 w 106"/>
                <a:gd name="T91" fmla="*/ 1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6" h="76">
                  <a:moveTo>
                    <a:pt x="103" y="10"/>
                  </a:moveTo>
                  <a:cubicBezTo>
                    <a:pt x="101" y="11"/>
                    <a:pt x="101" y="9"/>
                    <a:pt x="100" y="8"/>
                  </a:cubicBezTo>
                  <a:cubicBezTo>
                    <a:pt x="98" y="8"/>
                    <a:pt x="94" y="11"/>
                    <a:pt x="92" y="14"/>
                  </a:cubicBezTo>
                  <a:cubicBezTo>
                    <a:pt x="90" y="14"/>
                    <a:pt x="89" y="15"/>
                    <a:pt x="88" y="15"/>
                  </a:cubicBezTo>
                  <a:cubicBezTo>
                    <a:pt x="86" y="15"/>
                    <a:pt x="85" y="16"/>
                    <a:pt x="84" y="15"/>
                  </a:cubicBezTo>
                  <a:cubicBezTo>
                    <a:pt x="82" y="13"/>
                    <a:pt x="87" y="7"/>
                    <a:pt x="84" y="6"/>
                  </a:cubicBezTo>
                  <a:cubicBezTo>
                    <a:pt x="81" y="5"/>
                    <a:pt x="84" y="0"/>
                    <a:pt x="81" y="0"/>
                  </a:cubicBezTo>
                  <a:cubicBezTo>
                    <a:pt x="78" y="0"/>
                    <a:pt x="74" y="4"/>
                    <a:pt x="74" y="6"/>
                  </a:cubicBezTo>
                  <a:cubicBezTo>
                    <a:pt x="74" y="8"/>
                    <a:pt x="67" y="8"/>
                    <a:pt x="67" y="10"/>
                  </a:cubicBezTo>
                  <a:cubicBezTo>
                    <a:pt x="67" y="12"/>
                    <a:pt x="61" y="10"/>
                    <a:pt x="60" y="12"/>
                  </a:cubicBezTo>
                  <a:cubicBezTo>
                    <a:pt x="58" y="14"/>
                    <a:pt x="55" y="10"/>
                    <a:pt x="53" y="10"/>
                  </a:cubicBezTo>
                  <a:cubicBezTo>
                    <a:pt x="51" y="10"/>
                    <a:pt x="50" y="7"/>
                    <a:pt x="47" y="8"/>
                  </a:cubicBezTo>
                  <a:cubicBezTo>
                    <a:pt x="44" y="9"/>
                    <a:pt x="43" y="7"/>
                    <a:pt x="41" y="7"/>
                  </a:cubicBezTo>
                  <a:cubicBezTo>
                    <a:pt x="39" y="7"/>
                    <a:pt x="37" y="11"/>
                    <a:pt x="35" y="10"/>
                  </a:cubicBezTo>
                  <a:cubicBezTo>
                    <a:pt x="33" y="10"/>
                    <a:pt x="32" y="15"/>
                    <a:pt x="31" y="18"/>
                  </a:cubicBezTo>
                  <a:cubicBezTo>
                    <a:pt x="30" y="21"/>
                    <a:pt x="20" y="21"/>
                    <a:pt x="20" y="24"/>
                  </a:cubicBezTo>
                  <a:cubicBezTo>
                    <a:pt x="20" y="27"/>
                    <a:pt x="14" y="28"/>
                    <a:pt x="14" y="26"/>
                  </a:cubicBezTo>
                  <a:cubicBezTo>
                    <a:pt x="13" y="24"/>
                    <a:pt x="9" y="25"/>
                    <a:pt x="8" y="25"/>
                  </a:cubicBezTo>
                  <a:cubicBezTo>
                    <a:pt x="8" y="24"/>
                    <a:pt x="5" y="25"/>
                    <a:pt x="5" y="28"/>
                  </a:cubicBezTo>
                  <a:cubicBezTo>
                    <a:pt x="6" y="31"/>
                    <a:pt x="3" y="33"/>
                    <a:pt x="2" y="34"/>
                  </a:cubicBezTo>
                  <a:cubicBezTo>
                    <a:pt x="2" y="35"/>
                    <a:pt x="0" y="39"/>
                    <a:pt x="1" y="41"/>
                  </a:cubicBezTo>
                  <a:cubicBezTo>
                    <a:pt x="3" y="42"/>
                    <a:pt x="0" y="45"/>
                    <a:pt x="1" y="48"/>
                  </a:cubicBezTo>
                  <a:cubicBezTo>
                    <a:pt x="3" y="52"/>
                    <a:pt x="2" y="56"/>
                    <a:pt x="3" y="57"/>
                  </a:cubicBezTo>
                  <a:cubicBezTo>
                    <a:pt x="3" y="58"/>
                    <a:pt x="9" y="57"/>
                    <a:pt x="10" y="61"/>
                  </a:cubicBezTo>
                  <a:cubicBezTo>
                    <a:pt x="11" y="64"/>
                    <a:pt x="3" y="69"/>
                    <a:pt x="2" y="71"/>
                  </a:cubicBezTo>
                  <a:cubicBezTo>
                    <a:pt x="2" y="72"/>
                    <a:pt x="3" y="73"/>
                    <a:pt x="4" y="74"/>
                  </a:cubicBezTo>
                  <a:cubicBezTo>
                    <a:pt x="7" y="74"/>
                    <a:pt x="11" y="74"/>
                    <a:pt x="15" y="75"/>
                  </a:cubicBezTo>
                  <a:cubicBezTo>
                    <a:pt x="20" y="76"/>
                    <a:pt x="45" y="72"/>
                    <a:pt x="45" y="71"/>
                  </a:cubicBezTo>
                  <a:cubicBezTo>
                    <a:pt x="45" y="70"/>
                    <a:pt x="44" y="65"/>
                    <a:pt x="44" y="64"/>
                  </a:cubicBezTo>
                  <a:cubicBezTo>
                    <a:pt x="45" y="63"/>
                    <a:pt x="48" y="60"/>
                    <a:pt x="50" y="60"/>
                  </a:cubicBezTo>
                  <a:cubicBezTo>
                    <a:pt x="53" y="61"/>
                    <a:pt x="55" y="61"/>
                    <a:pt x="55" y="59"/>
                  </a:cubicBezTo>
                  <a:cubicBezTo>
                    <a:pt x="55" y="57"/>
                    <a:pt x="62" y="55"/>
                    <a:pt x="63" y="56"/>
                  </a:cubicBezTo>
                  <a:cubicBezTo>
                    <a:pt x="64" y="58"/>
                    <a:pt x="66" y="57"/>
                    <a:pt x="67" y="53"/>
                  </a:cubicBezTo>
                  <a:cubicBezTo>
                    <a:pt x="67" y="49"/>
                    <a:pt x="66" y="45"/>
                    <a:pt x="69" y="45"/>
                  </a:cubicBezTo>
                  <a:cubicBezTo>
                    <a:pt x="72" y="45"/>
                    <a:pt x="74" y="43"/>
                    <a:pt x="74" y="42"/>
                  </a:cubicBezTo>
                  <a:cubicBezTo>
                    <a:pt x="74" y="41"/>
                    <a:pt x="71" y="38"/>
                    <a:pt x="72" y="37"/>
                  </a:cubicBezTo>
                  <a:cubicBezTo>
                    <a:pt x="73" y="36"/>
                    <a:pt x="79" y="39"/>
                    <a:pt x="80" y="38"/>
                  </a:cubicBezTo>
                  <a:cubicBezTo>
                    <a:pt x="81" y="36"/>
                    <a:pt x="80" y="33"/>
                    <a:pt x="81" y="32"/>
                  </a:cubicBezTo>
                  <a:cubicBezTo>
                    <a:pt x="82" y="30"/>
                    <a:pt x="84" y="28"/>
                    <a:pt x="84" y="26"/>
                  </a:cubicBezTo>
                  <a:cubicBezTo>
                    <a:pt x="84" y="25"/>
                    <a:pt x="84" y="23"/>
                    <a:pt x="83" y="22"/>
                  </a:cubicBezTo>
                  <a:cubicBezTo>
                    <a:pt x="81" y="20"/>
                    <a:pt x="82" y="18"/>
                    <a:pt x="84" y="18"/>
                  </a:cubicBezTo>
                  <a:cubicBezTo>
                    <a:pt x="84" y="18"/>
                    <a:pt x="85" y="18"/>
                    <a:pt x="85" y="18"/>
                  </a:cubicBezTo>
                  <a:cubicBezTo>
                    <a:pt x="87" y="17"/>
                    <a:pt x="88" y="17"/>
                    <a:pt x="89" y="16"/>
                  </a:cubicBezTo>
                  <a:cubicBezTo>
                    <a:pt x="92" y="14"/>
                    <a:pt x="97" y="13"/>
                    <a:pt x="99" y="13"/>
                  </a:cubicBezTo>
                  <a:cubicBezTo>
                    <a:pt x="101" y="14"/>
                    <a:pt x="104" y="14"/>
                    <a:pt x="106" y="11"/>
                  </a:cubicBezTo>
                  <a:cubicBezTo>
                    <a:pt x="105" y="11"/>
                    <a:pt x="103" y="10"/>
                    <a:pt x="103" y="1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90" name="Freeform 1583">
              <a:extLst>
                <a:ext uri="{FF2B5EF4-FFF2-40B4-BE49-F238E27FC236}">
                  <a16:creationId xmlns:a16="http://schemas.microsoft.com/office/drawing/2014/main" id="{BF007664-18B5-7CDC-F1F7-1E48E7BEC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5840" y="3217699"/>
              <a:ext cx="461926" cy="411141"/>
            </a:xfrm>
            <a:custGeom>
              <a:avLst/>
              <a:gdLst>
                <a:gd name="T0" fmla="*/ 113 w 123"/>
                <a:gd name="T1" fmla="*/ 6 h 110"/>
                <a:gd name="T2" fmla="*/ 104 w 123"/>
                <a:gd name="T3" fmla="*/ 1 h 110"/>
                <a:gd name="T4" fmla="*/ 95 w 123"/>
                <a:gd name="T5" fmla="*/ 2 h 110"/>
                <a:gd name="T6" fmla="*/ 82 w 123"/>
                <a:gd name="T7" fmla="*/ 7 h 110"/>
                <a:gd name="T8" fmla="*/ 79 w 123"/>
                <a:gd name="T9" fmla="*/ 11 h 110"/>
                <a:gd name="T10" fmla="*/ 77 w 123"/>
                <a:gd name="T11" fmla="*/ 20 h 110"/>
                <a:gd name="T12" fmla="*/ 68 w 123"/>
                <a:gd name="T13" fmla="*/ 26 h 110"/>
                <a:gd name="T14" fmla="*/ 66 w 123"/>
                <a:gd name="T15" fmla="*/ 34 h 110"/>
                <a:gd name="T16" fmla="*/ 60 w 123"/>
                <a:gd name="T17" fmla="*/ 45 h 110"/>
                <a:gd name="T18" fmla="*/ 47 w 123"/>
                <a:gd name="T19" fmla="*/ 49 h 110"/>
                <a:gd name="T20" fmla="*/ 41 w 123"/>
                <a:gd name="T21" fmla="*/ 60 h 110"/>
                <a:gd name="T22" fmla="*/ 0 w 123"/>
                <a:gd name="T23" fmla="*/ 62 h 110"/>
                <a:gd name="T24" fmla="*/ 11 w 123"/>
                <a:gd name="T25" fmla="*/ 73 h 110"/>
                <a:gd name="T26" fmla="*/ 17 w 123"/>
                <a:gd name="T27" fmla="*/ 87 h 110"/>
                <a:gd name="T28" fmla="*/ 5 w 123"/>
                <a:gd name="T29" fmla="*/ 96 h 110"/>
                <a:gd name="T30" fmla="*/ 19 w 123"/>
                <a:gd name="T31" fmla="*/ 97 h 110"/>
                <a:gd name="T32" fmla="*/ 37 w 123"/>
                <a:gd name="T33" fmla="*/ 96 h 110"/>
                <a:gd name="T34" fmla="*/ 46 w 123"/>
                <a:gd name="T35" fmla="*/ 102 h 110"/>
                <a:gd name="T36" fmla="*/ 54 w 123"/>
                <a:gd name="T37" fmla="*/ 110 h 110"/>
                <a:gd name="T38" fmla="*/ 56 w 123"/>
                <a:gd name="T39" fmla="*/ 110 h 110"/>
                <a:gd name="T40" fmla="*/ 70 w 123"/>
                <a:gd name="T41" fmla="*/ 105 h 110"/>
                <a:gd name="T42" fmla="*/ 72 w 123"/>
                <a:gd name="T43" fmla="*/ 97 h 110"/>
                <a:gd name="T44" fmla="*/ 65 w 123"/>
                <a:gd name="T45" fmla="*/ 84 h 110"/>
                <a:gd name="T46" fmla="*/ 76 w 123"/>
                <a:gd name="T47" fmla="*/ 77 h 110"/>
                <a:gd name="T48" fmla="*/ 85 w 123"/>
                <a:gd name="T49" fmla="*/ 72 h 110"/>
                <a:gd name="T50" fmla="*/ 94 w 123"/>
                <a:gd name="T51" fmla="*/ 60 h 110"/>
                <a:gd name="T52" fmla="*/ 102 w 123"/>
                <a:gd name="T53" fmla="*/ 52 h 110"/>
                <a:gd name="T54" fmla="*/ 107 w 123"/>
                <a:gd name="T55" fmla="*/ 41 h 110"/>
                <a:gd name="T56" fmla="*/ 99 w 123"/>
                <a:gd name="T57" fmla="*/ 31 h 110"/>
                <a:gd name="T58" fmla="*/ 102 w 123"/>
                <a:gd name="T59" fmla="*/ 20 h 110"/>
                <a:gd name="T60" fmla="*/ 120 w 123"/>
                <a:gd name="T61" fmla="*/ 19 h 110"/>
                <a:gd name="T62" fmla="*/ 117 w 123"/>
                <a:gd name="T63" fmla="*/ 1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3" h="110">
                  <a:moveTo>
                    <a:pt x="117" y="11"/>
                  </a:moveTo>
                  <a:cubicBezTo>
                    <a:pt x="114" y="10"/>
                    <a:pt x="113" y="7"/>
                    <a:pt x="113" y="6"/>
                  </a:cubicBezTo>
                  <a:cubicBezTo>
                    <a:pt x="113" y="5"/>
                    <a:pt x="109" y="3"/>
                    <a:pt x="107" y="0"/>
                  </a:cubicBezTo>
                  <a:cubicBezTo>
                    <a:pt x="106" y="0"/>
                    <a:pt x="105" y="1"/>
                    <a:pt x="104" y="1"/>
                  </a:cubicBezTo>
                  <a:cubicBezTo>
                    <a:pt x="104" y="0"/>
                    <a:pt x="103" y="0"/>
                    <a:pt x="103" y="0"/>
                  </a:cubicBezTo>
                  <a:cubicBezTo>
                    <a:pt x="101" y="2"/>
                    <a:pt x="97" y="3"/>
                    <a:pt x="95" y="2"/>
                  </a:cubicBezTo>
                  <a:cubicBezTo>
                    <a:pt x="93" y="2"/>
                    <a:pt x="88" y="3"/>
                    <a:pt x="85" y="5"/>
                  </a:cubicBezTo>
                  <a:cubicBezTo>
                    <a:pt x="84" y="6"/>
                    <a:pt x="83" y="6"/>
                    <a:pt x="82" y="7"/>
                  </a:cubicBezTo>
                  <a:cubicBezTo>
                    <a:pt x="81" y="7"/>
                    <a:pt x="81" y="7"/>
                    <a:pt x="80" y="7"/>
                  </a:cubicBezTo>
                  <a:cubicBezTo>
                    <a:pt x="78" y="7"/>
                    <a:pt x="78" y="9"/>
                    <a:pt x="79" y="11"/>
                  </a:cubicBezTo>
                  <a:cubicBezTo>
                    <a:pt x="81" y="12"/>
                    <a:pt x="80" y="13"/>
                    <a:pt x="81" y="15"/>
                  </a:cubicBezTo>
                  <a:cubicBezTo>
                    <a:pt x="81" y="17"/>
                    <a:pt x="78" y="19"/>
                    <a:pt x="77" y="20"/>
                  </a:cubicBezTo>
                  <a:cubicBezTo>
                    <a:pt x="76" y="22"/>
                    <a:pt x="77" y="24"/>
                    <a:pt x="77" y="26"/>
                  </a:cubicBezTo>
                  <a:cubicBezTo>
                    <a:pt x="76" y="28"/>
                    <a:pt x="69" y="25"/>
                    <a:pt x="68" y="26"/>
                  </a:cubicBezTo>
                  <a:cubicBezTo>
                    <a:pt x="67" y="27"/>
                    <a:pt x="70" y="30"/>
                    <a:pt x="71" y="31"/>
                  </a:cubicBezTo>
                  <a:cubicBezTo>
                    <a:pt x="71" y="32"/>
                    <a:pt x="68" y="34"/>
                    <a:pt x="66" y="34"/>
                  </a:cubicBezTo>
                  <a:cubicBezTo>
                    <a:pt x="63" y="34"/>
                    <a:pt x="63" y="37"/>
                    <a:pt x="63" y="42"/>
                  </a:cubicBezTo>
                  <a:cubicBezTo>
                    <a:pt x="63" y="46"/>
                    <a:pt x="60" y="47"/>
                    <a:pt x="60" y="45"/>
                  </a:cubicBezTo>
                  <a:cubicBezTo>
                    <a:pt x="59" y="43"/>
                    <a:pt x="52" y="46"/>
                    <a:pt x="52" y="48"/>
                  </a:cubicBezTo>
                  <a:cubicBezTo>
                    <a:pt x="52" y="50"/>
                    <a:pt x="49" y="49"/>
                    <a:pt x="47" y="49"/>
                  </a:cubicBezTo>
                  <a:cubicBezTo>
                    <a:pt x="44" y="49"/>
                    <a:pt x="41" y="51"/>
                    <a:pt x="41" y="53"/>
                  </a:cubicBezTo>
                  <a:cubicBezTo>
                    <a:pt x="41" y="54"/>
                    <a:pt x="42" y="59"/>
                    <a:pt x="41" y="60"/>
                  </a:cubicBezTo>
                  <a:cubicBezTo>
                    <a:pt x="41" y="61"/>
                    <a:pt x="16" y="65"/>
                    <a:pt x="12" y="64"/>
                  </a:cubicBezTo>
                  <a:cubicBezTo>
                    <a:pt x="8" y="63"/>
                    <a:pt x="4" y="63"/>
                    <a:pt x="0" y="62"/>
                  </a:cubicBezTo>
                  <a:cubicBezTo>
                    <a:pt x="1" y="64"/>
                    <a:pt x="3" y="65"/>
                    <a:pt x="4" y="66"/>
                  </a:cubicBezTo>
                  <a:cubicBezTo>
                    <a:pt x="5" y="69"/>
                    <a:pt x="8" y="71"/>
                    <a:pt x="11" y="73"/>
                  </a:cubicBezTo>
                  <a:cubicBezTo>
                    <a:pt x="15" y="74"/>
                    <a:pt x="13" y="80"/>
                    <a:pt x="15" y="81"/>
                  </a:cubicBezTo>
                  <a:cubicBezTo>
                    <a:pt x="17" y="82"/>
                    <a:pt x="19" y="86"/>
                    <a:pt x="17" y="87"/>
                  </a:cubicBezTo>
                  <a:cubicBezTo>
                    <a:pt x="14" y="87"/>
                    <a:pt x="12" y="87"/>
                    <a:pt x="10" y="89"/>
                  </a:cubicBezTo>
                  <a:cubicBezTo>
                    <a:pt x="7" y="90"/>
                    <a:pt x="5" y="93"/>
                    <a:pt x="5" y="96"/>
                  </a:cubicBezTo>
                  <a:cubicBezTo>
                    <a:pt x="5" y="97"/>
                    <a:pt x="5" y="97"/>
                    <a:pt x="5" y="98"/>
                  </a:cubicBezTo>
                  <a:cubicBezTo>
                    <a:pt x="11" y="98"/>
                    <a:pt x="18" y="98"/>
                    <a:pt x="19" y="97"/>
                  </a:cubicBezTo>
                  <a:cubicBezTo>
                    <a:pt x="20" y="96"/>
                    <a:pt x="23" y="95"/>
                    <a:pt x="25" y="96"/>
                  </a:cubicBezTo>
                  <a:cubicBezTo>
                    <a:pt x="26" y="97"/>
                    <a:pt x="34" y="98"/>
                    <a:pt x="37" y="96"/>
                  </a:cubicBezTo>
                  <a:cubicBezTo>
                    <a:pt x="40" y="94"/>
                    <a:pt x="43" y="96"/>
                    <a:pt x="43" y="98"/>
                  </a:cubicBezTo>
                  <a:cubicBezTo>
                    <a:pt x="43" y="100"/>
                    <a:pt x="44" y="100"/>
                    <a:pt x="46" y="102"/>
                  </a:cubicBezTo>
                  <a:cubicBezTo>
                    <a:pt x="48" y="103"/>
                    <a:pt x="47" y="105"/>
                    <a:pt x="48" y="107"/>
                  </a:cubicBezTo>
                  <a:cubicBezTo>
                    <a:pt x="49" y="109"/>
                    <a:pt x="51" y="108"/>
                    <a:pt x="54" y="110"/>
                  </a:cubicBezTo>
                  <a:cubicBezTo>
                    <a:pt x="55" y="110"/>
                    <a:pt x="55" y="110"/>
                    <a:pt x="55" y="110"/>
                  </a:cubicBezTo>
                  <a:cubicBezTo>
                    <a:pt x="56" y="110"/>
                    <a:pt x="56" y="110"/>
                    <a:pt x="56" y="110"/>
                  </a:cubicBezTo>
                  <a:cubicBezTo>
                    <a:pt x="58" y="108"/>
                    <a:pt x="58" y="104"/>
                    <a:pt x="63" y="105"/>
                  </a:cubicBezTo>
                  <a:cubicBezTo>
                    <a:pt x="67" y="106"/>
                    <a:pt x="67" y="104"/>
                    <a:pt x="70" y="105"/>
                  </a:cubicBezTo>
                  <a:cubicBezTo>
                    <a:pt x="72" y="106"/>
                    <a:pt x="74" y="105"/>
                    <a:pt x="75" y="103"/>
                  </a:cubicBezTo>
                  <a:cubicBezTo>
                    <a:pt x="76" y="102"/>
                    <a:pt x="74" y="98"/>
                    <a:pt x="72" y="97"/>
                  </a:cubicBezTo>
                  <a:cubicBezTo>
                    <a:pt x="71" y="95"/>
                    <a:pt x="69" y="92"/>
                    <a:pt x="69" y="89"/>
                  </a:cubicBezTo>
                  <a:cubicBezTo>
                    <a:pt x="70" y="86"/>
                    <a:pt x="65" y="86"/>
                    <a:pt x="65" y="84"/>
                  </a:cubicBezTo>
                  <a:cubicBezTo>
                    <a:pt x="65" y="82"/>
                    <a:pt x="69" y="78"/>
                    <a:pt x="70" y="77"/>
                  </a:cubicBezTo>
                  <a:cubicBezTo>
                    <a:pt x="71" y="76"/>
                    <a:pt x="75" y="79"/>
                    <a:pt x="76" y="77"/>
                  </a:cubicBezTo>
                  <a:cubicBezTo>
                    <a:pt x="77" y="76"/>
                    <a:pt x="79" y="77"/>
                    <a:pt x="81" y="77"/>
                  </a:cubicBezTo>
                  <a:cubicBezTo>
                    <a:pt x="82" y="77"/>
                    <a:pt x="84" y="74"/>
                    <a:pt x="85" y="72"/>
                  </a:cubicBezTo>
                  <a:cubicBezTo>
                    <a:pt x="85" y="69"/>
                    <a:pt x="90" y="69"/>
                    <a:pt x="91" y="68"/>
                  </a:cubicBezTo>
                  <a:cubicBezTo>
                    <a:pt x="92" y="67"/>
                    <a:pt x="93" y="61"/>
                    <a:pt x="94" y="60"/>
                  </a:cubicBezTo>
                  <a:cubicBezTo>
                    <a:pt x="94" y="59"/>
                    <a:pt x="98" y="60"/>
                    <a:pt x="98" y="56"/>
                  </a:cubicBezTo>
                  <a:cubicBezTo>
                    <a:pt x="98" y="53"/>
                    <a:pt x="100" y="53"/>
                    <a:pt x="102" y="52"/>
                  </a:cubicBezTo>
                  <a:cubicBezTo>
                    <a:pt x="104" y="52"/>
                    <a:pt x="103" y="49"/>
                    <a:pt x="103" y="47"/>
                  </a:cubicBezTo>
                  <a:cubicBezTo>
                    <a:pt x="104" y="44"/>
                    <a:pt x="105" y="42"/>
                    <a:pt x="107" y="41"/>
                  </a:cubicBezTo>
                  <a:cubicBezTo>
                    <a:pt x="109" y="41"/>
                    <a:pt x="106" y="37"/>
                    <a:pt x="104" y="38"/>
                  </a:cubicBezTo>
                  <a:cubicBezTo>
                    <a:pt x="101" y="39"/>
                    <a:pt x="99" y="31"/>
                    <a:pt x="99" y="31"/>
                  </a:cubicBezTo>
                  <a:cubicBezTo>
                    <a:pt x="99" y="31"/>
                    <a:pt x="99" y="25"/>
                    <a:pt x="98" y="24"/>
                  </a:cubicBezTo>
                  <a:cubicBezTo>
                    <a:pt x="97" y="23"/>
                    <a:pt x="99" y="20"/>
                    <a:pt x="102" y="20"/>
                  </a:cubicBezTo>
                  <a:cubicBezTo>
                    <a:pt x="105" y="20"/>
                    <a:pt x="111" y="23"/>
                    <a:pt x="113" y="22"/>
                  </a:cubicBezTo>
                  <a:cubicBezTo>
                    <a:pt x="115" y="21"/>
                    <a:pt x="119" y="20"/>
                    <a:pt x="120" y="19"/>
                  </a:cubicBezTo>
                  <a:cubicBezTo>
                    <a:pt x="121" y="19"/>
                    <a:pt x="122" y="16"/>
                    <a:pt x="123" y="15"/>
                  </a:cubicBezTo>
                  <a:cubicBezTo>
                    <a:pt x="122" y="14"/>
                    <a:pt x="119" y="12"/>
                    <a:pt x="117" y="1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91" name="Freeform 1586">
              <a:extLst>
                <a:ext uri="{FF2B5EF4-FFF2-40B4-BE49-F238E27FC236}">
                  <a16:creationId xmlns:a16="http://schemas.microsoft.com/office/drawing/2014/main" id="{DE326C32-7990-E957-0162-D1E70B873F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76994" y="4132050"/>
              <a:ext cx="1268314" cy="465113"/>
            </a:xfrm>
            <a:custGeom>
              <a:avLst/>
              <a:gdLst>
                <a:gd name="T0" fmla="*/ 154 w 338"/>
                <a:gd name="T1" fmla="*/ 110 h 124"/>
                <a:gd name="T2" fmla="*/ 164 w 338"/>
                <a:gd name="T3" fmla="*/ 105 h 124"/>
                <a:gd name="T4" fmla="*/ 189 w 338"/>
                <a:gd name="T5" fmla="*/ 120 h 124"/>
                <a:gd name="T6" fmla="*/ 163 w 338"/>
                <a:gd name="T7" fmla="*/ 44 h 124"/>
                <a:gd name="T8" fmla="*/ 167 w 338"/>
                <a:gd name="T9" fmla="*/ 26 h 124"/>
                <a:gd name="T10" fmla="*/ 166 w 338"/>
                <a:gd name="T11" fmla="*/ 13 h 124"/>
                <a:gd name="T12" fmla="*/ 147 w 338"/>
                <a:gd name="T13" fmla="*/ 23 h 124"/>
                <a:gd name="T14" fmla="*/ 131 w 338"/>
                <a:gd name="T15" fmla="*/ 33 h 124"/>
                <a:gd name="T16" fmla="*/ 108 w 338"/>
                <a:gd name="T17" fmla="*/ 34 h 124"/>
                <a:gd name="T18" fmla="*/ 100 w 338"/>
                <a:gd name="T19" fmla="*/ 40 h 124"/>
                <a:gd name="T20" fmla="*/ 118 w 338"/>
                <a:gd name="T21" fmla="*/ 67 h 124"/>
                <a:gd name="T22" fmla="*/ 143 w 338"/>
                <a:gd name="T23" fmla="*/ 73 h 124"/>
                <a:gd name="T24" fmla="*/ 219 w 338"/>
                <a:gd name="T25" fmla="*/ 111 h 124"/>
                <a:gd name="T26" fmla="*/ 213 w 338"/>
                <a:gd name="T27" fmla="*/ 113 h 124"/>
                <a:gd name="T28" fmla="*/ 220 w 338"/>
                <a:gd name="T29" fmla="*/ 115 h 124"/>
                <a:gd name="T30" fmla="*/ 219 w 338"/>
                <a:gd name="T31" fmla="*/ 111 h 124"/>
                <a:gd name="T32" fmla="*/ 295 w 338"/>
                <a:gd name="T33" fmla="*/ 69 h 124"/>
                <a:gd name="T34" fmla="*/ 264 w 338"/>
                <a:gd name="T35" fmla="*/ 54 h 124"/>
                <a:gd name="T36" fmla="*/ 284 w 338"/>
                <a:gd name="T37" fmla="*/ 61 h 124"/>
                <a:gd name="T38" fmla="*/ 272 w 338"/>
                <a:gd name="T39" fmla="*/ 66 h 124"/>
                <a:gd name="T40" fmla="*/ 290 w 338"/>
                <a:gd name="T41" fmla="*/ 74 h 124"/>
                <a:gd name="T42" fmla="*/ 321 w 338"/>
                <a:gd name="T43" fmla="*/ 94 h 124"/>
                <a:gd name="T44" fmla="*/ 331 w 338"/>
                <a:gd name="T45" fmla="*/ 105 h 124"/>
                <a:gd name="T46" fmla="*/ 313 w 338"/>
                <a:gd name="T47" fmla="*/ 56 h 124"/>
                <a:gd name="T48" fmla="*/ 137 w 338"/>
                <a:gd name="T49" fmla="*/ 97 h 124"/>
                <a:gd name="T50" fmla="*/ 97 w 338"/>
                <a:gd name="T51" fmla="*/ 91 h 124"/>
                <a:gd name="T52" fmla="*/ 82 w 338"/>
                <a:gd name="T53" fmla="*/ 96 h 124"/>
                <a:gd name="T54" fmla="*/ 113 w 338"/>
                <a:gd name="T55" fmla="*/ 104 h 124"/>
                <a:gd name="T56" fmla="*/ 150 w 338"/>
                <a:gd name="T57" fmla="*/ 108 h 124"/>
                <a:gd name="T58" fmla="*/ 242 w 338"/>
                <a:gd name="T59" fmla="*/ 69 h 124"/>
                <a:gd name="T60" fmla="*/ 257 w 338"/>
                <a:gd name="T61" fmla="*/ 66 h 124"/>
                <a:gd name="T62" fmla="*/ 181 w 338"/>
                <a:gd name="T63" fmla="*/ 109 h 124"/>
                <a:gd name="T64" fmla="*/ 210 w 338"/>
                <a:gd name="T65" fmla="*/ 106 h 124"/>
                <a:gd name="T66" fmla="*/ 227 w 338"/>
                <a:gd name="T67" fmla="*/ 69 h 124"/>
                <a:gd name="T68" fmla="*/ 244 w 338"/>
                <a:gd name="T69" fmla="*/ 34 h 124"/>
                <a:gd name="T70" fmla="*/ 245 w 338"/>
                <a:gd name="T71" fmla="*/ 42 h 124"/>
                <a:gd name="T72" fmla="*/ 83 w 338"/>
                <a:gd name="T73" fmla="*/ 67 h 124"/>
                <a:gd name="T74" fmla="*/ 77 w 338"/>
                <a:gd name="T75" fmla="*/ 60 h 124"/>
                <a:gd name="T76" fmla="*/ 70 w 338"/>
                <a:gd name="T77" fmla="*/ 58 h 124"/>
                <a:gd name="T78" fmla="*/ 59 w 338"/>
                <a:gd name="T79" fmla="*/ 40 h 124"/>
                <a:gd name="T80" fmla="*/ 47 w 338"/>
                <a:gd name="T81" fmla="*/ 31 h 124"/>
                <a:gd name="T82" fmla="*/ 22 w 338"/>
                <a:gd name="T83" fmla="*/ 11 h 124"/>
                <a:gd name="T84" fmla="*/ 12 w 338"/>
                <a:gd name="T85" fmla="*/ 17 h 124"/>
                <a:gd name="T86" fmla="*/ 41 w 338"/>
                <a:gd name="T87" fmla="*/ 59 h 124"/>
                <a:gd name="T88" fmla="*/ 69 w 338"/>
                <a:gd name="T89" fmla="*/ 87 h 124"/>
                <a:gd name="T90" fmla="*/ 179 w 338"/>
                <a:gd name="T91" fmla="*/ 71 h 124"/>
                <a:gd name="T92" fmla="*/ 185 w 338"/>
                <a:gd name="T93" fmla="*/ 80 h 124"/>
                <a:gd name="T94" fmla="*/ 193 w 338"/>
                <a:gd name="T95" fmla="*/ 77 h 124"/>
                <a:gd name="T96" fmla="*/ 199 w 338"/>
                <a:gd name="T97" fmla="*/ 64 h 124"/>
                <a:gd name="T98" fmla="*/ 192 w 338"/>
                <a:gd name="T99" fmla="*/ 54 h 124"/>
                <a:gd name="T100" fmla="*/ 220 w 338"/>
                <a:gd name="T101" fmla="*/ 34 h 124"/>
                <a:gd name="T102" fmla="*/ 185 w 338"/>
                <a:gd name="T103" fmla="*/ 38 h 124"/>
                <a:gd name="T104" fmla="*/ 179 w 338"/>
                <a:gd name="T105" fmla="*/ 71 h 124"/>
                <a:gd name="T106" fmla="*/ 15 w 338"/>
                <a:gd name="T107" fmla="*/ 34 h 124"/>
                <a:gd name="T108" fmla="*/ 96 w 338"/>
                <a:gd name="T109" fmla="*/ 66 h 124"/>
                <a:gd name="T110" fmla="*/ 25 w 338"/>
                <a:gd name="T111" fmla="*/ 5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8" h="124">
                  <a:moveTo>
                    <a:pt x="164" y="105"/>
                  </a:moveTo>
                  <a:cubicBezTo>
                    <a:pt x="163" y="107"/>
                    <a:pt x="160" y="108"/>
                    <a:pt x="158" y="106"/>
                  </a:cubicBezTo>
                  <a:cubicBezTo>
                    <a:pt x="155" y="105"/>
                    <a:pt x="153" y="108"/>
                    <a:pt x="154" y="110"/>
                  </a:cubicBezTo>
                  <a:cubicBezTo>
                    <a:pt x="155" y="111"/>
                    <a:pt x="159" y="115"/>
                    <a:pt x="165" y="112"/>
                  </a:cubicBezTo>
                  <a:cubicBezTo>
                    <a:pt x="170" y="109"/>
                    <a:pt x="174" y="112"/>
                    <a:pt x="175" y="109"/>
                  </a:cubicBezTo>
                  <a:cubicBezTo>
                    <a:pt x="176" y="106"/>
                    <a:pt x="165" y="103"/>
                    <a:pt x="164" y="105"/>
                  </a:cubicBezTo>
                  <a:moveTo>
                    <a:pt x="175" y="116"/>
                  </a:moveTo>
                  <a:cubicBezTo>
                    <a:pt x="176" y="118"/>
                    <a:pt x="180" y="118"/>
                    <a:pt x="182" y="119"/>
                  </a:cubicBezTo>
                  <a:cubicBezTo>
                    <a:pt x="183" y="121"/>
                    <a:pt x="189" y="124"/>
                    <a:pt x="189" y="120"/>
                  </a:cubicBezTo>
                  <a:cubicBezTo>
                    <a:pt x="189" y="116"/>
                    <a:pt x="174" y="114"/>
                    <a:pt x="175" y="116"/>
                  </a:cubicBezTo>
                  <a:moveTo>
                    <a:pt x="159" y="55"/>
                  </a:moveTo>
                  <a:cubicBezTo>
                    <a:pt x="163" y="53"/>
                    <a:pt x="164" y="48"/>
                    <a:pt x="163" y="44"/>
                  </a:cubicBezTo>
                  <a:cubicBezTo>
                    <a:pt x="163" y="39"/>
                    <a:pt x="173" y="39"/>
                    <a:pt x="174" y="37"/>
                  </a:cubicBezTo>
                  <a:cubicBezTo>
                    <a:pt x="176" y="36"/>
                    <a:pt x="172" y="33"/>
                    <a:pt x="169" y="31"/>
                  </a:cubicBezTo>
                  <a:cubicBezTo>
                    <a:pt x="166" y="30"/>
                    <a:pt x="169" y="27"/>
                    <a:pt x="167" y="26"/>
                  </a:cubicBezTo>
                  <a:cubicBezTo>
                    <a:pt x="165" y="24"/>
                    <a:pt x="162" y="19"/>
                    <a:pt x="164" y="19"/>
                  </a:cubicBezTo>
                  <a:cubicBezTo>
                    <a:pt x="167" y="19"/>
                    <a:pt x="163" y="15"/>
                    <a:pt x="165" y="14"/>
                  </a:cubicBezTo>
                  <a:cubicBezTo>
                    <a:pt x="165" y="13"/>
                    <a:pt x="166" y="13"/>
                    <a:pt x="166" y="13"/>
                  </a:cubicBezTo>
                  <a:cubicBezTo>
                    <a:pt x="165" y="12"/>
                    <a:pt x="163" y="12"/>
                    <a:pt x="163" y="12"/>
                  </a:cubicBezTo>
                  <a:cubicBezTo>
                    <a:pt x="159" y="12"/>
                    <a:pt x="151" y="11"/>
                    <a:pt x="151" y="17"/>
                  </a:cubicBezTo>
                  <a:cubicBezTo>
                    <a:pt x="152" y="22"/>
                    <a:pt x="146" y="20"/>
                    <a:pt x="147" y="23"/>
                  </a:cubicBezTo>
                  <a:cubicBezTo>
                    <a:pt x="147" y="26"/>
                    <a:pt x="144" y="26"/>
                    <a:pt x="145" y="30"/>
                  </a:cubicBezTo>
                  <a:cubicBezTo>
                    <a:pt x="145" y="34"/>
                    <a:pt x="143" y="32"/>
                    <a:pt x="138" y="35"/>
                  </a:cubicBezTo>
                  <a:cubicBezTo>
                    <a:pt x="134" y="37"/>
                    <a:pt x="136" y="33"/>
                    <a:pt x="131" y="33"/>
                  </a:cubicBezTo>
                  <a:cubicBezTo>
                    <a:pt x="127" y="33"/>
                    <a:pt x="126" y="35"/>
                    <a:pt x="124" y="36"/>
                  </a:cubicBezTo>
                  <a:cubicBezTo>
                    <a:pt x="121" y="37"/>
                    <a:pt x="116" y="36"/>
                    <a:pt x="114" y="37"/>
                  </a:cubicBezTo>
                  <a:cubicBezTo>
                    <a:pt x="113" y="38"/>
                    <a:pt x="110" y="34"/>
                    <a:pt x="108" y="34"/>
                  </a:cubicBezTo>
                  <a:cubicBezTo>
                    <a:pt x="107" y="34"/>
                    <a:pt x="107" y="32"/>
                    <a:pt x="106" y="29"/>
                  </a:cubicBezTo>
                  <a:cubicBezTo>
                    <a:pt x="106" y="29"/>
                    <a:pt x="105" y="29"/>
                    <a:pt x="105" y="29"/>
                  </a:cubicBezTo>
                  <a:cubicBezTo>
                    <a:pt x="102" y="30"/>
                    <a:pt x="98" y="37"/>
                    <a:pt x="100" y="40"/>
                  </a:cubicBezTo>
                  <a:cubicBezTo>
                    <a:pt x="104" y="43"/>
                    <a:pt x="103" y="47"/>
                    <a:pt x="104" y="50"/>
                  </a:cubicBezTo>
                  <a:cubicBezTo>
                    <a:pt x="106" y="52"/>
                    <a:pt x="111" y="53"/>
                    <a:pt x="111" y="57"/>
                  </a:cubicBezTo>
                  <a:cubicBezTo>
                    <a:pt x="111" y="62"/>
                    <a:pt x="115" y="69"/>
                    <a:pt x="118" y="67"/>
                  </a:cubicBezTo>
                  <a:cubicBezTo>
                    <a:pt x="120" y="65"/>
                    <a:pt x="123" y="68"/>
                    <a:pt x="123" y="70"/>
                  </a:cubicBezTo>
                  <a:cubicBezTo>
                    <a:pt x="124" y="72"/>
                    <a:pt x="131" y="68"/>
                    <a:pt x="133" y="69"/>
                  </a:cubicBezTo>
                  <a:cubicBezTo>
                    <a:pt x="135" y="69"/>
                    <a:pt x="142" y="71"/>
                    <a:pt x="143" y="73"/>
                  </a:cubicBezTo>
                  <a:cubicBezTo>
                    <a:pt x="143" y="76"/>
                    <a:pt x="149" y="73"/>
                    <a:pt x="153" y="71"/>
                  </a:cubicBezTo>
                  <a:cubicBezTo>
                    <a:pt x="157" y="70"/>
                    <a:pt x="155" y="57"/>
                    <a:pt x="159" y="55"/>
                  </a:cubicBezTo>
                  <a:moveTo>
                    <a:pt x="219" y="111"/>
                  </a:moveTo>
                  <a:cubicBezTo>
                    <a:pt x="219" y="112"/>
                    <a:pt x="218" y="112"/>
                    <a:pt x="217" y="112"/>
                  </a:cubicBezTo>
                  <a:cubicBezTo>
                    <a:pt x="217" y="113"/>
                    <a:pt x="216" y="114"/>
                    <a:pt x="216" y="114"/>
                  </a:cubicBezTo>
                  <a:cubicBezTo>
                    <a:pt x="215" y="115"/>
                    <a:pt x="214" y="114"/>
                    <a:pt x="213" y="113"/>
                  </a:cubicBezTo>
                  <a:cubicBezTo>
                    <a:pt x="209" y="115"/>
                    <a:pt x="207" y="120"/>
                    <a:pt x="210" y="121"/>
                  </a:cubicBezTo>
                  <a:cubicBezTo>
                    <a:pt x="213" y="123"/>
                    <a:pt x="217" y="119"/>
                    <a:pt x="219" y="116"/>
                  </a:cubicBezTo>
                  <a:cubicBezTo>
                    <a:pt x="219" y="116"/>
                    <a:pt x="220" y="115"/>
                    <a:pt x="220" y="115"/>
                  </a:cubicBezTo>
                  <a:cubicBezTo>
                    <a:pt x="220" y="115"/>
                    <a:pt x="220" y="114"/>
                    <a:pt x="221" y="114"/>
                  </a:cubicBezTo>
                  <a:cubicBezTo>
                    <a:pt x="221" y="114"/>
                    <a:pt x="221" y="114"/>
                    <a:pt x="222" y="114"/>
                  </a:cubicBezTo>
                  <a:cubicBezTo>
                    <a:pt x="221" y="113"/>
                    <a:pt x="220" y="112"/>
                    <a:pt x="219" y="111"/>
                  </a:cubicBezTo>
                  <a:moveTo>
                    <a:pt x="313" y="56"/>
                  </a:moveTo>
                  <a:cubicBezTo>
                    <a:pt x="310" y="56"/>
                    <a:pt x="310" y="62"/>
                    <a:pt x="307" y="62"/>
                  </a:cubicBezTo>
                  <a:cubicBezTo>
                    <a:pt x="304" y="62"/>
                    <a:pt x="300" y="68"/>
                    <a:pt x="295" y="69"/>
                  </a:cubicBezTo>
                  <a:cubicBezTo>
                    <a:pt x="290" y="71"/>
                    <a:pt x="289" y="54"/>
                    <a:pt x="287" y="51"/>
                  </a:cubicBezTo>
                  <a:cubicBezTo>
                    <a:pt x="285" y="48"/>
                    <a:pt x="272" y="45"/>
                    <a:pt x="270" y="49"/>
                  </a:cubicBezTo>
                  <a:cubicBezTo>
                    <a:pt x="269" y="53"/>
                    <a:pt x="264" y="51"/>
                    <a:pt x="264" y="54"/>
                  </a:cubicBezTo>
                  <a:cubicBezTo>
                    <a:pt x="264" y="57"/>
                    <a:pt x="265" y="56"/>
                    <a:pt x="268" y="56"/>
                  </a:cubicBezTo>
                  <a:cubicBezTo>
                    <a:pt x="271" y="56"/>
                    <a:pt x="271" y="58"/>
                    <a:pt x="272" y="61"/>
                  </a:cubicBezTo>
                  <a:cubicBezTo>
                    <a:pt x="273" y="64"/>
                    <a:pt x="281" y="62"/>
                    <a:pt x="284" y="61"/>
                  </a:cubicBezTo>
                  <a:cubicBezTo>
                    <a:pt x="286" y="61"/>
                    <a:pt x="287" y="65"/>
                    <a:pt x="283" y="64"/>
                  </a:cubicBezTo>
                  <a:cubicBezTo>
                    <a:pt x="279" y="62"/>
                    <a:pt x="279" y="65"/>
                    <a:pt x="277" y="65"/>
                  </a:cubicBezTo>
                  <a:cubicBezTo>
                    <a:pt x="274" y="64"/>
                    <a:pt x="271" y="64"/>
                    <a:pt x="272" y="66"/>
                  </a:cubicBezTo>
                  <a:cubicBezTo>
                    <a:pt x="274" y="67"/>
                    <a:pt x="277" y="69"/>
                    <a:pt x="277" y="72"/>
                  </a:cubicBezTo>
                  <a:cubicBezTo>
                    <a:pt x="277" y="76"/>
                    <a:pt x="282" y="75"/>
                    <a:pt x="282" y="72"/>
                  </a:cubicBezTo>
                  <a:cubicBezTo>
                    <a:pt x="282" y="69"/>
                    <a:pt x="285" y="73"/>
                    <a:pt x="290" y="74"/>
                  </a:cubicBezTo>
                  <a:cubicBezTo>
                    <a:pt x="295" y="76"/>
                    <a:pt x="291" y="78"/>
                    <a:pt x="296" y="78"/>
                  </a:cubicBezTo>
                  <a:cubicBezTo>
                    <a:pt x="301" y="78"/>
                    <a:pt x="312" y="82"/>
                    <a:pt x="317" y="85"/>
                  </a:cubicBezTo>
                  <a:cubicBezTo>
                    <a:pt x="321" y="88"/>
                    <a:pt x="318" y="91"/>
                    <a:pt x="321" y="94"/>
                  </a:cubicBezTo>
                  <a:cubicBezTo>
                    <a:pt x="324" y="97"/>
                    <a:pt x="325" y="100"/>
                    <a:pt x="321" y="100"/>
                  </a:cubicBezTo>
                  <a:cubicBezTo>
                    <a:pt x="317" y="100"/>
                    <a:pt x="313" y="104"/>
                    <a:pt x="314" y="106"/>
                  </a:cubicBezTo>
                  <a:cubicBezTo>
                    <a:pt x="315" y="108"/>
                    <a:pt x="328" y="105"/>
                    <a:pt x="331" y="105"/>
                  </a:cubicBezTo>
                  <a:cubicBezTo>
                    <a:pt x="333" y="105"/>
                    <a:pt x="335" y="109"/>
                    <a:pt x="338" y="111"/>
                  </a:cubicBezTo>
                  <a:cubicBezTo>
                    <a:pt x="338" y="65"/>
                    <a:pt x="338" y="65"/>
                    <a:pt x="338" y="65"/>
                  </a:cubicBezTo>
                  <a:cubicBezTo>
                    <a:pt x="329" y="62"/>
                    <a:pt x="316" y="56"/>
                    <a:pt x="313" y="56"/>
                  </a:cubicBezTo>
                  <a:moveTo>
                    <a:pt x="142" y="103"/>
                  </a:moveTo>
                  <a:cubicBezTo>
                    <a:pt x="142" y="101"/>
                    <a:pt x="134" y="103"/>
                    <a:pt x="129" y="102"/>
                  </a:cubicBezTo>
                  <a:cubicBezTo>
                    <a:pt x="125" y="100"/>
                    <a:pt x="134" y="98"/>
                    <a:pt x="137" y="97"/>
                  </a:cubicBezTo>
                  <a:cubicBezTo>
                    <a:pt x="140" y="95"/>
                    <a:pt x="135" y="94"/>
                    <a:pt x="128" y="96"/>
                  </a:cubicBezTo>
                  <a:cubicBezTo>
                    <a:pt x="121" y="98"/>
                    <a:pt x="113" y="91"/>
                    <a:pt x="113" y="95"/>
                  </a:cubicBezTo>
                  <a:cubicBezTo>
                    <a:pt x="113" y="98"/>
                    <a:pt x="100" y="93"/>
                    <a:pt x="97" y="91"/>
                  </a:cubicBezTo>
                  <a:cubicBezTo>
                    <a:pt x="94" y="89"/>
                    <a:pt x="83" y="86"/>
                    <a:pt x="80" y="90"/>
                  </a:cubicBezTo>
                  <a:cubicBezTo>
                    <a:pt x="78" y="94"/>
                    <a:pt x="76" y="91"/>
                    <a:pt x="77" y="95"/>
                  </a:cubicBezTo>
                  <a:cubicBezTo>
                    <a:pt x="77" y="97"/>
                    <a:pt x="80" y="96"/>
                    <a:pt x="82" y="96"/>
                  </a:cubicBezTo>
                  <a:cubicBezTo>
                    <a:pt x="84" y="96"/>
                    <a:pt x="83" y="99"/>
                    <a:pt x="86" y="100"/>
                  </a:cubicBezTo>
                  <a:cubicBezTo>
                    <a:pt x="89" y="100"/>
                    <a:pt x="98" y="103"/>
                    <a:pt x="99" y="101"/>
                  </a:cubicBezTo>
                  <a:cubicBezTo>
                    <a:pt x="100" y="99"/>
                    <a:pt x="109" y="101"/>
                    <a:pt x="113" y="104"/>
                  </a:cubicBezTo>
                  <a:cubicBezTo>
                    <a:pt x="117" y="108"/>
                    <a:pt x="127" y="108"/>
                    <a:pt x="131" y="107"/>
                  </a:cubicBezTo>
                  <a:cubicBezTo>
                    <a:pt x="135" y="107"/>
                    <a:pt x="139" y="110"/>
                    <a:pt x="141" y="108"/>
                  </a:cubicBezTo>
                  <a:cubicBezTo>
                    <a:pt x="143" y="106"/>
                    <a:pt x="145" y="111"/>
                    <a:pt x="150" y="108"/>
                  </a:cubicBezTo>
                  <a:cubicBezTo>
                    <a:pt x="154" y="105"/>
                    <a:pt x="143" y="106"/>
                    <a:pt x="142" y="103"/>
                  </a:cubicBezTo>
                  <a:moveTo>
                    <a:pt x="257" y="66"/>
                  </a:moveTo>
                  <a:cubicBezTo>
                    <a:pt x="251" y="64"/>
                    <a:pt x="241" y="66"/>
                    <a:pt x="242" y="69"/>
                  </a:cubicBezTo>
                  <a:cubicBezTo>
                    <a:pt x="243" y="71"/>
                    <a:pt x="248" y="70"/>
                    <a:pt x="252" y="70"/>
                  </a:cubicBezTo>
                  <a:cubicBezTo>
                    <a:pt x="257" y="70"/>
                    <a:pt x="259" y="73"/>
                    <a:pt x="262" y="73"/>
                  </a:cubicBezTo>
                  <a:cubicBezTo>
                    <a:pt x="264" y="73"/>
                    <a:pt x="262" y="68"/>
                    <a:pt x="257" y="66"/>
                  </a:cubicBezTo>
                  <a:moveTo>
                    <a:pt x="210" y="106"/>
                  </a:moveTo>
                  <a:cubicBezTo>
                    <a:pt x="204" y="105"/>
                    <a:pt x="201" y="109"/>
                    <a:pt x="195" y="107"/>
                  </a:cubicBezTo>
                  <a:cubicBezTo>
                    <a:pt x="189" y="105"/>
                    <a:pt x="180" y="107"/>
                    <a:pt x="181" y="109"/>
                  </a:cubicBezTo>
                  <a:cubicBezTo>
                    <a:pt x="182" y="111"/>
                    <a:pt x="187" y="111"/>
                    <a:pt x="193" y="111"/>
                  </a:cubicBezTo>
                  <a:cubicBezTo>
                    <a:pt x="199" y="112"/>
                    <a:pt x="204" y="108"/>
                    <a:pt x="208" y="108"/>
                  </a:cubicBezTo>
                  <a:cubicBezTo>
                    <a:pt x="212" y="108"/>
                    <a:pt x="216" y="107"/>
                    <a:pt x="210" y="106"/>
                  </a:cubicBezTo>
                  <a:moveTo>
                    <a:pt x="227" y="69"/>
                  </a:moveTo>
                  <a:cubicBezTo>
                    <a:pt x="228" y="73"/>
                    <a:pt x="235" y="74"/>
                    <a:pt x="236" y="71"/>
                  </a:cubicBezTo>
                  <a:cubicBezTo>
                    <a:pt x="238" y="68"/>
                    <a:pt x="226" y="65"/>
                    <a:pt x="227" y="69"/>
                  </a:cubicBezTo>
                  <a:moveTo>
                    <a:pt x="245" y="42"/>
                  </a:moveTo>
                  <a:cubicBezTo>
                    <a:pt x="250" y="42"/>
                    <a:pt x="248" y="39"/>
                    <a:pt x="248" y="36"/>
                  </a:cubicBezTo>
                  <a:cubicBezTo>
                    <a:pt x="248" y="33"/>
                    <a:pt x="244" y="36"/>
                    <a:pt x="244" y="34"/>
                  </a:cubicBezTo>
                  <a:cubicBezTo>
                    <a:pt x="244" y="33"/>
                    <a:pt x="242" y="27"/>
                    <a:pt x="239" y="31"/>
                  </a:cubicBezTo>
                  <a:cubicBezTo>
                    <a:pt x="235" y="36"/>
                    <a:pt x="240" y="48"/>
                    <a:pt x="242" y="48"/>
                  </a:cubicBezTo>
                  <a:cubicBezTo>
                    <a:pt x="245" y="47"/>
                    <a:pt x="240" y="41"/>
                    <a:pt x="245" y="42"/>
                  </a:cubicBezTo>
                  <a:moveTo>
                    <a:pt x="79" y="77"/>
                  </a:moveTo>
                  <a:cubicBezTo>
                    <a:pt x="79" y="74"/>
                    <a:pt x="80" y="71"/>
                    <a:pt x="80" y="69"/>
                  </a:cubicBezTo>
                  <a:cubicBezTo>
                    <a:pt x="80" y="67"/>
                    <a:pt x="81" y="67"/>
                    <a:pt x="83" y="67"/>
                  </a:cubicBezTo>
                  <a:cubicBezTo>
                    <a:pt x="85" y="68"/>
                    <a:pt x="85" y="63"/>
                    <a:pt x="84" y="63"/>
                  </a:cubicBezTo>
                  <a:cubicBezTo>
                    <a:pt x="82" y="62"/>
                    <a:pt x="81" y="57"/>
                    <a:pt x="78" y="57"/>
                  </a:cubicBezTo>
                  <a:cubicBezTo>
                    <a:pt x="74" y="57"/>
                    <a:pt x="75" y="60"/>
                    <a:pt x="77" y="60"/>
                  </a:cubicBezTo>
                  <a:cubicBezTo>
                    <a:pt x="79" y="60"/>
                    <a:pt x="80" y="62"/>
                    <a:pt x="80" y="64"/>
                  </a:cubicBezTo>
                  <a:cubicBezTo>
                    <a:pt x="79" y="65"/>
                    <a:pt x="78" y="62"/>
                    <a:pt x="75" y="62"/>
                  </a:cubicBezTo>
                  <a:cubicBezTo>
                    <a:pt x="72" y="62"/>
                    <a:pt x="74" y="59"/>
                    <a:pt x="70" y="58"/>
                  </a:cubicBezTo>
                  <a:cubicBezTo>
                    <a:pt x="67" y="58"/>
                    <a:pt x="68" y="52"/>
                    <a:pt x="64" y="52"/>
                  </a:cubicBezTo>
                  <a:cubicBezTo>
                    <a:pt x="60" y="52"/>
                    <a:pt x="60" y="49"/>
                    <a:pt x="62" y="47"/>
                  </a:cubicBezTo>
                  <a:cubicBezTo>
                    <a:pt x="65" y="44"/>
                    <a:pt x="59" y="42"/>
                    <a:pt x="59" y="40"/>
                  </a:cubicBezTo>
                  <a:cubicBezTo>
                    <a:pt x="59" y="37"/>
                    <a:pt x="55" y="39"/>
                    <a:pt x="55" y="37"/>
                  </a:cubicBezTo>
                  <a:cubicBezTo>
                    <a:pt x="55" y="34"/>
                    <a:pt x="53" y="35"/>
                    <a:pt x="51" y="33"/>
                  </a:cubicBezTo>
                  <a:cubicBezTo>
                    <a:pt x="49" y="30"/>
                    <a:pt x="48" y="33"/>
                    <a:pt x="47" y="31"/>
                  </a:cubicBezTo>
                  <a:cubicBezTo>
                    <a:pt x="45" y="29"/>
                    <a:pt x="42" y="28"/>
                    <a:pt x="41" y="28"/>
                  </a:cubicBezTo>
                  <a:cubicBezTo>
                    <a:pt x="39" y="29"/>
                    <a:pt x="36" y="25"/>
                    <a:pt x="35" y="22"/>
                  </a:cubicBezTo>
                  <a:cubicBezTo>
                    <a:pt x="34" y="19"/>
                    <a:pt x="23" y="14"/>
                    <a:pt x="22" y="11"/>
                  </a:cubicBezTo>
                  <a:cubicBezTo>
                    <a:pt x="21" y="7"/>
                    <a:pt x="17" y="6"/>
                    <a:pt x="12" y="6"/>
                  </a:cubicBezTo>
                  <a:cubicBezTo>
                    <a:pt x="6" y="6"/>
                    <a:pt x="3" y="0"/>
                    <a:pt x="2" y="3"/>
                  </a:cubicBezTo>
                  <a:cubicBezTo>
                    <a:pt x="0" y="7"/>
                    <a:pt x="8" y="15"/>
                    <a:pt x="12" y="17"/>
                  </a:cubicBezTo>
                  <a:cubicBezTo>
                    <a:pt x="16" y="19"/>
                    <a:pt x="18" y="27"/>
                    <a:pt x="22" y="28"/>
                  </a:cubicBezTo>
                  <a:cubicBezTo>
                    <a:pt x="26" y="28"/>
                    <a:pt x="27" y="42"/>
                    <a:pt x="30" y="42"/>
                  </a:cubicBezTo>
                  <a:cubicBezTo>
                    <a:pt x="33" y="43"/>
                    <a:pt x="40" y="54"/>
                    <a:pt x="41" y="59"/>
                  </a:cubicBezTo>
                  <a:cubicBezTo>
                    <a:pt x="42" y="65"/>
                    <a:pt x="50" y="68"/>
                    <a:pt x="52" y="72"/>
                  </a:cubicBezTo>
                  <a:cubicBezTo>
                    <a:pt x="54" y="76"/>
                    <a:pt x="64" y="82"/>
                    <a:pt x="65" y="84"/>
                  </a:cubicBezTo>
                  <a:cubicBezTo>
                    <a:pt x="66" y="85"/>
                    <a:pt x="68" y="89"/>
                    <a:pt x="69" y="87"/>
                  </a:cubicBezTo>
                  <a:cubicBezTo>
                    <a:pt x="70" y="85"/>
                    <a:pt x="75" y="87"/>
                    <a:pt x="77" y="88"/>
                  </a:cubicBezTo>
                  <a:cubicBezTo>
                    <a:pt x="79" y="88"/>
                    <a:pt x="80" y="80"/>
                    <a:pt x="79" y="77"/>
                  </a:cubicBezTo>
                  <a:moveTo>
                    <a:pt x="179" y="71"/>
                  </a:moveTo>
                  <a:cubicBezTo>
                    <a:pt x="182" y="71"/>
                    <a:pt x="181" y="76"/>
                    <a:pt x="181" y="79"/>
                  </a:cubicBezTo>
                  <a:cubicBezTo>
                    <a:pt x="180" y="82"/>
                    <a:pt x="179" y="88"/>
                    <a:pt x="182" y="87"/>
                  </a:cubicBezTo>
                  <a:cubicBezTo>
                    <a:pt x="185" y="86"/>
                    <a:pt x="187" y="82"/>
                    <a:pt x="185" y="80"/>
                  </a:cubicBezTo>
                  <a:cubicBezTo>
                    <a:pt x="183" y="79"/>
                    <a:pt x="184" y="69"/>
                    <a:pt x="184" y="67"/>
                  </a:cubicBezTo>
                  <a:cubicBezTo>
                    <a:pt x="185" y="64"/>
                    <a:pt x="191" y="66"/>
                    <a:pt x="189" y="70"/>
                  </a:cubicBezTo>
                  <a:cubicBezTo>
                    <a:pt x="187" y="73"/>
                    <a:pt x="193" y="73"/>
                    <a:pt x="193" y="77"/>
                  </a:cubicBezTo>
                  <a:cubicBezTo>
                    <a:pt x="193" y="81"/>
                    <a:pt x="196" y="79"/>
                    <a:pt x="200" y="78"/>
                  </a:cubicBezTo>
                  <a:cubicBezTo>
                    <a:pt x="203" y="77"/>
                    <a:pt x="202" y="75"/>
                    <a:pt x="200" y="72"/>
                  </a:cubicBezTo>
                  <a:cubicBezTo>
                    <a:pt x="198" y="70"/>
                    <a:pt x="202" y="66"/>
                    <a:pt x="199" y="64"/>
                  </a:cubicBezTo>
                  <a:cubicBezTo>
                    <a:pt x="195" y="62"/>
                    <a:pt x="193" y="58"/>
                    <a:pt x="196" y="58"/>
                  </a:cubicBezTo>
                  <a:cubicBezTo>
                    <a:pt x="199" y="57"/>
                    <a:pt x="208" y="52"/>
                    <a:pt x="207" y="50"/>
                  </a:cubicBezTo>
                  <a:cubicBezTo>
                    <a:pt x="206" y="47"/>
                    <a:pt x="193" y="50"/>
                    <a:pt x="192" y="54"/>
                  </a:cubicBezTo>
                  <a:cubicBezTo>
                    <a:pt x="191" y="58"/>
                    <a:pt x="182" y="54"/>
                    <a:pt x="183" y="47"/>
                  </a:cubicBezTo>
                  <a:cubicBezTo>
                    <a:pt x="184" y="40"/>
                    <a:pt x="202" y="39"/>
                    <a:pt x="207" y="41"/>
                  </a:cubicBezTo>
                  <a:cubicBezTo>
                    <a:pt x="213" y="44"/>
                    <a:pt x="218" y="37"/>
                    <a:pt x="220" y="34"/>
                  </a:cubicBezTo>
                  <a:cubicBezTo>
                    <a:pt x="222" y="30"/>
                    <a:pt x="216" y="34"/>
                    <a:pt x="212" y="37"/>
                  </a:cubicBezTo>
                  <a:cubicBezTo>
                    <a:pt x="209" y="39"/>
                    <a:pt x="199" y="37"/>
                    <a:pt x="194" y="35"/>
                  </a:cubicBezTo>
                  <a:cubicBezTo>
                    <a:pt x="189" y="33"/>
                    <a:pt x="189" y="38"/>
                    <a:pt x="185" y="38"/>
                  </a:cubicBezTo>
                  <a:cubicBezTo>
                    <a:pt x="181" y="39"/>
                    <a:pt x="182" y="48"/>
                    <a:pt x="180" y="49"/>
                  </a:cubicBezTo>
                  <a:cubicBezTo>
                    <a:pt x="178" y="50"/>
                    <a:pt x="178" y="57"/>
                    <a:pt x="174" y="64"/>
                  </a:cubicBezTo>
                  <a:cubicBezTo>
                    <a:pt x="170" y="70"/>
                    <a:pt x="175" y="71"/>
                    <a:pt x="179" y="71"/>
                  </a:cubicBezTo>
                  <a:moveTo>
                    <a:pt x="15" y="34"/>
                  </a:moveTo>
                  <a:cubicBezTo>
                    <a:pt x="14" y="36"/>
                    <a:pt x="17" y="42"/>
                    <a:pt x="19" y="40"/>
                  </a:cubicBezTo>
                  <a:cubicBezTo>
                    <a:pt x="22" y="37"/>
                    <a:pt x="15" y="32"/>
                    <a:pt x="15" y="34"/>
                  </a:cubicBezTo>
                  <a:moveTo>
                    <a:pt x="96" y="66"/>
                  </a:moveTo>
                  <a:cubicBezTo>
                    <a:pt x="96" y="64"/>
                    <a:pt x="91" y="65"/>
                    <a:pt x="92" y="67"/>
                  </a:cubicBezTo>
                  <a:cubicBezTo>
                    <a:pt x="94" y="70"/>
                    <a:pt x="96" y="68"/>
                    <a:pt x="96" y="66"/>
                  </a:cubicBezTo>
                  <a:moveTo>
                    <a:pt x="25" y="52"/>
                  </a:moveTo>
                  <a:cubicBezTo>
                    <a:pt x="25" y="54"/>
                    <a:pt x="27" y="58"/>
                    <a:pt x="29" y="57"/>
                  </a:cubicBezTo>
                  <a:cubicBezTo>
                    <a:pt x="30" y="55"/>
                    <a:pt x="27" y="49"/>
                    <a:pt x="25" y="5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92" name="Freeform 1588">
              <a:extLst>
                <a:ext uri="{FF2B5EF4-FFF2-40B4-BE49-F238E27FC236}">
                  <a16:creationId xmlns:a16="http://schemas.microsoft.com/office/drawing/2014/main" id="{2BA75E7E-0F08-3F7A-B817-6EB27AF25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1145" y="4094077"/>
              <a:ext cx="3175" cy="7938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1 h 2"/>
                <a:gd name="T4" fmla="*/ 1 w 1"/>
                <a:gd name="T5" fmla="*/ 1 h 2"/>
                <a:gd name="T6" fmla="*/ 0 w 1"/>
                <a:gd name="T7" fmla="*/ 1 h 2"/>
                <a:gd name="T8" fmla="*/ 0 w 1"/>
                <a:gd name="T9" fmla="*/ 1 h 2"/>
                <a:gd name="T10" fmla="*/ 0 w 1"/>
                <a:gd name="T11" fmla="*/ 1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0 h 2"/>
                <a:gd name="T22" fmla="*/ 1 w 1"/>
                <a:gd name="T23" fmla="*/ 0 h 2"/>
                <a:gd name="T24" fmla="*/ 1 w 1"/>
                <a:gd name="T25" fmla="*/ 0 h 2"/>
                <a:gd name="T26" fmla="*/ 1 w 1"/>
                <a:gd name="T27" fmla="*/ 0 h 2"/>
                <a:gd name="T28" fmla="*/ 0 w 1"/>
                <a:gd name="T29" fmla="*/ 0 h 2"/>
                <a:gd name="T30" fmla="*/ 0 w 1"/>
                <a:gd name="T31" fmla="*/ 0 h 2"/>
                <a:gd name="T32" fmla="*/ 0 w 1"/>
                <a:gd name="T33" fmla="*/ 1 h 2"/>
                <a:gd name="T34" fmla="*/ 0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1 w 1"/>
                <a:gd name="T43" fmla="*/ 1 h 2"/>
                <a:gd name="T44" fmla="*/ 1 w 1"/>
                <a:gd name="T45" fmla="*/ 2 h 2"/>
                <a:gd name="T46" fmla="*/ 1 w 1"/>
                <a:gd name="T47" fmla="*/ 2 h 2"/>
                <a:gd name="T48" fmla="*/ 1 w 1"/>
                <a:gd name="T49" fmla="*/ 2 h 2"/>
                <a:gd name="T50" fmla="*/ 0 w 1"/>
                <a:gd name="T51" fmla="*/ 2 h 2"/>
                <a:gd name="T52" fmla="*/ 0 w 1"/>
                <a:gd name="T53" fmla="*/ 2 h 2"/>
                <a:gd name="T54" fmla="*/ 0 w 1"/>
                <a:gd name="T55" fmla="*/ 2 h 2"/>
                <a:gd name="T56" fmla="*/ 0 w 1"/>
                <a:gd name="T57" fmla="*/ 2 h 2"/>
                <a:gd name="T58" fmla="*/ 0 w 1"/>
                <a:gd name="T59" fmla="*/ 2 h 2"/>
                <a:gd name="T60" fmla="*/ 0 w 1"/>
                <a:gd name="T61" fmla="*/ 2 h 2"/>
                <a:gd name="T62" fmla="*/ 1 w 1"/>
                <a:gd name="T63" fmla="*/ 2 h 2"/>
                <a:gd name="T64" fmla="*/ 1 w 1"/>
                <a:gd name="T65" fmla="*/ 2 h 2"/>
                <a:gd name="T66" fmla="*/ 1 w 1"/>
                <a:gd name="T67" fmla="*/ 2 h 2"/>
                <a:gd name="T68" fmla="*/ 1 w 1"/>
                <a:gd name="T6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93" name="Freeform 1589">
              <a:extLst>
                <a:ext uri="{FF2B5EF4-FFF2-40B4-BE49-F238E27FC236}">
                  <a16:creationId xmlns:a16="http://schemas.microsoft.com/office/drawing/2014/main" id="{13F4944A-E48B-F777-A9B7-FFF68AE05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3168" y="4093839"/>
              <a:ext cx="3175" cy="7938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1 h 2"/>
                <a:gd name="T4" fmla="*/ 1 w 1"/>
                <a:gd name="T5" fmla="*/ 1 h 2"/>
                <a:gd name="T6" fmla="*/ 0 w 1"/>
                <a:gd name="T7" fmla="*/ 1 h 2"/>
                <a:gd name="T8" fmla="*/ 0 w 1"/>
                <a:gd name="T9" fmla="*/ 1 h 2"/>
                <a:gd name="T10" fmla="*/ 0 w 1"/>
                <a:gd name="T11" fmla="*/ 1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0 h 2"/>
                <a:gd name="T22" fmla="*/ 1 w 1"/>
                <a:gd name="T23" fmla="*/ 0 h 2"/>
                <a:gd name="T24" fmla="*/ 1 w 1"/>
                <a:gd name="T25" fmla="*/ 0 h 2"/>
                <a:gd name="T26" fmla="*/ 1 w 1"/>
                <a:gd name="T27" fmla="*/ 0 h 2"/>
                <a:gd name="T28" fmla="*/ 0 w 1"/>
                <a:gd name="T29" fmla="*/ 0 h 2"/>
                <a:gd name="T30" fmla="*/ 0 w 1"/>
                <a:gd name="T31" fmla="*/ 0 h 2"/>
                <a:gd name="T32" fmla="*/ 0 w 1"/>
                <a:gd name="T33" fmla="*/ 1 h 2"/>
                <a:gd name="T34" fmla="*/ 0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1 w 1"/>
                <a:gd name="T43" fmla="*/ 1 h 2"/>
                <a:gd name="T44" fmla="*/ 1 w 1"/>
                <a:gd name="T45" fmla="*/ 2 h 2"/>
                <a:gd name="T46" fmla="*/ 1 w 1"/>
                <a:gd name="T47" fmla="*/ 2 h 2"/>
                <a:gd name="T48" fmla="*/ 1 w 1"/>
                <a:gd name="T49" fmla="*/ 2 h 2"/>
                <a:gd name="T50" fmla="*/ 0 w 1"/>
                <a:gd name="T51" fmla="*/ 2 h 2"/>
                <a:gd name="T52" fmla="*/ 0 w 1"/>
                <a:gd name="T53" fmla="*/ 2 h 2"/>
                <a:gd name="T54" fmla="*/ 0 w 1"/>
                <a:gd name="T55" fmla="*/ 2 h 2"/>
                <a:gd name="T56" fmla="*/ 0 w 1"/>
                <a:gd name="T57" fmla="*/ 2 h 2"/>
                <a:gd name="T58" fmla="*/ 0 w 1"/>
                <a:gd name="T59" fmla="*/ 2 h 2"/>
                <a:gd name="T60" fmla="*/ 0 w 1"/>
                <a:gd name="T61" fmla="*/ 2 h 2"/>
                <a:gd name="T62" fmla="*/ 1 w 1"/>
                <a:gd name="T63" fmla="*/ 2 h 2"/>
                <a:gd name="T64" fmla="*/ 1 w 1"/>
                <a:gd name="T65" fmla="*/ 2 h 2"/>
                <a:gd name="T66" fmla="*/ 1 w 1"/>
                <a:gd name="T67" fmla="*/ 2 h 2"/>
                <a:gd name="T68" fmla="*/ 1 w 1"/>
                <a:gd name="T6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909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7123D-434C-D764-9DD6-588EA35E1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6CBAB9B-AE5E-2F23-6323-FD2B40308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5A1467A-11F7-A215-8C6C-3199CB829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200" b="1"/>
            </a:lvl1pPr>
          </a:lstStyle>
          <a:p>
            <a:fld id="{C587FD30-F261-484A-ACE5-F88AB37503C3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12604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71D58-0640-E382-0AF8-479ABE335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37A0E66-0DAE-56A2-7718-EDC63786B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B63CAA7-8DBC-1082-3608-5BF96F0F6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0991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D29ADD-9AAF-F37C-359A-C6E90098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2116"/>
            <a:ext cx="10515600" cy="970095"/>
          </a:xfrm>
        </p:spPr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EEF7EA-4A83-3AF5-FE48-F2BA69027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31112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FD65E29-E54C-F728-904F-FC81B3EBC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31112"/>
            <a:ext cx="5181600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884F3EE-2928-9D64-211F-FCAE252F4C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488182"/>
            <a:ext cx="838200" cy="365125"/>
          </a:xfrm>
        </p:spPr>
        <p:txBody>
          <a:bodyPr/>
          <a:lstStyle>
            <a:lvl1pPr>
              <a:defRPr/>
            </a:lvl1pPr>
          </a:lstStyle>
          <a:p>
            <a:fld id="{CEF5FAC8-EABC-4F6F-A8B5-DE84A2133CF8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4060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39814E-C730-5C01-1337-C9AFFB9E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65817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0DA109B-D45E-FB0F-58E9-D03A2559F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8185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3D8D9F9-8447-649A-FFF2-C7FE25C4F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05767"/>
            <a:ext cx="5157787" cy="368458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0C2768-9647-40A3-5249-D5EB6A5190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8185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D9B7A56-2638-C315-6522-50E97961F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05767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66435DA5-4BC5-899C-0D76-BC6D48F5F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434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294D73-9961-C0DA-E1E3-8D1BF525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16AC8A4-2F23-8B11-46B7-5D907EF062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9114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0DFE8E-0BC7-DE8B-D6B0-9FB7C826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57886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0F73F55-6929-0628-C819-CC9159F8F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8811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D33E54-8D53-ADED-DE38-7BAF91D28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58086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2B83C75-8395-88FE-C2A9-692A3127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12592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185889-1181-AC7D-CEEF-9326C82A5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2981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C89256B-2B4B-F2C8-E7EB-2FE626CA0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003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56B342F-0E14-2EEF-6928-88F358914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001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CAFE8C2-C90D-3D25-A2CC-65FFAF97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6387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01C29-B46A-285C-2880-0B4CC3B7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DF05D7C-B5D3-C1F1-4266-D780DDB0F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A2A6EFA-BE99-5449-2DCA-ECBE4AD4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93881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21F4019-CB33-D9F5-B2B0-86B73FA39A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9663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98AB129-0E53-830C-4047-B3ACF891A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9663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CB961EA-9B6D-0F77-5A12-07398394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58908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Titlepage picture">
            <a:extLst>
              <a:ext uri="{FF2B5EF4-FFF2-40B4-BE49-F238E27FC236}">
                <a16:creationId xmlns:a16="http://schemas.microsoft.com/office/drawing/2014/main" id="{FAC40218-8B7A-8036-EA2E-D803C58592A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09"/>
          <a:stretch/>
        </p:blipFill>
        <p:spPr bwMode="gray">
          <a:xfrm>
            <a:off x="0" y="0"/>
            <a:ext cx="752991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578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AF70819-C46D-4C8E-196D-F0F74619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0611"/>
            <a:ext cx="10515600" cy="970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34282FA-F8DD-E3F6-01B6-135335597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584173"/>
            <a:ext cx="10515600" cy="3592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6" name="Tijdelijke aanduiding voor dianummer 5" descr="dianummer">
            <a:extLst>
              <a:ext uri="{FF2B5EF4-FFF2-40B4-BE49-F238E27FC236}">
                <a16:creationId xmlns:a16="http://schemas.microsoft.com/office/drawing/2014/main" id="{05819E15-6619-C69B-D963-BC553C2F2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590" y="6488182"/>
            <a:ext cx="481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9900"/>
                </a:solidFill>
              </a:defRPr>
            </a:lvl1pPr>
          </a:lstStyle>
          <a:p>
            <a:fld id="{BD584D78-5FC5-4274-82CA-F6B9F2E20910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DF57B1-D7C8-B09D-0B97-5FBE3F5380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56011" y="103412"/>
            <a:ext cx="490553" cy="490553"/>
          </a:xfrm>
          <a:prstGeom prst="rect">
            <a:avLst/>
          </a:prstGeom>
        </p:spPr>
      </p:pic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03427F7F-105C-133C-34D8-BB9D5BAAE11C}"/>
              </a:ext>
            </a:extLst>
          </p:cNvPr>
          <p:cNvCxnSpPr>
            <a:cxnSpLocks/>
          </p:cNvCxnSpPr>
          <p:nvPr userDrawn="1"/>
        </p:nvCxnSpPr>
        <p:spPr>
          <a:xfrm>
            <a:off x="254441" y="652011"/>
            <a:ext cx="11692123" cy="0"/>
          </a:xfrm>
          <a:prstGeom prst="line">
            <a:avLst/>
          </a:prstGeom>
          <a:ln w="25400" cap="rnd">
            <a:prstDash val="sysDot"/>
            <a:round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kstvak 14">
            <a:extLst>
              <a:ext uri="{FF2B5EF4-FFF2-40B4-BE49-F238E27FC236}">
                <a16:creationId xmlns:a16="http://schemas.microsoft.com/office/drawing/2014/main" id="{450EB411-5FC9-2A73-5805-73306F479437}"/>
              </a:ext>
            </a:extLst>
          </p:cNvPr>
          <p:cNvSpPr txBox="1"/>
          <p:nvPr userDrawn="1"/>
        </p:nvSpPr>
        <p:spPr>
          <a:xfrm>
            <a:off x="245436" y="390401"/>
            <a:ext cx="34483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0" dirty="0">
                <a:solidFill>
                  <a:srgbClr val="009900"/>
                </a:solidFill>
                <a:latin typeface="Trebuchet MS" panose="020B0603020202020204" pitchFamily="34" charset="0"/>
              </a:rPr>
              <a:t>Klasmann-Deilmann Brugge | MRP - Database Model</a:t>
            </a:r>
            <a:endParaRPr lang="nl-BE" sz="1100" b="0" dirty="0">
              <a:solidFill>
                <a:srgbClr val="00990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C339C9D5-C40B-351D-88C9-1F008C32BBC3}"/>
              </a:ext>
            </a:extLst>
          </p:cNvPr>
          <p:cNvCxnSpPr>
            <a:cxnSpLocks/>
          </p:cNvCxnSpPr>
          <p:nvPr userDrawn="1"/>
        </p:nvCxnSpPr>
        <p:spPr>
          <a:xfrm>
            <a:off x="11710590" y="6488182"/>
            <a:ext cx="471948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75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Trebuchet MS" panose="020B0603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Trebuchet MS" panose="020B0603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Trebuchet MS" panose="020B0603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Trebuchet MS" panose="020B0603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Trebuchet MS" panose="020B06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AD3FA-5C54-4A09-7B90-368518C84C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sz="3200" dirty="0"/>
              <a:t>Manufactoring resource planning (MRP)</a:t>
            </a:r>
            <a:endParaRPr lang="nl-BE" sz="32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1148413-746C-E6D4-0E4B-751B99C37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/>
          <a:lstStyle/>
          <a:p>
            <a:r>
              <a:rPr lang="nl-NL" sz="2400" dirty="0"/>
              <a:t>schema’s</a:t>
            </a:r>
            <a:endParaRPr lang="nl-BE"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A9C9CE-A6A0-04F1-A575-2EA4A52AAF2D}"/>
              </a:ext>
            </a:extLst>
          </p:cNvPr>
          <p:cNvCxnSpPr>
            <a:cxnSpLocks/>
          </p:cNvCxnSpPr>
          <p:nvPr/>
        </p:nvCxnSpPr>
        <p:spPr>
          <a:xfrm>
            <a:off x="7784265" y="2566394"/>
            <a:ext cx="416814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5000">
                  <a:schemeClr val="accent6"/>
                </a:gs>
                <a:gs pos="85000">
                  <a:schemeClr val="accent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755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F76EB6A-0BEE-BADC-85D7-524B16BB7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4999991-767B-8A5E-78C6-B1BAA0A9168E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Gelinkte bedrijfsprocessen in het model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79CE663-D95A-4336-0255-A2C518D87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419" y="1499137"/>
            <a:ext cx="8513162" cy="498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2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8865-A343-03D8-B768-07444F30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C2E29E1-F302-70E9-E1D6-932E73A47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3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61101C0E-490F-64D4-37D9-E64532BBF4A5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37A90082-FC9A-7CC8-11FB-E1C76B4BF601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bestelling tot klant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70707-3E77-44E0-83E3-EB4926119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1" y="1654823"/>
            <a:ext cx="10532358" cy="445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51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AEA6-C8F5-AF8B-A656-8C441E50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E31C1F1-CB48-5514-242B-532883287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4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C26FFDED-91C2-D036-5B9D-6EE88C81C156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D992AB98-B056-10E5-98C5-9195F27A01FF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productie bulk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E1FB5-D0A3-3941-E629-AC73E1708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81" y="1937215"/>
            <a:ext cx="10440038" cy="330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52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104AC-AA35-37B3-6567-42A03F92C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F99B5BB-5B6C-6E4B-9815-72B5B08ED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8D5198DF-84FF-483E-F679-77CCCC331A60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CDC45632-9443-11A8-1345-404AF6CEAE97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inkomende goederen tot consumptie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948787-99C7-C4FF-15C8-5762BD608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400" y="1222041"/>
            <a:ext cx="7391200" cy="544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60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ACE89-DCE5-6CB3-E362-827A0E5C7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1610411-8178-0B95-7CF4-3D36BE335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6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00904F8D-DF84-3E83-132D-D280E9C59A7A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C1899259-F29F-3ACA-73FA-504D775E598F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tracering meststoffen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61A808F-0077-2D1A-EB2B-7A37C6137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456" y="1628848"/>
            <a:ext cx="9191088" cy="504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3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4B38-EAC8-B64C-73AD-FEBC5D60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: afgeronde hoeken 11">
            <a:extLst>
              <a:ext uri="{FF2B5EF4-FFF2-40B4-BE49-F238E27FC236}">
                <a16:creationId xmlns:a16="http://schemas.microsoft.com/office/drawing/2014/main" id="{3B2AD57F-34F9-8E9C-49B8-0E69C8E7F8FD}"/>
              </a:ext>
            </a:extLst>
          </p:cNvPr>
          <p:cNvSpPr/>
          <p:nvPr/>
        </p:nvSpPr>
        <p:spPr>
          <a:xfrm>
            <a:off x="350907" y="2221430"/>
            <a:ext cx="4620728" cy="3888606"/>
          </a:xfrm>
          <a:prstGeom prst="roundRect">
            <a:avLst/>
          </a:prstGeom>
          <a:solidFill>
            <a:srgbClr val="E6FFDC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F8B8E1A-4D39-00D0-0D25-AED3CCA20E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E93B9A68-01DC-0258-7DE8-CAAAE9609165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BA32A049-833F-9146-AB33-EEAA5D8B7CBB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tracering meststoffen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7505A8D-DAEC-D0A3-14BC-EE36626F8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701" y="2770070"/>
            <a:ext cx="2807141" cy="2791326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0F24C332-50D3-0703-395A-DA1FFC960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531" y="1884885"/>
            <a:ext cx="5890059" cy="2527371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F5ABD4FB-CDF7-FE2C-A7A9-606468EC851C}"/>
              </a:ext>
            </a:extLst>
          </p:cNvPr>
          <p:cNvSpPr txBox="1"/>
          <p:nvPr/>
        </p:nvSpPr>
        <p:spPr>
          <a:xfrm>
            <a:off x="1283810" y="2036764"/>
            <a:ext cx="275492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Scan om naar app te gaan</a:t>
            </a:r>
            <a:endParaRPr lang="nl-BE" dirty="0"/>
          </a:p>
        </p:txBody>
      </p:sp>
      <p:sp>
        <p:nvSpPr>
          <p:cNvPr id="5" name="Bijschrift: pijl-omlaag 4">
            <a:extLst>
              <a:ext uri="{FF2B5EF4-FFF2-40B4-BE49-F238E27FC236}">
                <a16:creationId xmlns:a16="http://schemas.microsoft.com/office/drawing/2014/main" id="{20F40995-30B1-B49E-42C2-AB2B71C64C24}"/>
              </a:ext>
            </a:extLst>
          </p:cNvPr>
          <p:cNvSpPr/>
          <p:nvPr/>
        </p:nvSpPr>
        <p:spPr>
          <a:xfrm>
            <a:off x="6553507" y="3933824"/>
            <a:ext cx="2037220" cy="1044731"/>
          </a:xfrm>
          <a:prstGeom prst="downArrowCallout">
            <a:avLst>
              <a:gd name="adj1" fmla="val 30000"/>
              <a:gd name="adj2" fmla="val 6250"/>
              <a:gd name="adj3" fmla="val 19503"/>
              <a:gd name="adj4" fmla="val 27374"/>
            </a:avLst>
          </a:prstGeom>
          <a:solidFill>
            <a:schemeClr val="tx2">
              <a:lumMod val="25000"/>
              <a:lumOff val="75000"/>
              <a:alpha val="5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Bijschrift: pijl-omlaag 6">
            <a:extLst>
              <a:ext uri="{FF2B5EF4-FFF2-40B4-BE49-F238E27FC236}">
                <a16:creationId xmlns:a16="http://schemas.microsoft.com/office/drawing/2014/main" id="{3E64EDFE-3277-9C70-3355-643ACB2E6768}"/>
              </a:ext>
            </a:extLst>
          </p:cNvPr>
          <p:cNvSpPr/>
          <p:nvPr/>
        </p:nvSpPr>
        <p:spPr>
          <a:xfrm>
            <a:off x="8890366" y="3930847"/>
            <a:ext cx="992275" cy="1044731"/>
          </a:xfrm>
          <a:prstGeom prst="downArrowCallout">
            <a:avLst>
              <a:gd name="adj1" fmla="val 25000"/>
              <a:gd name="adj2" fmla="val 6250"/>
              <a:gd name="adj3" fmla="val 25000"/>
              <a:gd name="adj4" fmla="val 28113"/>
            </a:avLst>
          </a:prstGeom>
          <a:solidFill>
            <a:schemeClr val="accent5">
              <a:lumMod val="40000"/>
              <a:lumOff val="60000"/>
              <a:alpha val="5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Bijschrift: pijl-omlaag 7">
            <a:extLst>
              <a:ext uri="{FF2B5EF4-FFF2-40B4-BE49-F238E27FC236}">
                <a16:creationId xmlns:a16="http://schemas.microsoft.com/office/drawing/2014/main" id="{79A2FFFF-C4B8-2330-B99F-C0FA54BABE6B}"/>
              </a:ext>
            </a:extLst>
          </p:cNvPr>
          <p:cNvSpPr/>
          <p:nvPr/>
        </p:nvSpPr>
        <p:spPr>
          <a:xfrm>
            <a:off x="9951390" y="3930846"/>
            <a:ext cx="1045223" cy="1044731"/>
          </a:xfrm>
          <a:prstGeom prst="downArrowCallout">
            <a:avLst>
              <a:gd name="adj1" fmla="val 50000"/>
              <a:gd name="adj2" fmla="val 6250"/>
              <a:gd name="adj3" fmla="val 25000"/>
              <a:gd name="adj4" fmla="val 28113"/>
            </a:avLst>
          </a:prstGeom>
          <a:solidFill>
            <a:schemeClr val="accent2">
              <a:lumMod val="40000"/>
              <a:lumOff val="60000"/>
              <a:alpha val="5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AFE34A76-F896-E6E9-0DEA-8CB801D6B736}"/>
              </a:ext>
            </a:extLst>
          </p:cNvPr>
          <p:cNvSpPr txBox="1"/>
          <p:nvPr/>
        </p:nvSpPr>
        <p:spPr>
          <a:xfrm>
            <a:off x="6816622" y="4975577"/>
            <a:ext cx="1503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Jaar + maand</a:t>
            </a:r>
          </a:p>
          <a:p>
            <a:pPr algn="ctr"/>
            <a:r>
              <a:rPr lang="nl-NL" dirty="0"/>
              <a:t>202606</a:t>
            </a:r>
            <a:endParaRPr lang="nl-BE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AB4B72AF-F286-15F4-1B21-E1A68FA6C27F}"/>
              </a:ext>
            </a:extLst>
          </p:cNvPr>
          <p:cNvSpPr txBox="1"/>
          <p:nvPr/>
        </p:nvSpPr>
        <p:spPr>
          <a:xfrm>
            <a:off x="8765560" y="4978556"/>
            <a:ext cx="1232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Product-</a:t>
            </a:r>
            <a:r>
              <a:rPr lang="nl-NL" dirty="0" err="1"/>
              <a:t>id</a:t>
            </a:r>
            <a:endParaRPr lang="nl-NL" dirty="0"/>
          </a:p>
          <a:p>
            <a:pPr algn="ctr"/>
            <a:r>
              <a:rPr lang="nl-NL" dirty="0"/>
              <a:t>3-cijfers</a:t>
            </a:r>
            <a:endParaRPr lang="nl-BE" dirty="0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0E558661-F32E-946F-9CB5-BC9371BCBB9B}"/>
              </a:ext>
            </a:extLst>
          </p:cNvPr>
          <p:cNvSpPr txBox="1"/>
          <p:nvPr/>
        </p:nvSpPr>
        <p:spPr>
          <a:xfrm>
            <a:off x="9882641" y="4983756"/>
            <a:ext cx="1432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Pallet </a:t>
            </a:r>
          </a:p>
          <a:p>
            <a:pPr algn="ctr"/>
            <a:r>
              <a:rPr lang="nl-NL" dirty="0"/>
              <a:t>volgnummer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36335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3058-3684-3946-6889-3D50C9BD2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7004FC8-9650-D5CE-306B-0088FCD1D5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ADCFBF78-0252-4B56-76B6-7C73E2DE66CD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46E07CE4-9138-1BA9-FAEB-071E29863134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tracering meststoffen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899100B4-10C7-34CB-2AD9-2D86A5598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73" y="1306065"/>
            <a:ext cx="4957783" cy="5182117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BF42898A-3E33-CFAB-4CBC-010B0E711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394" y="4103099"/>
            <a:ext cx="3184589" cy="2385083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74CB76F-C6D8-2A44-2CE5-8A5C5BA0F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335" y="746647"/>
            <a:ext cx="2961255" cy="238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4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30BBE-0BF0-EEA3-DF00-63DD32D7B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8BFA0D9-F43D-7864-82FD-62EA69D0D5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EFBD27CB-13F9-F0D0-F8EA-0B3BE7025417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831445D-78E0-F871-57A9-D3C255442308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onderhoud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80045B-FB95-BF6F-C12A-8A08A1183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432" y="1913832"/>
            <a:ext cx="7805135" cy="335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36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2A331-FE11-2C77-BCE7-B53C32644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47BE5CF-BB95-4F51-EA9C-66C8556695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946F1F29-C68A-C717-6EE2-5D2DB81AA7AC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D7519DB3-EF37-41B2-C65F-F2B11D7452AC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klachtenregistratie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1D0FD5-20C1-7424-5757-8DD16D74E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05" y="1313385"/>
            <a:ext cx="11612590" cy="500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56827"/>
      </p:ext>
    </p:extLst>
  </p:cSld>
  <p:clrMapOvr>
    <a:masterClrMapping/>
  </p:clrMapOvr>
</p:sld>
</file>

<file path=ppt/theme/theme1.xml><?xml version="1.0" encoding="utf-8"?>
<a:theme xmlns:a="http://schemas.openxmlformats.org/drawingml/2006/main" name="Aangepast ontwerp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asisIndel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69</Words>
  <Application>Microsoft Office PowerPoint</Application>
  <PresentationFormat>Breedbeeld</PresentationFormat>
  <Paragraphs>36</Paragraphs>
  <Slides>10</Slides>
  <Notes>9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10</vt:i4>
      </vt:variant>
      <vt:variant>
        <vt:lpstr>Aangepaste voorstellingen</vt:lpstr>
      </vt:variant>
      <vt:variant>
        <vt:i4>7</vt:i4>
      </vt:variant>
    </vt:vector>
  </HeadingPairs>
  <TitlesOfParts>
    <vt:vector size="22" baseType="lpstr">
      <vt:lpstr>Aptos</vt:lpstr>
      <vt:lpstr>Arial</vt:lpstr>
      <vt:lpstr>Trebuchet MS</vt:lpstr>
      <vt:lpstr>Aangepast ontwerp</vt:lpstr>
      <vt:lpstr>BasisIndeling</vt:lpstr>
      <vt:lpstr>Manufactoring resource planning (MRP)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GreenFibre</vt:lpstr>
      <vt:lpstr>Compost</vt:lpstr>
      <vt:lpstr>Kokos</vt:lpstr>
      <vt:lpstr>Schors</vt:lpstr>
      <vt:lpstr>Klei</vt:lpstr>
      <vt:lpstr>Perliet</vt:lpstr>
      <vt:lpstr>Edelbims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Bloes</dc:creator>
  <cp:lastModifiedBy>Steven Bloes</cp:lastModifiedBy>
  <cp:revision>14</cp:revision>
  <cp:lastPrinted>2026-06-29T06:08:59Z</cp:lastPrinted>
  <dcterms:created xsi:type="dcterms:W3CDTF">2025-03-04T14:55:47Z</dcterms:created>
  <dcterms:modified xsi:type="dcterms:W3CDTF">2026-06-29T06:17:01Z</dcterms:modified>
</cp:coreProperties>
</file>